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6" r:id="rId3"/>
  </p:sldMasterIdLst>
  <p:notesMasterIdLst>
    <p:notesMasterId r:id="rId5"/>
  </p:notesMasterIdLst>
  <p:sldIdLst>
    <p:sldId id="256" r:id="rId4"/>
    <p:sldId id="300" r:id="rId6"/>
    <p:sldId id="259" r:id="rId7"/>
    <p:sldId id="258" r:id="rId8"/>
    <p:sldId id="289" r:id="rId9"/>
    <p:sldId id="293" r:id="rId10"/>
    <p:sldId id="295" r:id="rId11"/>
    <p:sldId id="296" r:id="rId12"/>
    <p:sldId id="297" r:id="rId13"/>
    <p:sldId id="298" r:id="rId14"/>
    <p:sldId id="286" r:id="rId15"/>
    <p:sldId id="299" r:id="rId16"/>
    <p:sldId id="302" r:id="rId17"/>
    <p:sldId id="304" r:id="rId18"/>
    <p:sldId id="305" r:id="rId19"/>
    <p:sldId id="306" r:id="rId20"/>
    <p:sldId id="307" r:id="rId21"/>
    <p:sldId id="308" r:id="rId22"/>
    <p:sldId id="310" r:id="rId23"/>
    <p:sldId id="324" r:id="rId24"/>
    <p:sldId id="326" r:id="rId25"/>
    <p:sldId id="327" r:id="rId26"/>
    <p:sldId id="328" r:id="rId27"/>
    <p:sldId id="330" r:id="rId28"/>
    <p:sldId id="329" r:id="rId29"/>
    <p:sldId id="331" r:id="rId30"/>
    <p:sldId id="332" r:id="rId31"/>
    <p:sldId id="333" r:id="rId32"/>
    <p:sldId id="334" r:id="rId33"/>
    <p:sldId id="311" r:id="rId34"/>
    <p:sldId id="336" r:id="rId35"/>
    <p:sldId id="287" r:id="rId36"/>
    <p:sldId id="312" r:id="rId37"/>
    <p:sldId id="338" r:id="rId38"/>
    <p:sldId id="342" r:id="rId39"/>
    <p:sldId id="288" r:id="rId40"/>
    <p:sldId id="340" r:id="rId41"/>
    <p:sldId id="315" r:id="rId42"/>
    <p:sldId id="343" r:id="rId43"/>
    <p:sldId id="344" r:id="rId44"/>
    <p:sldId id="345" r:id="rId45"/>
    <p:sldId id="346" r:id="rId46"/>
    <p:sldId id="349" r:id="rId47"/>
    <p:sldId id="350" r:id="rId48"/>
    <p:sldId id="347" r:id="rId49"/>
    <p:sldId id="348" r:id="rId50"/>
    <p:sldId id="1831" r:id="rId51"/>
  </p:sldIdLst>
  <p:sldSz cx="9144000" cy="5143500" type="screen16x9"/>
  <p:notesSz cx="6858000" cy="9144000"/>
  <p:custDataLst>
    <p:tags r:id="rId5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72444A98-5B80-4AA8-8076-ABF9EEA0DC63}">
          <p14:sldIdLst>
            <p14:sldId id="256"/>
            <p14:sldId id="300"/>
            <p14:sldId id="259"/>
          </p14:sldIdLst>
        </p14:section>
        <p14:section name="1.产品上架前充分准备" id="{00F930DC-3517-40BA-9224-7C3430EDD2C2}">
          <p14:sldIdLst>
            <p14:sldId id="258"/>
            <p14:sldId id="289"/>
            <p14:sldId id="293"/>
            <p14:sldId id="295"/>
            <p14:sldId id="296"/>
            <p14:sldId id="297"/>
            <p14:sldId id="298"/>
          </p14:sldIdLst>
        </p14:section>
        <p14:section name="二、上架初期广告打法" id="{C945D7F2-49A1-4823-9E8E-2279DFD4D69C}">
          <p14:sldIdLst>
            <p14:sldId id="286"/>
            <p14:sldId id="299"/>
            <p14:sldId id="302"/>
            <p14:sldId id="304"/>
            <p14:sldId id="305"/>
            <p14:sldId id="306"/>
            <p14:sldId id="307"/>
            <p14:sldId id="308"/>
            <p14:sldId id="310"/>
            <p14:sldId id="324"/>
            <p14:sldId id="326"/>
            <p14:sldId id="327"/>
            <p14:sldId id="328"/>
            <p14:sldId id="330"/>
            <p14:sldId id="329"/>
            <p14:sldId id="331"/>
            <p14:sldId id="332"/>
            <p14:sldId id="333"/>
            <p14:sldId id="334"/>
            <p14:sldId id="311"/>
            <p14:sldId id="336"/>
          </p14:sldIdLst>
        </p14:section>
        <p14:section name="三、上升期广告打法" id="{A43554F4-383F-4F93-B24E-AAED4702EA73}">
          <p14:sldIdLst>
            <p14:sldId id="287"/>
            <p14:sldId id="312"/>
            <p14:sldId id="338"/>
            <p14:sldId id="342"/>
          </p14:sldIdLst>
        </p14:section>
        <p14:section name="四、稳定期广告打法" id="{F95B4639-F252-4A4F-9DB2-140A1527B831}">
          <p14:sldIdLst>
            <p14:sldId id="288"/>
            <p14:sldId id="340"/>
            <p14:sldId id="315"/>
            <p14:sldId id="343"/>
            <p14:sldId id="344"/>
            <p14:sldId id="345"/>
            <p14:sldId id="346"/>
            <p14:sldId id="349"/>
            <p14:sldId id="350"/>
            <p14:sldId id="347"/>
            <p14:sldId id="348"/>
            <p14:sldId id="1831"/>
          </p14:sldIdLst>
        </p14:section>
        <p14:section name="end" id="{2A6F4BC2-0452-4902-9E63-88E6D12655B9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D1D"/>
    <a:srgbClr val="272A36"/>
    <a:srgbClr val="EEA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7" autoAdjust="0"/>
    <p:restoredTop sz="77741" autoAdjust="0"/>
  </p:normalViewPr>
  <p:slideViewPr>
    <p:cSldViewPr snapToGrid="0">
      <p:cViewPr>
        <p:scale>
          <a:sx n="75" d="100"/>
          <a:sy n="75" d="100"/>
        </p:scale>
        <p:origin x="534" y="-6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50" d="100"/>
        <a:sy n="150" d="100"/>
      </p:scale>
      <p:origin x="0" y="-189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5" Type="http://schemas.openxmlformats.org/officeDocument/2006/relationships/tags" Target="tags/tag1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H:\&#31508;&#35760;\6.18&#30340;&#22270;&#29255;\&#24191;&#21578;&#26085;&#25253;B086D78XY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spPr>
            <a:gradFill>
              <a:gsLst>
                <a:gs pos="0">
                  <a:schemeClr val="lt1">
                    <a:alpha val="5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5400000" scaled="0"/>
            </a:gradFill>
            <a:ln>
              <a:solidFill>
                <a:schemeClr val="accent1"/>
              </a:solidFill>
            </a:ln>
            <a:effectLst>
              <a:innerShdw dist="38100" dir="16200000">
                <a:schemeClr val="lt1"/>
              </a:innerShdw>
            </a:effectLst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l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Data!$D$1:$AR$1</c:f>
              <c:strCache>
                <c:ptCount val="41"/>
                <c:pt idx="0">
                  <c:v>05-17</c:v>
                </c:pt>
                <c:pt idx="1">
                  <c:v>05-18</c:v>
                </c:pt>
                <c:pt idx="2">
                  <c:v>05-19</c:v>
                </c:pt>
                <c:pt idx="3">
                  <c:v>05-20</c:v>
                </c:pt>
                <c:pt idx="4">
                  <c:v>05-21</c:v>
                </c:pt>
                <c:pt idx="5">
                  <c:v>05-22</c:v>
                </c:pt>
                <c:pt idx="6">
                  <c:v>05-23</c:v>
                </c:pt>
                <c:pt idx="7">
                  <c:v>05-24</c:v>
                </c:pt>
                <c:pt idx="8">
                  <c:v>05-25</c:v>
                </c:pt>
                <c:pt idx="9">
                  <c:v>05-26</c:v>
                </c:pt>
                <c:pt idx="10">
                  <c:v>05-27</c:v>
                </c:pt>
                <c:pt idx="11">
                  <c:v>05-28</c:v>
                </c:pt>
                <c:pt idx="12">
                  <c:v>05-29</c:v>
                </c:pt>
                <c:pt idx="13">
                  <c:v>05-30</c:v>
                </c:pt>
                <c:pt idx="14">
                  <c:v>05-31</c:v>
                </c:pt>
                <c:pt idx="15">
                  <c:v>06-01</c:v>
                </c:pt>
                <c:pt idx="16">
                  <c:v>06-02</c:v>
                </c:pt>
                <c:pt idx="17">
                  <c:v>6月3日</c:v>
                </c:pt>
                <c:pt idx="18">
                  <c:v>6月4日</c:v>
                </c:pt>
                <c:pt idx="19">
                  <c:v>6月5日</c:v>
                </c:pt>
                <c:pt idx="20">
                  <c:v>6月6日</c:v>
                </c:pt>
                <c:pt idx="21">
                  <c:v>6月7日</c:v>
                </c:pt>
                <c:pt idx="22">
                  <c:v>6月8日</c:v>
                </c:pt>
                <c:pt idx="23">
                  <c:v>6月9日</c:v>
                </c:pt>
                <c:pt idx="24">
                  <c:v>6月10日</c:v>
                </c:pt>
                <c:pt idx="25">
                  <c:v>6月11日</c:v>
                </c:pt>
                <c:pt idx="26">
                  <c:v>6月12日</c:v>
                </c:pt>
                <c:pt idx="27">
                  <c:v>6月13日</c:v>
                </c:pt>
                <c:pt idx="28">
                  <c:v>6月14日</c:v>
                </c:pt>
                <c:pt idx="29">
                  <c:v>6月15日</c:v>
                </c:pt>
                <c:pt idx="30">
                  <c:v>6月16日</c:v>
                </c:pt>
                <c:pt idx="31">
                  <c:v>6月17日</c:v>
                </c:pt>
                <c:pt idx="32">
                  <c:v>6月18日</c:v>
                </c:pt>
                <c:pt idx="33">
                  <c:v>6月19日</c:v>
                </c:pt>
                <c:pt idx="34">
                  <c:v>6月20日</c:v>
                </c:pt>
                <c:pt idx="35">
                  <c:v>6月21日</c:v>
                </c:pt>
                <c:pt idx="36">
                  <c:v>6月22日</c:v>
                </c:pt>
                <c:pt idx="37">
                  <c:v>6月23日</c:v>
                </c:pt>
                <c:pt idx="38">
                  <c:v>6月24日</c:v>
                </c:pt>
                <c:pt idx="39">
                  <c:v>6月25日</c:v>
                </c:pt>
                <c:pt idx="40">
                  <c:v>6月26日</c:v>
                </c:pt>
              </c:strCache>
            </c:strRef>
          </c:cat>
          <c:val>
            <c:numRef>
              <c:f>Data!$D$3:$AR$3</c:f>
              <c:numCache>
                <c:formatCode>General</c:formatCode>
                <c:ptCount val="41"/>
                <c:pt idx="0">
                  <c:v>0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6</c:v>
                </c:pt>
                <c:pt idx="5">
                  <c:v>3</c:v>
                </c:pt>
                <c:pt idx="6">
                  <c:v>7</c:v>
                </c:pt>
                <c:pt idx="7">
                  <c:v>3</c:v>
                </c:pt>
                <c:pt idx="8">
                  <c:v>18</c:v>
                </c:pt>
                <c:pt idx="9">
                  <c:v>15</c:v>
                </c:pt>
                <c:pt idx="10">
                  <c:v>6</c:v>
                </c:pt>
                <c:pt idx="11">
                  <c:v>14</c:v>
                </c:pt>
                <c:pt idx="12">
                  <c:v>13</c:v>
                </c:pt>
                <c:pt idx="13">
                  <c:v>11</c:v>
                </c:pt>
                <c:pt idx="14">
                  <c:v>2</c:v>
                </c:pt>
                <c:pt idx="15">
                  <c:v>10</c:v>
                </c:pt>
                <c:pt idx="16">
                  <c:v>21</c:v>
                </c:pt>
                <c:pt idx="17">
                  <c:v>21</c:v>
                </c:pt>
                <c:pt idx="18">
                  <c:v>17</c:v>
                </c:pt>
                <c:pt idx="19">
                  <c:v>13</c:v>
                </c:pt>
                <c:pt idx="20">
                  <c:v>6</c:v>
                </c:pt>
                <c:pt idx="21">
                  <c:v>8</c:v>
                </c:pt>
                <c:pt idx="22">
                  <c:v>13</c:v>
                </c:pt>
                <c:pt idx="23">
                  <c:v>11</c:v>
                </c:pt>
                <c:pt idx="24">
                  <c:v>10</c:v>
                </c:pt>
                <c:pt idx="25">
                  <c:v>16</c:v>
                </c:pt>
                <c:pt idx="26">
                  <c:v>6</c:v>
                </c:pt>
                <c:pt idx="27">
                  <c:v>9</c:v>
                </c:pt>
                <c:pt idx="28">
                  <c:v>11</c:v>
                </c:pt>
                <c:pt idx="29">
                  <c:v>4</c:v>
                </c:pt>
                <c:pt idx="30">
                  <c:v>3</c:v>
                </c:pt>
                <c:pt idx="31">
                  <c:v>6</c:v>
                </c:pt>
                <c:pt idx="32">
                  <c:v>1</c:v>
                </c:pt>
                <c:pt idx="33">
                  <c:v>5</c:v>
                </c:pt>
                <c:pt idx="34">
                  <c:v>11</c:v>
                </c:pt>
                <c:pt idx="35">
                  <c:v>9</c:v>
                </c:pt>
                <c:pt idx="36">
                  <c:v>11</c:v>
                </c:pt>
                <c:pt idx="37">
                  <c:v>10</c:v>
                </c:pt>
                <c:pt idx="38">
                  <c:v>13</c:v>
                </c:pt>
                <c:pt idx="39">
                  <c:v>18</c:v>
                </c:pt>
                <c:pt idx="40">
                  <c:v>24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5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axId val="543996456"/>
        <c:axId val="543993832"/>
      </c:areaChart>
      <c:catAx>
        <c:axId val="543996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40000"/>
                <a:lumOff val="60000"/>
                <a:alpha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lt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pPr>
          </a:p>
        </c:txPr>
        <c:crossAx val="543993832"/>
        <c:crosses val="autoZero"/>
        <c:auto val="1"/>
        <c:lblAlgn val="ctr"/>
        <c:lblOffset val="100"/>
        <c:noMultiLvlLbl val="0"/>
      </c:catAx>
      <c:valAx>
        <c:axId val="5439938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lt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pPr>
          </a:p>
        </c:txPr>
        <c:crossAx val="5439964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 lang="zh-CN" sz="900">
          <a:latin typeface="思源黑体 Normal" panose="020B0400000000000000" pitchFamily="34" charset="-122"/>
          <a:ea typeface="思源黑体 Normal" panose="020B0400000000000000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5">
  <cs:axisTitle>
    <cs:lnRef idx="0"/>
    <cs:fillRef idx="0"/>
    <cs:effectRef idx="0"/>
    <cs:fontRef idx="minor">
      <a:schemeClr val="lt1"/>
    </cs:fontRef>
    <cs:defRPr sz="1195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9525" cap="flat" cmpd="sng" algn="ctr">
        <a:solidFill>
          <a:schemeClr val="phClr">
            <a:lumMod val="40000"/>
            <a:lumOff val="60000"/>
            <a:alpha val="25000"/>
          </a:schemeClr>
        </a:solidFill>
        <a:round/>
      </a:ln>
    </cs:spPr>
    <cs:defRPr sz="1195" kern="1200"/>
  </cs:categoryAxis>
  <cs:chartArea>
    <cs:lnRef idx="0">
      <cs:styleClr val="0"/>
    </cs:lnRef>
    <cs:fillRef idx="0">
      <cs:styleClr val="0"/>
    </cs:fillRef>
    <cs:effectRef idx="0"/>
    <cs:fontRef idx="minor">
      <a:schemeClr val="lt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defRPr sz="1195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tx1"/>
    </cs:fontRef>
    <cs:spPr>
      <a:gradFill>
        <a:gsLst>
          <a:gs pos="0">
            <a:schemeClr val="lt1">
              <a:alpha val="50000"/>
            </a:schemeClr>
          </a:gs>
          <a:gs pos="100000">
            <a:schemeClr val="lt1">
              <a:alpha val="0"/>
            </a:schemeClr>
          </a:gs>
        </a:gsLst>
        <a:lin ang="5400000" scaled="0"/>
      </a:gradFill>
      <a:ln>
        <a:solidFill>
          <a:schemeClr val="phClr"/>
        </a:solidFill>
      </a:ln>
      <a:effectLst>
        <a:innerShdw dist="38100" dir="16200000">
          <a:schemeClr val="lt1"/>
        </a:innerShdw>
      </a:effectLst>
    </cs:spPr>
  </cs:dataPoint>
  <cs:dataPoint3D>
    <cs:lnRef idx="0">
      <cs:styleClr val="auto"/>
    </cs:lnRef>
    <cs:fillRef idx="0"/>
    <cs:effectRef idx="0"/>
    <cs:fontRef idx="minor">
      <a:schemeClr val="lt1"/>
    </cs:fontRef>
    <cs:spPr>
      <a:gradFill>
        <a:gsLst>
          <a:gs pos="0">
            <a:schemeClr val="lt1">
              <a:alpha val="50000"/>
            </a:schemeClr>
          </a:gs>
          <a:gs pos="100000">
            <a:schemeClr val="lt1">
              <a:alpha val="0"/>
            </a:schemeClr>
          </a:gs>
        </a:gsLst>
        <a:lin ang="5400000" scaled="0"/>
      </a:gradFill>
      <a:ln>
        <a:solidFill>
          <a:schemeClr val="phClr"/>
        </a:solidFill>
      </a:ln>
      <a:effectLst>
        <a:innerShdw dist="38100" dir="16200000">
          <a:schemeClr val="lt1"/>
        </a:innerShdw>
      </a:effectLst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lt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40000"/>
            <a:lumOff val="60000"/>
            <a:alpha val="25000"/>
          </a:schemeClr>
        </a:solidFill>
      </a:ln>
    </cs:spPr>
    <cs:defRPr sz="1195" kern="1200"/>
  </cs:dataTable>
  <cs:downBar>
    <cs:lnRef idx="0">
      <cs:styleClr val="0"/>
    </cs:lnRef>
    <cs:fillRef idx="0"/>
    <cs:effectRef idx="0"/>
    <cs:fontRef idx="minor">
      <a:schemeClr val="lt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 cap="flat" cmpd="sng" algn="ctr">
        <a:gradFill>
          <a:gsLst>
            <a:gs pos="0">
              <a:schemeClr val="lt1"/>
            </a:gs>
            <a:gs pos="5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lt1"/>
    </cs:fontRef>
  </cs:floor>
  <cs:gridlineMajor>
    <cs:lnRef idx="0">
      <cs:styleClr val="0"/>
    </cs:lnRef>
    <cs:fillRef idx="0"/>
    <cs:effectRef idx="0"/>
    <cs:fontRef idx="minor">
      <a:schemeClr val="lt1"/>
    </cs:fontRef>
    <cs:spPr>
      <a:ln>
        <a:solidFill>
          <a:schemeClr val="phClr">
            <a:lumMod val="40000"/>
            <a:lumOff val="60000"/>
            <a:alpha val="25000"/>
          </a:schemeClr>
        </a:solidFill>
      </a:ln>
    </cs:spPr>
  </cs:gridlineMajor>
  <cs:gridlineMinor>
    <cs:lnRef idx="0">
      <cs:styleClr val="0"/>
    </cs:lnRef>
    <cs:fillRef idx="0"/>
    <cs:effectRef idx="0"/>
    <cs:fontRef idx="minor">
      <a:schemeClr val="lt1"/>
    </cs:fontRef>
    <cs:spPr>
      <a:ln>
        <a:solidFill>
          <a:schemeClr val="phClr">
            <a:lumMod val="40000"/>
            <a:lumOff val="60000"/>
            <a:alpha val="25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</cs:hiLoLine>
  <cs:leader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9525" cap="flat" cmpd="sng" algn="ctr">
        <a:solidFill>
          <a:schemeClr val="phClr">
            <a:lumMod val="40000"/>
            <a:lumOff val="60000"/>
            <a:alpha val="25000"/>
          </a:schemeClr>
        </a:solidFill>
        <a:round/>
      </a:ln>
    </cs:spPr>
    <cs:defRPr sz="1195" kern="1200"/>
  </cs:seriesAxis>
  <cs:series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lt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5" kern="1200"/>
  </cs:trendlineLabel>
  <cs:upBar>
    <cs:lnRef idx="0">
      <cs:styleClr val="0"/>
    </cs:lnRef>
    <cs:fillRef idx="0"/>
    <cs:effectRef idx="0"/>
    <cs:fontRef idx="minor">
      <a:schemeClr val="lt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5" kern="1200"/>
    <cs:bodyPr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思源黑体 Normal" panose="020B0400000000000000" pitchFamily="34" charset="-122"/>
        <a:ea typeface="思源黑体 Normal" panose="020B0400000000000000" pitchFamily="34" charset="-122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705" lvl="0" indent="0">
              <a:buClr>
                <a:schemeClr val="dk1"/>
              </a:buClr>
              <a:buSzPts val="1100"/>
              <a:buNone/>
            </a:pPr>
            <a:r>
              <a:rPr lang="zh-CN" altLang="en-US" dirty="0"/>
              <a:t>一、产品上架前充分准备</a:t>
            </a:r>
            <a:endParaRPr lang="zh-CN" altLang="en-US" dirty="0"/>
          </a:p>
          <a:p>
            <a:pPr marL="179705" lvl="0" indent="0">
              <a:buClr>
                <a:schemeClr val="dk1"/>
              </a:buClr>
              <a:buSzPts val="1100"/>
              <a:buNone/>
            </a:pPr>
            <a:r>
              <a:rPr lang="zh-CN" altLang="en-US" dirty="0">
                <a:latin typeface="思源黑体 Medium" panose="020B0600000000000000" pitchFamily="34" charset="-122"/>
              </a:rPr>
              <a:t>二、上架初期广告打法</a:t>
            </a:r>
            <a:endParaRPr lang="zh-CN" altLang="en-US" dirty="0">
              <a:latin typeface="思源黑体 Medium" panose="020B0600000000000000" pitchFamily="34" charset="-122"/>
            </a:endParaRPr>
          </a:p>
          <a:p>
            <a:pPr marL="179705" lvl="0" indent="0">
              <a:buClr>
                <a:schemeClr val="dk1"/>
              </a:buClr>
              <a:buSzPts val="1100"/>
              <a:buNone/>
            </a:pPr>
            <a:r>
              <a:rPr lang="zh-CN" altLang="en-US" dirty="0"/>
              <a:t>三、上升期广告打法</a:t>
            </a:r>
            <a:endParaRPr lang="zh-CN" altLang="en-US" dirty="0"/>
          </a:p>
          <a:p>
            <a:pPr marL="179705" lvl="0" indent="0">
              <a:buClr>
                <a:schemeClr val="dk1"/>
              </a:buClr>
              <a:buSzPts val="1100"/>
              <a:buNone/>
            </a:pPr>
            <a:r>
              <a:rPr lang="zh-CN" altLang="en-US" dirty="0">
                <a:latin typeface="思源黑体 Medium" panose="020B0600000000000000" pitchFamily="34" charset="-122"/>
              </a:rPr>
              <a:t>四、稳定期广告打法</a:t>
            </a:r>
            <a:endParaRPr lang="zh-CN" altLang="en-US" dirty="0">
              <a:latin typeface="思源黑体 Medium" panose="020B0600000000000000" pitchFamily="34" charset="-122"/>
            </a:endParaRPr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原来</a:t>
            </a:r>
            <a:r>
              <a:rPr lang="en-US" altLang="zh-CN" dirty="0"/>
              <a:t>】14:20~15:05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亚马逊广告打造篇（实例分享</a:t>
            </a:r>
            <a:r>
              <a:rPr lang="en-US" altLang="zh-CN" dirty="0"/>
              <a:t>)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从产品上架到稳定排名出单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一、产品上架前充分准备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、分析及确定产品核心流量词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、保证点击率和转化率的有效准备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二、上架初期广告打法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、打造核心词被亚马逊收录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、自动广告策略测算核心词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、自动</a:t>
            </a:r>
            <a:r>
              <a:rPr lang="en-US" altLang="zh-CN" dirty="0"/>
              <a:t>/</a:t>
            </a:r>
            <a:r>
              <a:rPr lang="zh-CN" altLang="en-US" dirty="0"/>
              <a:t>手动广告策略技巧细节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打造核心流量词排名技巧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zh-CN" altLang="en-US" dirty="0"/>
              <a:t>三、上升期广告打法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有效控制核心流量词排名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、预算的有效控制与分时段调控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四、稳定期广告打法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稳定自然搜索核心流量词排名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、分析市场竞品有效关键词搜索卡位</a:t>
            </a:r>
            <a:endParaRPr lang="en-US" altLang="zh-CN" dirty="0">
              <a:solidFill>
                <a:srgbClr val="FF0000"/>
              </a:solidFill>
            </a:endParaRPr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、每日的广告数据报告及广告日志监控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以</a:t>
            </a:r>
            <a:r>
              <a:rPr lang="zh-CN" altLang="en-US" dirty="0">
                <a:highlight>
                  <a:srgbClr val="FFFF00"/>
                </a:highlight>
              </a:rPr>
              <a:t>时间</a:t>
            </a:r>
            <a:r>
              <a:rPr lang="zh-CN" altLang="en-US" dirty="0"/>
              <a:t>为导线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补货后</a:t>
            </a:r>
            <a:r>
              <a:rPr lang="en-US" altLang="zh-CN" dirty="0"/>
              <a:t>- 6</a:t>
            </a:r>
            <a:r>
              <a:rPr lang="zh-CN" altLang="en-US" dirty="0"/>
              <a:t>。</a:t>
            </a:r>
            <a:r>
              <a:rPr lang="en-US" altLang="zh-CN" dirty="0"/>
              <a:t>18-6</a:t>
            </a:r>
            <a:r>
              <a:rPr lang="zh-CN" altLang="en-US" dirty="0"/>
              <a:t>。</a:t>
            </a:r>
            <a:r>
              <a:rPr lang="en-US" altLang="zh-CN" dirty="0"/>
              <a:t>30</a:t>
            </a:r>
            <a:r>
              <a:rPr lang="zh-CN" altLang="en-US" dirty="0"/>
              <a:t>智能优化、补货后的订单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改后：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一、产品上架前充分准备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、分析及确定产品核心流量词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、保证点击率和转化率的有效准备</a:t>
            </a:r>
            <a:endParaRPr lang="zh-CN" altLang="en-US" dirty="0"/>
          </a:p>
          <a:p>
            <a:pPr marL="139700" indent="0">
              <a:buNone/>
            </a:pPr>
            <a:r>
              <a:rPr lang="zh-CN" altLang="en-US" dirty="0"/>
              <a:t>二、上架初期广告打法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、自动广告策略测算核心词技巧细节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、手动广告打造核心流量词排名技巧</a:t>
            </a:r>
            <a:endParaRPr lang="zh-CN" altLang="en-US" dirty="0"/>
          </a:p>
          <a:p>
            <a:pPr marL="139700" indent="0">
              <a:buNone/>
            </a:pPr>
            <a:r>
              <a:rPr lang="zh-CN" altLang="en-US" dirty="0"/>
              <a:t>三、上升期广告打法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、有效控制核心流量词排名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  <a:endParaRPr lang="zh-CN" altLang="en-US" dirty="0"/>
          </a:p>
          <a:p>
            <a:pPr marL="139700" indent="0">
              <a:buNone/>
            </a:pPr>
            <a:r>
              <a:rPr lang="zh-CN" altLang="en-US" dirty="0"/>
              <a:t>四、稳定期广告打法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、分析市场竞品有效关键词搜索卡位 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、预算的有效控制与分时段调控 </a:t>
            </a: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、每日的广告数据报告及广告日志监控 </a:t>
            </a:r>
            <a:endParaRPr lang="zh-CN" altLang="en-US" dirty="0"/>
          </a:p>
          <a:p>
            <a:pPr marL="139700" indent="0">
              <a:buNone/>
            </a:pPr>
            <a:endParaRPr lang="zh-CN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zh-CN" altLang="en-US" dirty="0"/>
              <a:t>一、产品上架前充分准备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、分析及确定产品核心流量词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、保证点击率和转化率的有效准备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zh-CN" altLang="en-US" dirty="0"/>
              <a:t>二、上架初期广告打法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、打造核心词被亚马逊收录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、自动广告策略测算核心词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、自动</a:t>
            </a:r>
            <a:r>
              <a:rPr lang="en-US" altLang="zh-CN" dirty="0"/>
              <a:t>/</a:t>
            </a:r>
            <a:r>
              <a:rPr lang="zh-CN" altLang="en-US" dirty="0"/>
              <a:t>手动广告策略技巧细节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打造核心流量词排名技巧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dirty="0">
                <a:solidFill>
                  <a:schemeClr val="accent1"/>
                </a:solidFill>
              </a:rPr>
              <a:t>DAY1-DAY9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打造核心流量词排名技巧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-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打手动广泛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打造核心流量词排名技巧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-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打手动广泛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打造核心流量词排名技巧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-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打手动广泛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、有效控制核心流量词排名</a:t>
            </a:r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、控制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  <a:endParaRPr lang="en-US" altLang="zh-CN" dirty="0"/>
          </a:p>
          <a:p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两者都跟转化率相关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/>
              <a:t>有效控制核心流量词排名：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测评。保证转化率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收录词都是主要核心收录词。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点击、转化率都不错</a:t>
            </a:r>
            <a:endParaRPr lang="zh-CN" altLang="en-US" dirty="0"/>
          </a:p>
          <a:p>
            <a:pPr marL="13970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/>
              <a:t>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的核心因素及操作思维：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提高转化，保证转化：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coupon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）测评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）保广告排名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、分析市场竞品有效关键词搜索卡位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、预算的有效控制与分时段调控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、稳定自然搜索核心流量词排名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自然搜索</a:t>
            </a:r>
            <a:r>
              <a:rPr lang="en-US" altLang="zh-CN" dirty="0"/>
              <a:t>】</a:t>
            </a:r>
            <a:endParaRPr lang="en-US" altLang="zh-CN" dirty="0"/>
          </a:p>
          <a:p>
            <a:pPr marL="139700" indent="0">
              <a:buNone/>
            </a:pP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、每日的广告数据报告及广告日志监控</a:t>
            </a:r>
            <a:endParaRPr lang="zh-CN" altLang="en-US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1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、分析市场竞品有效关键词搜索卡位</a:t>
            </a:r>
            <a:r>
              <a:rPr lang="zh-CN" altLang="en-US" dirty="0"/>
              <a:t> 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2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、预算的有效控制与分时段调控</a:t>
            </a:r>
            <a:r>
              <a:rPr lang="zh-CN" altLang="en-US" dirty="0"/>
              <a:t> 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3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、每日的广告数据报告及广告日志监控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</p:grpSp>
      <p:sp>
        <p:nvSpPr>
          <p:cNvPr id="104" name="Google Shape;104;p2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-175" y="1002873"/>
            <a:ext cx="6870000" cy="3137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108" name="Google Shape;108;p3"/>
          <p:cNvGrpSpPr/>
          <p:nvPr/>
        </p:nvGrpSpPr>
        <p:grpSpPr>
          <a:xfrm>
            <a:off x="8477595" y="4477088"/>
            <a:ext cx="666403" cy="666424"/>
            <a:chOff x="7996345" y="980275"/>
            <a:chExt cx="666403" cy="666424"/>
          </a:xfrm>
        </p:grpSpPr>
        <p:sp>
          <p:nvSpPr>
            <p:cNvPr id="109" name="Google Shape;109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7000240" y="1036560"/>
            <a:ext cx="508369" cy="2060087"/>
            <a:chOff x="7022220" y="1541675"/>
            <a:chExt cx="464052" cy="1880499"/>
          </a:xfrm>
        </p:grpSpPr>
        <p:sp>
          <p:nvSpPr>
            <p:cNvPr id="126" name="Google Shape;126;p3"/>
            <p:cNvSpPr/>
            <p:nvPr/>
          </p:nvSpPr>
          <p:spPr>
            <a:xfrm>
              <a:off x="7022220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224547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426873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022220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224547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7426873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7022220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224547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426873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022220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224547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426873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022220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224547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426873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022220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224547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426873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022220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224547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426873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022220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224547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426873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022220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224547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426873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022220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224547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26873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-225" y="1286685"/>
            <a:ext cx="301822" cy="872770"/>
            <a:chOff x="-225" y="1987280"/>
            <a:chExt cx="318950" cy="922298"/>
          </a:xfrm>
        </p:grpSpPr>
        <p:sp>
          <p:nvSpPr>
            <p:cNvPr id="157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42175" y="668859"/>
            <a:ext cx="301822" cy="872807"/>
            <a:chOff x="-225" y="2255817"/>
            <a:chExt cx="318950" cy="922336"/>
          </a:xfrm>
        </p:grpSpPr>
        <p:sp>
          <p:nvSpPr>
            <p:cNvPr id="162" name="Google Shape;162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67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72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sp>
        <p:nvSpPr>
          <p:cNvPr id="188" name="Google Shape;188;p3"/>
          <p:cNvSpPr txBox="1">
            <a:spLocks noGrp="1"/>
          </p:cNvSpPr>
          <p:nvPr>
            <p:ph type="ctrTitle"/>
          </p:nvPr>
        </p:nvSpPr>
        <p:spPr>
          <a:xfrm>
            <a:off x="603425" y="1289021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89" name="Google Shape;189;p3"/>
          <p:cNvSpPr txBox="1">
            <a:spLocks noGrp="1"/>
          </p:cNvSpPr>
          <p:nvPr>
            <p:ph type="subTitle" idx="1"/>
          </p:nvPr>
        </p:nvSpPr>
        <p:spPr>
          <a:xfrm>
            <a:off x="603425" y="2241734"/>
            <a:ext cx="5497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3970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lang="zh-CN" altLang="en-US" sz="2400" b="0" i="0" u="none" strike="noStrike" cap="none" dirty="0" smtClean="0">
                <a:solidFill>
                  <a:schemeClr val="bg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思源黑体 Normal" panose="020B0400000000000000" pitchFamily="34" charset="-122"/>
                <a:sym typeface="Barlow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matchingName="Title only">
  <p:cSld name="1_Title 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22375" y="664300"/>
            <a:ext cx="6975737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395" name="Google Shape;395;p9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396" name="Google Shape;396;p9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399" name="Google Shape;399;p9"/>
          <p:cNvGrpSpPr/>
          <p:nvPr/>
        </p:nvGrpSpPr>
        <p:grpSpPr>
          <a:xfrm>
            <a:off x="322384" y="4483463"/>
            <a:ext cx="666347" cy="666373"/>
            <a:chOff x="7134700" y="414375"/>
            <a:chExt cx="501919" cy="501900"/>
          </a:xfrm>
        </p:grpSpPr>
        <p:sp>
          <p:nvSpPr>
            <p:cNvPr id="400" name="Google Shape;400;p9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416" name="Google Shape;416;p9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  <a:solidFill>
            <a:srgbClr val="272A36"/>
          </a:solidFill>
        </p:grpSpPr>
        <p:sp>
          <p:nvSpPr>
            <p:cNvPr id="417" name="Google Shape;417;p9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sp>
        <p:nvSpPr>
          <p:cNvPr id="420" name="Google Shape;420;p9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6637012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+ 2 columns">
  <p:cSld name="TITLE_AND_TWO_COLUMNS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7"/>
          <p:cNvGrpSpPr/>
          <p:nvPr userDrawn="1"/>
        </p:nvGrpSpPr>
        <p:grpSpPr>
          <a:xfrm>
            <a:off x="-207" y="0"/>
            <a:ext cx="9144406" cy="5149836"/>
            <a:chOff x="-207" y="0"/>
            <a:chExt cx="9144406" cy="5149836"/>
          </a:xfrm>
        </p:grpSpPr>
        <p:sp>
          <p:nvSpPr>
            <p:cNvPr id="324" name="Google Shape;324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grpSp>
          <p:nvGrpSpPr>
            <p:cNvPr id="326" name="Google Shape;326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1" name="Google Shape;331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347" name="Google Shape;347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</p:grpSp>
      <p:sp>
        <p:nvSpPr>
          <p:cNvPr id="351" name="Google Shape;351;p7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 dirty="0"/>
          </a:p>
        </p:txBody>
      </p:sp>
      <p:sp>
        <p:nvSpPr>
          <p:cNvPr id="352" name="Google Shape;352;p7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 dirty="0"/>
          </a:p>
        </p:txBody>
      </p:sp>
      <p:sp>
        <p:nvSpPr>
          <p:cNvPr id="353" name="Google Shape;353;p7"/>
          <p:cNvSpPr txBox="1">
            <a:spLocks noGrp="1"/>
          </p:cNvSpPr>
          <p:nvPr>
            <p:ph type="body" idx="2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matchingName="Title only">
  <p:cSld name="1_Title 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22375" y="664300"/>
            <a:ext cx="6975737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395" name="Google Shape;395;p9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396" name="Google Shape;396;p9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399" name="Google Shape;399;p9"/>
          <p:cNvGrpSpPr/>
          <p:nvPr/>
        </p:nvGrpSpPr>
        <p:grpSpPr>
          <a:xfrm>
            <a:off x="322384" y="4483463"/>
            <a:ext cx="666347" cy="666373"/>
            <a:chOff x="7134700" y="414375"/>
            <a:chExt cx="501919" cy="501900"/>
          </a:xfrm>
        </p:grpSpPr>
        <p:sp>
          <p:nvSpPr>
            <p:cNvPr id="400" name="Google Shape;400;p9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416" name="Google Shape;416;p9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  <a:solidFill>
            <a:srgbClr val="272A36"/>
          </a:solidFill>
        </p:grpSpPr>
        <p:sp>
          <p:nvSpPr>
            <p:cNvPr id="417" name="Google Shape;417;p9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sp>
        <p:nvSpPr>
          <p:cNvPr id="420" name="Google Shape;420;p9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6637012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Blank variant 1">
  <p:cSld name="1_Blank variant 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2">
  <p:cSld name="BLANK_1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486" name="Google Shape;486;p12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87" name="Google Shape;487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88" name="Google Shape;488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490" name="Google Shape;490;p12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91" name="Google Shape;491;p12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2" name="Google Shape;492;p12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1" name="Google Shape;501;p12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3" name="Google Shape;503;p12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5" name="Google Shape;505;p12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507" name="Google Shape;507;p12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508" name="Google Shape;508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9" name="Google Shape;509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371475"/>
            <a:ext cx="9144000" cy="4771672"/>
            <a:chOff x="0" y="495300"/>
            <a:chExt cx="12192000" cy="6362229"/>
          </a:xfrm>
        </p:grpSpPr>
        <p:sp>
          <p:nvSpPr>
            <p:cNvPr id="76" name="矩形 75"/>
            <p:cNvSpPr/>
            <p:nvPr userDrawn="1"/>
          </p:nvSpPr>
          <p:spPr>
            <a:xfrm>
              <a:off x="0" y="4849074"/>
              <a:ext cx="12192000" cy="2008455"/>
            </a:xfrm>
            <a:prstGeom prst="rect">
              <a:avLst/>
            </a:prstGeom>
            <a:solidFill>
              <a:srgbClr val="DB32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latin typeface="思源黑体 Normal" panose="020B0400000000000000" pitchFamily="34" charset="-122"/>
              </a:endParaRPr>
            </a:p>
          </p:txBody>
        </p:sp>
        <p:grpSp>
          <p:nvGrpSpPr>
            <p:cNvPr id="77" name="组合 76"/>
            <p:cNvGrpSpPr/>
            <p:nvPr userDrawn="1"/>
          </p:nvGrpSpPr>
          <p:grpSpPr>
            <a:xfrm>
              <a:off x="137242" y="495300"/>
              <a:ext cx="7078221" cy="2597071"/>
              <a:chOff x="675908" y="693106"/>
              <a:chExt cx="9053516" cy="3321826"/>
            </a:xfrm>
          </p:grpSpPr>
          <p:sp>
            <p:nvSpPr>
              <p:cNvPr id="78" name="文本框 77"/>
              <p:cNvSpPr txBox="1"/>
              <p:nvPr/>
            </p:nvSpPr>
            <p:spPr>
              <a:xfrm>
                <a:off x="675908" y="693106"/>
                <a:ext cx="2769328" cy="332182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7200" dirty="0">
                    <a:solidFill>
                      <a:schemeClr val="accent5">
                        <a:alpha val="16000"/>
                      </a:schemeClr>
                    </a:solidFill>
                    <a:latin typeface="思源黑体 Medium" panose="020B0600000000000000" pitchFamily="34" charset="-122"/>
                    <a:ea typeface="思源黑体 Normal" panose="020B0400000000000000" pitchFamily="34" charset="-122"/>
                  </a:rPr>
                  <a:t>2</a:t>
                </a:r>
                <a:endParaRPr lang="zh-CN" altLang="en-US" sz="7200" dirty="0">
                  <a:solidFill>
                    <a:schemeClr val="accent5">
                      <a:alpha val="16000"/>
                    </a:schemeClr>
                  </a:solidFill>
                  <a:latin typeface="思源黑体 Medium" panose="020B06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2770637" y="693106"/>
                <a:ext cx="2769328" cy="332182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7200" dirty="0">
                    <a:solidFill>
                      <a:schemeClr val="accent5">
                        <a:alpha val="16000"/>
                      </a:schemeClr>
                    </a:solidFill>
                    <a:latin typeface="思源黑体 Medium" panose="020B0600000000000000" pitchFamily="34" charset="-122"/>
                    <a:ea typeface="思源黑体 Normal" panose="020B0400000000000000" pitchFamily="34" charset="-122"/>
                  </a:rPr>
                  <a:t>0</a:t>
                </a:r>
                <a:endParaRPr lang="zh-CN" altLang="en-US" sz="7200" dirty="0">
                  <a:solidFill>
                    <a:schemeClr val="accent5">
                      <a:alpha val="16000"/>
                    </a:schemeClr>
                  </a:solidFill>
                  <a:latin typeface="思源黑体 Medium" panose="020B06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4865366" y="693106"/>
                <a:ext cx="2769328" cy="332182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7200" dirty="0">
                    <a:solidFill>
                      <a:schemeClr val="accent5">
                        <a:alpha val="16000"/>
                      </a:schemeClr>
                    </a:solidFill>
                    <a:latin typeface="思源黑体 Medium" panose="020B0600000000000000" pitchFamily="34" charset="-122"/>
                    <a:ea typeface="思源黑体 Normal" panose="020B0400000000000000" pitchFamily="34" charset="-122"/>
                  </a:rPr>
                  <a:t>1</a:t>
                </a:r>
                <a:endParaRPr lang="zh-CN" altLang="en-US" sz="7200" dirty="0">
                  <a:solidFill>
                    <a:schemeClr val="accent5">
                      <a:alpha val="16000"/>
                    </a:schemeClr>
                  </a:solidFill>
                  <a:latin typeface="思源黑体 Medium" panose="020B06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6960096" y="693106"/>
                <a:ext cx="2769328" cy="332182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7200" dirty="0">
                    <a:solidFill>
                      <a:schemeClr val="accent5">
                        <a:alpha val="16000"/>
                      </a:schemeClr>
                    </a:solidFill>
                    <a:latin typeface="思源黑体 Medium" panose="020B0600000000000000" pitchFamily="34" charset="-122"/>
                    <a:ea typeface="思源黑体 Normal" panose="020B0400000000000000" pitchFamily="34" charset="-122"/>
                  </a:rPr>
                  <a:t>9</a:t>
                </a:r>
                <a:endParaRPr lang="zh-CN" altLang="en-US" sz="7200" dirty="0">
                  <a:solidFill>
                    <a:schemeClr val="accent5">
                      <a:alpha val="16000"/>
                    </a:schemeClr>
                  </a:solidFill>
                  <a:latin typeface="思源黑体 Medium" panose="020B06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82" name="1ba05097-6074-4acd-bd7a-0d987f80d9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 userDrawn="1">
              <p:custDataLst>
                <p:tags r:id="rId2"/>
              </p:custDataLst>
            </p:nvPr>
          </p:nvGrpSpPr>
          <p:grpSpPr>
            <a:xfrm>
              <a:off x="397758" y="1131337"/>
              <a:ext cx="5395394" cy="4639466"/>
              <a:chOff x="3582988" y="1587500"/>
              <a:chExt cx="4781550" cy="4111625"/>
            </a:xfrm>
          </p:grpSpPr>
          <p:sp>
            <p:nvSpPr>
              <p:cNvPr id="83" name="îšľïḓe"/>
              <p:cNvSpPr/>
              <p:nvPr/>
            </p:nvSpPr>
            <p:spPr bwMode="auto">
              <a:xfrm>
                <a:off x="6097588" y="3817938"/>
                <a:ext cx="1122363" cy="1733550"/>
              </a:xfrm>
              <a:custGeom>
                <a:avLst/>
                <a:gdLst>
                  <a:gd name="T0" fmla="*/ 121 w 340"/>
                  <a:gd name="T1" fmla="*/ 217 h 526"/>
                  <a:gd name="T2" fmla="*/ 37 w 340"/>
                  <a:gd name="T3" fmla="*/ 229 h 526"/>
                  <a:gd name="T4" fmla="*/ 37 w 340"/>
                  <a:gd name="T5" fmla="*/ 229 h 526"/>
                  <a:gd name="T6" fmla="*/ 121 w 340"/>
                  <a:gd name="T7" fmla="*/ 217 h 526"/>
                  <a:gd name="T8" fmla="*/ 122 w 340"/>
                  <a:gd name="T9" fmla="*/ 217 h 526"/>
                  <a:gd name="T10" fmla="*/ 122 w 340"/>
                  <a:gd name="T11" fmla="*/ 217 h 526"/>
                  <a:gd name="T12" fmla="*/ 122 w 340"/>
                  <a:gd name="T13" fmla="*/ 217 h 526"/>
                  <a:gd name="T14" fmla="*/ 124 w 340"/>
                  <a:gd name="T15" fmla="*/ 217 h 526"/>
                  <a:gd name="T16" fmla="*/ 123 w 340"/>
                  <a:gd name="T17" fmla="*/ 217 h 526"/>
                  <a:gd name="T18" fmla="*/ 124 w 340"/>
                  <a:gd name="T19" fmla="*/ 217 h 526"/>
                  <a:gd name="T20" fmla="*/ 79 w 340"/>
                  <a:gd name="T21" fmla="*/ 137 h 526"/>
                  <a:gd name="T22" fmla="*/ 0 w 340"/>
                  <a:gd name="T23" fmla="*/ 144 h 526"/>
                  <a:gd name="T24" fmla="*/ 0 w 340"/>
                  <a:gd name="T25" fmla="*/ 144 h 526"/>
                  <a:gd name="T26" fmla="*/ 79 w 340"/>
                  <a:gd name="T27" fmla="*/ 137 h 526"/>
                  <a:gd name="T28" fmla="*/ 293 w 340"/>
                  <a:gd name="T29" fmla="*/ 0 h 526"/>
                  <a:gd name="T30" fmla="*/ 73 w 340"/>
                  <a:gd name="T31" fmla="*/ 0 h 526"/>
                  <a:gd name="T32" fmla="*/ 74 w 340"/>
                  <a:gd name="T33" fmla="*/ 9 h 526"/>
                  <a:gd name="T34" fmla="*/ 71 w 340"/>
                  <a:gd name="T35" fmla="*/ 34 h 526"/>
                  <a:gd name="T36" fmla="*/ 70 w 340"/>
                  <a:gd name="T37" fmla="*/ 35 h 526"/>
                  <a:gd name="T38" fmla="*/ 42 w 340"/>
                  <a:gd name="T39" fmla="*/ 66 h 526"/>
                  <a:gd name="T40" fmla="*/ 39 w 340"/>
                  <a:gd name="T41" fmla="*/ 66 h 526"/>
                  <a:gd name="T42" fmla="*/ 34 w 340"/>
                  <a:gd name="T43" fmla="*/ 67 h 526"/>
                  <a:gd name="T44" fmla="*/ 17 w 340"/>
                  <a:gd name="T45" fmla="*/ 63 h 526"/>
                  <a:gd name="T46" fmla="*/ 17 w 340"/>
                  <a:gd name="T47" fmla="*/ 64 h 526"/>
                  <a:gd name="T48" fmla="*/ 17 w 340"/>
                  <a:gd name="T49" fmla="*/ 64 h 526"/>
                  <a:gd name="T50" fmla="*/ 17 w 340"/>
                  <a:gd name="T51" fmla="*/ 80 h 526"/>
                  <a:gd name="T52" fmla="*/ 17 w 340"/>
                  <a:gd name="T53" fmla="*/ 92 h 526"/>
                  <a:gd name="T54" fmla="*/ 81 w 340"/>
                  <a:gd name="T55" fmla="*/ 137 h 526"/>
                  <a:gd name="T56" fmla="*/ 81 w 340"/>
                  <a:gd name="T57" fmla="*/ 137 h 526"/>
                  <a:gd name="T58" fmla="*/ 81 w 340"/>
                  <a:gd name="T59" fmla="*/ 137 h 526"/>
                  <a:gd name="T60" fmla="*/ 82 w 340"/>
                  <a:gd name="T61" fmla="*/ 138 h 526"/>
                  <a:gd name="T62" fmla="*/ 127 w 340"/>
                  <a:gd name="T63" fmla="*/ 216 h 526"/>
                  <a:gd name="T64" fmla="*/ 124 w 340"/>
                  <a:gd name="T65" fmla="*/ 217 h 526"/>
                  <a:gd name="T66" fmla="*/ 127 w 340"/>
                  <a:gd name="T67" fmla="*/ 216 h 526"/>
                  <a:gd name="T68" fmla="*/ 134 w 340"/>
                  <a:gd name="T69" fmla="*/ 262 h 526"/>
                  <a:gd name="T70" fmla="*/ 112 w 340"/>
                  <a:gd name="T71" fmla="*/ 334 h 526"/>
                  <a:gd name="T72" fmla="*/ 117 w 340"/>
                  <a:gd name="T73" fmla="*/ 373 h 526"/>
                  <a:gd name="T74" fmla="*/ 112 w 340"/>
                  <a:gd name="T75" fmla="*/ 402 h 526"/>
                  <a:gd name="T76" fmla="*/ 167 w 340"/>
                  <a:gd name="T77" fmla="*/ 466 h 526"/>
                  <a:gd name="T78" fmla="*/ 153 w 340"/>
                  <a:gd name="T79" fmla="*/ 523 h 526"/>
                  <a:gd name="T80" fmla="*/ 216 w 340"/>
                  <a:gd name="T81" fmla="*/ 526 h 526"/>
                  <a:gd name="T82" fmla="*/ 340 w 340"/>
                  <a:gd name="T83" fmla="*/ 515 h 526"/>
                  <a:gd name="T84" fmla="*/ 340 w 340"/>
                  <a:gd name="T85" fmla="*/ 514 h 526"/>
                  <a:gd name="T86" fmla="*/ 294 w 340"/>
                  <a:gd name="T87" fmla="*/ 334 h 526"/>
                  <a:gd name="T88" fmla="*/ 283 w 340"/>
                  <a:gd name="T89" fmla="*/ 338 h 526"/>
                  <a:gd name="T90" fmla="*/ 278 w 340"/>
                  <a:gd name="T91" fmla="*/ 340 h 526"/>
                  <a:gd name="T92" fmla="*/ 270 w 340"/>
                  <a:gd name="T93" fmla="*/ 333 h 526"/>
                  <a:gd name="T94" fmla="*/ 252 w 340"/>
                  <a:gd name="T95" fmla="*/ 228 h 526"/>
                  <a:gd name="T96" fmla="*/ 275 w 340"/>
                  <a:gd name="T97" fmla="*/ 72 h 526"/>
                  <a:gd name="T98" fmla="*/ 293 w 340"/>
                  <a:gd name="T99" fmla="*/ 0 h 5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0" h="526">
                    <a:moveTo>
                      <a:pt x="121" y="217"/>
                    </a:moveTo>
                    <a:cubicBezTo>
                      <a:pt x="93" y="223"/>
                      <a:pt x="65" y="227"/>
                      <a:pt x="37" y="229"/>
                    </a:cubicBezTo>
                    <a:cubicBezTo>
                      <a:pt x="37" y="229"/>
                      <a:pt x="37" y="229"/>
                      <a:pt x="37" y="229"/>
                    </a:cubicBezTo>
                    <a:cubicBezTo>
                      <a:pt x="65" y="227"/>
                      <a:pt x="93" y="223"/>
                      <a:pt x="121" y="217"/>
                    </a:cubicBezTo>
                    <a:moveTo>
                      <a:pt x="122" y="217"/>
                    </a:moveTo>
                    <a:cubicBezTo>
                      <a:pt x="122" y="217"/>
                      <a:pt x="122" y="217"/>
                      <a:pt x="122" y="217"/>
                    </a:cubicBezTo>
                    <a:cubicBezTo>
                      <a:pt x="122" y="217"/>
                      <a:pt x="122" y="217"/>
                      <a:pt x="122" y="217"/>
                    </a:cubicBezTo>
                    <a:moveTo>
                      <a:pt x="124" y="217"/>
                    </a:moveTo>
                    <a:cubicBezTo>
                      <a:pt x="123" y="217"/>
                      <a:pt x="123" y="217"/>
                      <a:pt x="123" y="217"/>
                    </a:cubicBezTo>
                    <a:cubicBezTo>
                      <a:pt x="123" y="217"/>
                      <a:pt x="123" y="217"/>
                      <a:pt x="124" y="217"/>
                    </a:cubicBezTo>
                    <a:moveTo>
                      <a:pt x="79" y="137"/>
                    </a:moveTo>
                    <a:cubicBezTo>
                      <a:pt x="53" y="141"/>
                      <a:pt x="27" y="143"/>
                      <a:pt x="0" y="14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27" y="143"/>
                      <a:pt x="53" y="141"/>
                      <a:pt x="79" y="137"/>
                    </a:cubicBezTo>
                    <a:moveTo>
                      <a:pt x="293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74" y="3"/>
                      <a:pt x="74" y="6"/>
                      <a:pt x="74" y="9"/>
                    </a:cubicBezTo>
                    <a:cubicBezTo>
                      <a:pt x="74" y="18"/>
                      <a:pt x="73" y="27"/>
                      <a:pt x="71" y="34"/>
                    </a:cubicBezTo>
                    <a:cubicBezTo>
                      <a:pt x="71" y="35"/>
                      <a:pt x="71" y="35"/>
                      <a:pt x="70" y="35"/>
                    </a:cubicBezTo>
                    <a:cubicBezTo>
                      <a:pt x="66" y="49"/>
                      <a:pt x="56" y="62"/>
                      <a:pt x="42" y="66"/>
                    </a:cubicBezTo>
                    <a:cubicBezTo>
                      <a:pt x="41" y="66"/>
                      <a:pt x="40" y="66"/>
                      <a:pt x="39" y="66"/>
                    </a:cubicBezTo>
                    <a:cubicBezTo>
                      <a:pt x="37" y="67"/>
                      <a:pt x="35" y="67"/>
                      <a:pt x="34" y="67"/>
                    </a:cubicBezTo>
                    <a:cubicBezTo>
                      <a:pt x="28" y="67"/>
                      <a:pt x="22" y="65"/>
                      <a:pt x="17" y="63"/>
                    </a:cubicBezTo>
                    <a:cubicBezTo>
                      <a:pt x="17" y="64"/>
                      <a:pt x="17" y="64"/>
                      <a:pt x="17" y="64"/>
                    </a:cubicBezTo>
                    <a:cubicBezTo>
                      <a:pt x="17" y="64"/>
                      <a:pt x="17" y="64"/>
                      <a:pt x="17" y="64"/>
                    </a:cubicBezTo>
                    <a:cubicBezTo>
                      <a:pt x="17" y="69"/>
                      <a:pt x="17" y="75"/>
                      <a:pt x="17" y="80"/>
                    </a:cubicBezTo>
                    <a:cubicBezTo>
                      <a:pt x="17" y="81"/>
                      <a:pt x="17" y="86"/>
                      <a:pt x="17" y="92"/>
                    </a:cubicBezTo>
                    <a:cubicBezTo>
                      <a:pt x="42" y="100"/>
                      <a:pt x="63" y="118"/>
                      <a:pt x="81" y="137"/>
                    </a:cubicBezTo>
                    <a:cubicBezTo>
                      <a:pt x="81" y="137"/>
                      <a:pt x="81" y="137"/>
                      <a:pt x="81" y="137"/>
                    </a:cubicBezTo>
                    <a:cubicBezTo>
                      <a:pt x="81" y="137"/>
                      <a:pt x="81" y="137"/>
                      <a:pt x="81" y="137"/>
                    </a:cubicBezTo>
                    <a:cubicBezTo>
                      <a:pt x="81" y="137"/>
                      <a:pt x="82" y="138"/>
                      <a:pt x="82" y="138"/>
                    </a:cubicBezTo>
                    <a:cubicBezTo>
                      <a:pt x="102" y="161"/>
                      <a:pt x="118" y="188"/>
                      <a:pt x="127" y="216"/>
                    </a:cubicBezTo>
                    <a:cubicBezTo>
                      <a:pt x="126" y="216"/>
                      <a:pt x="125" y="217"/>
                      <a:pt x="124" y="217"/>
                    </a:cubicBezTo>
                    <a:cubicBezTo>
                      <a:pt x="125" y="217"/>
                      <a:pt x="126" y="216"/>
                      <a:pt x="127" y="216"/>
                    </a:cubicBezTo>
                    <a:cubicBezTo>
                      <a:pt x="131" y="231"/>
                      <a:pt x="134" y="246"/>
                      <a:pt x="134" y="262"/>
                    </a:cubicBezTo>
                    <a:cubicBezTo>
                      <a:pt x="134" y="287"/>
                      <a:pt x="126" y="312"/>
                      <a:pt x="112" y="334"/>
                    </a:cubicBezTo>
                    <a:cubicBezTo>
                      <a:pt x="115" y="346"/>
                      <a:pt x="117" y="360"/>
                      <a:pt x="117" y="373"/>
                    </a:cubicBezTo>
                    <a:cubicBezTo>
                      <a:pt x="117" y="383"/>
                      <a:pt x="115" y="393"/>
                      <a:pt x="112" y="402"/>
                    </a:cubicBezTo>
                    <a:cubicBezTo>
                      <a:pt x="131" y="413"/>
                      <a:pt x="160" y="435"/>
                      <a:pt x="167" y="466"/>
                    </a:cubicBezTo>
                    <a:cubicBezTo>
                      <a:pt x="171" y="485"/>
                      <a:pt x="164" y="506"/>
                      <a:pt x="153" y="523"/>
                    </a:cubicBezTo>
                    <a:cubicBezTo>
                      <a:pt x="174" y="525"/>
                      <a:pt x="195" y="526"/>
                      <a:pt x="216" y="526"/>
                    </a:cubicBezTo>
                    <a:cubicBezTo>
                      <a:pt x="258" y="526"/>
                      <a:pt x="300" y="522"/>
                      <a:pt x="340" y="515"/>
                    </a:cubicBezTo>
                    <a:cubicBezTo>
                      <a:pt x="340" y="515"/>
                      <a:pt x="340" y="514"/>
                      <a:pt x="340" y="514"/>
                    </a:cubicBezTo>
                    <a:cubicBezTo>
                      <a:pt x="318" y="456"/>
                      <a:pt x="303" y="395"/>
                      <a:pt x="294" y="334"/>
                    </a:cubicBezTo>
                    <a:cubicBezTo>
                      <a:pt x="290" y="335"/>
                      <a:pt x="287" y="336"/>
                      <a:pt x="283" y="338"/>
                    </a:cubicBezTo>
                    <a:cubicBezTo>
                      <a:pt x="282" y="339"/>
                      <a:pt x="280" y="340"/>
                      <a:pt x="278" y="340"/>
                    </a:cubicBezTo>
                    <a:cubicBezTo>
                      <a:pt x="274" y="340"/>
                      <a:pt x="271" y="337"/>
                      <a:pt x="270" y="333"/>
                    </a:cubicBezTo>
                    <a:cubicBezTo>
                      <a:pt x="257" y="300"/>
                      <a:pt x="252" y="264"/>
                      <a:pt x="252" y="228"/>
                    </a:cubicBezTo>
                    <a:cubicBezTo>
                      <a:pt x="252" y="176"/>
                      <a:pt x="262" y="123"/>
                      <a:pt x="275" y="72"/>
                    </a:cubicBezTo>
                    <a:cubicBezTo>
                      <a:pt x="280" y="48"/>
                      <a:pt x="287" y="24"/>
                      <a:pt x="293" y="0"/>
                    </a:cubicBezTo>
                  </a:path>
                </a:pathLst>
              </a:custGeom>
              <a:solidFill>
                <a:srgbClr val="E76C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4" name="íSḻiḓè"/>
              <p:cNvSpPr/>
              <p:nvPr/>
            </p:nvSpPr>
            <p:spPr bwMode="auto">
              <a:xfrm>
                <a:off x="6140450" y="4005263"/>
                <a:ext cx="939800" cy="511175"/>
              </a:xfrm>
              <a:custGeom>
                <a:avLst/>
                <a:gdLst>
                  <a:gd name="T0" fmla="*/ 245 w 285"/>
                  <a:gd name="T1" fmla="*/ 155 h 155"/>
                  <a:gd name="T2" fmla="*/ 40 w 285"/>
                  <a:gd name="T3" fmla="*/ 155 h 155"/>
                  <a:gd name="T4" fmla="*/ 0 w 285"/>
                  <a:gd name="T5" fmla="*/ 115 h 155"/>
                  <a:gd name="T6" fmla="*/ 0 w 285"/>
                  <a:gd name="T7" fmla="*/ 40 h 155"/>
                  <a:gd name="T8" fmla="*/ 40 w 285"/>
                  <a:gd name="T9" fmla="*/ 0 h 155"/>
                  <a:gd name="T10" fmla="*/ 245 w 285"/>
                  <a:gd name="T11" fmla="*/ 0 h 155"/>
                  <a:gd name="T12" fmla="*/ 285 w 285"/>
                  <a:gd name="T13" fmla="*/ 40 h 155"/>
                  <a:gd name="T14" fmla="*/ 285 w 285"/>
                  <a:gd name="T15" fmla="*/ 115 h 155"/>
                  <a:gd name="T16" fmla="*/ 245 w 285"/>
                  <a:gd name="T17" fmla="*/ 155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155">
                    <a:moveTo>
                      <a:pt x="245" y="155"/>
                    </a:moveTo>
                    <a:cubicBezTo>
                      <a:pt x="40" y="155"/>
                      <a:pt x="40" y="155"/>
                      <a:pt x="40" y="155"/>
                    </a:cubicBezTo>
                    <a:cubicBezTo>
                      <a:pt x="17" y="155"/>
                      <a:pt x="0" y="137"/>
                      <a:pt x="0" y="11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7" y="0"/>
                      <a:pt x="40" y="0"/>
                    </a:cubicBezTo>
                    <a:cubicBezTo>
                      <a:pt x="245" y="0"/>
                      <a:pt x="245" y="0"/>
                      <a:pt x="245" y="0"/>
                    </a:cubicBezTo>
                    <a:cubicBezTo>
                      <a:pt x="268" y="0"/>
                      <a:pt x="285" y="18"/>
                      <a:pt x="285" y="40"/>
                    </a:cubicBezTo>
                    <a:cubicBezTo>
                      <a:pt x="285" y="115"/>
                      <a:pt x="285" y="115"/>
                      <a:pt x="285" y="115"/>
                    </a:cubicBezTo>
                    <a:cubicBezTo>
                      <a:pt x="285" y="137"/>
                      <a:pt x="268" y="155"/>
                      <a:pt x="245" y="155"/>
                    </a:cubicBezTo>
                    <a:close/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5" name="ïṧlïdé"/>
              <p:cNvSpPr/>
              <p:nvPr/>
            </p:nvSpPr>
            <p:spPr bwMode="auto">
              <a:xfrm>
                <a:off x="6140450" y="4678363"/>
                <a:ext cx="939800" cy="514350"/>
              </a:xfrm>
              <a:custGeom>
                <a:avLst/>
                <a:gdLst>
                  <a:gd name="T0" fmla="*/ 245 w 285"/>
                  <a:gd name="T1" fmla="*/ 156 h 156"/>
                  <a:gd name="T2" fmla="*/ 40 w 285"/>
                  <a:gd name="T3" fmla="*/ 156 h 156"/>
                  <a:gd name="T4" fmla="*/ 0 w 285"/>
                  <a:gd name="T5" fmla="*/ 116 h 156"/>
                  <a:gd name="T6" fmla="*/ 0 w 285"/>
                  <a:gd name="T7" fmla="*/ 40 h 156"/>
                  <a:gd name="T8" fmla="*/ 40 w 285"/>
                  <a:gd name="T9" fmla="*/ 0 h 156"/>
                  <a:gd name="T10" fmla="*/ 245 w 285"/>
                  <a:gd name="T11" fmla="*/ 0 h 156"/>
                  <a:gd name="T12" fmla="*/ 285 w 285"/>
                  <a:gd name="T13" fmla="*/ 40 h 156"/>
                  <a:gd name="T14" fmla="*/ 285 w 285"/>
                  <a:gd name="T15" fmla="*/ 116 h 156"/>
                  <a:gd name="T16" fmla="*/ 245 w 285"/>
                  <a:gd name="T17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156">
                    <a:moveTo>
                      <a:pt x="245" y="156"/>
                    </a:moveTo>
                    <a:cubicBezTo>
                      <a:pt x="40" y="156"/>
                      <a:pt x="40" y="156"/>
                      <a:pt x="40" y="156"/>
                    </a:cubicBezTo>
                    <a:cubicBezTo>
                      <a:pt x="17" y="156"/>
                      <a:pt x="0" y="138"/>
                      <a:pt x="0" y="11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7" y="0"/>
                      <a:pt x="40" y="0"/>
                    </a:cubicBezTo>
                    <a:cubicBezTo>
                      <a:pt x="245" y="0"/>
                      <a:pt x="245" y="0"/>
                      <a:pt x="245" y="0"/>
                    </a:cubicBezTo>
                    <a:cubicBezTo>
                      <a:pt x="268" y="0"/>
                      <a:pt x="285" y="18"/>
                      <a:pt x="285" y="40"/>
                    </a:cubicBezTo>
                    <a:cubicBezTo>
                      <a:pt x="285" y="116"/>
                      <a:pt x="285" y="116"/>
                      <a:pt x="285" y="116"/>
                    </a:cubicBezTo>
                    <a:cubicBezTo>
                      <a:pt x="285" y="138"/>
                      <a:pt x="268" y="156"/>
                      <a:pt x="245" y="156"/>
                    </a:cubicBezTo>
                    <a:close/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6" name="ïṧḷíďè"/>
              <p:cNvSpPr/>
              <p:nvPr/>
            </p:nvSpPr>
            <p:spPr bwMode="auto">
              <a:xfrm>
                <a:off x="3622675" y="3609975"/>
                <a:ext cx="2019300" cy="1555750"/>
              </a:xfrm>
              <a:custGeom>
                <a:avLst/>
                <a:gdLst>
                  <a:gd name="T0" fmla="*/ 530 w 612"/>
                  <a:gd name="T1" fmla="*/ 457 h 472"/>
                  <a:gd name="T2" fmla="*/ 513 w 612"/>
                  <a:gd name="T3" fmla="*/ 461 h 472"/>
                  <a:gd name="T4" fmla="*/ 448 w 612"/>
                  <a:gd name="T5" fmla="*/ 461 h 472"/>
                  <a:gd name="T6" fmla="*/ 446 w 612"/>
                  <a:gd name="T7" fmla="*/ 468 h 472"/>
                  <a:gd name="T8" fmla="*/ 533 w 612"/>
                  <a:gd name="T9" fmla="*/ 467 h 472"/>
                  <a:gd name="T10" fmla="*/ 530 w 612"/>
                  <a:gd name="T11" fmla="*/ 457 h 472"/>
                  <a:gd name="T12" fmla="*/ 572 w 612"/>
                  <a:gd name="T13" fmla="*/ 0 h 472"/>
                  <a:gd name="T14" fmla="*/ 40 w 612"/>
                  <a:gd name="T15" fmla="*/ 0 h 472"/>
                  <a:gd name="T16" fmla="*/ 0 w 612"/>
                  <a:gd name="T17" fmla="*/ 40 h 472"/>
                  <a:gd name="T18" fmla="*/ 0 w 612"/>
                  <a:gd name="T19" fmla="*/ 394 h 472"/>
                  <a:gd name="T20" fmla="*/ 81 w 612"/>
                  <a:gd name="T21" fmla="*/ 472 h 472"/>
                  <a:gd name="T22" fmla="*/ 95 w 612"/>
                  <a:gd name="T23" fmla="*/ 461 h 472"/>
                  <a:gd name="T24" fmla="*/ 58 w 612"/>
                  <a:gd name="T25" fmla="*/ 421 h 472"/>
                  <a:gd name="T26" fmla="*/ 58 w 612"/>
                  <a:gd name="T27" fmla="*/ 330 h 472"/>
                  <a:gd name="T28" fmla="*/ 98 w 612"/>
                  <a:gd name="T29" fmla="*/ 290 h 472"/>
                  <a:gd name="T30" fmla="*/ 170 w 612"/>
                  <a:gd name="T31" fmla="*/ 290 h 472"/>
                  <a:gd name="T32" fmla="*/ 172 w 612"/>
                  <a:gd name="T33" fmla="*/ 283 h 472"/>
                  <a:gd name="T34" fmla="*/ 180 w 612"/>
                  <a:gd name="T35" fmla="*/ 262 h 472"/>
                  <a:gd name="T36" fmla="*/ 192 w 612"/>
                  <a:gd name="T37" fmla="*/ 236 h 472"/>
                  <a:gd name="T38" fmla="*/ 98 w 612"/>
                  <a:gd name="T39" fmla="*/ 236 h 472"/>
                  <a:gd name="T40" fmla="*/ 58 w 612"/>
                  <a:gd name="T41" fmla="*/ 196 h 472"/>
                  <a:gd name="T42" fmla="*/ 58 w 612"/>
                  <a:gd name="T43" fmla="*/ 105 h 472"/>
                  <a:gd name="T44" fmla="*/ 98 w 612"/>
                  <a:gd name="T45" fmla="*/ 65 h 472"/>
                  <a:gd name="T46" fmla="*/ 305 w 612"/>
                  <a:gd name="T47" fmla="*/ 65 h 472"/>
                  <a:gd name="T48" fmla="*/ 344 w 612"/>
                  <a:gd name="T49" fmla="*/ 14 h 472"/>
                  <a:gd name="T50" fmla="*/ 363 w 612"/>
                  <a:gd name="T51" fmla="*/ 10 h 472"/>
                  <a:gd name="T52" fmla="*/ 407 w 612"/>
                  <a:gd name="T53" fmla="*/ 37 h 472"/>
                  <a:gd name="T54" fmla="*/ 415 w 612"/>
                  <a:gd name="T55" fmla="*/ 65 h 472"/>
                  <a:gd name="T56" fmla="*/ 513 w 612"/>
                  <a:gd name="T57" fmla="*/ 65 h 472"/>
                  <a:gd name="T58" fmla="*/ 553 w 612"/>
                  <a:gd name="T59" fmla="*/ 105 h 472"/>
                  <a:gd name="T60" fmla="*/ 553 w 612"/>
                  <a:gd name="T61" fmla="*/ 196 h 472"/>
                  <a:gd name="T62" fmla="*/ 513 w 612"/>
                  <a:gd name="T63" fmla="*/ 236 h 472"/>
                  <a:gd name="T64" fmla="*/ 449 w 612"/>
                  <a:gd name="T65" fmla="*/ 236 h 472"/>
                  <a:gd name="T66" fmla="*/ 471 w 612"/>
                  <a:gd name="T67" fmla="*/ 290 h 472"/>
                  <a:gd name="T68" fmla="*/ 513 w 612"/>
                  <a:gd name="T69" fmla="*/ 290 h 472"/>
                  <a:gd name="T70" fmla="*/ 553 w 612"/>
                  <a:gd name="T71" fmla="*/ 330 h 472"/>
                  <a:gd name="T72" fmla="*/ 553 w 612"/>
                  <a:gd name="T73" fmla="*/ 345 h 472"/>
                  <a:gd name="T74" fmla="*/ 570 w 612"/>
                  <a:gd name="T75" fmla="*/ 323 h 472"/>
                  <a:gd name="T76" fmla="*/ 581 w 612"/>
                  <a:gd name="T77" fmla="*/ 283 h 472"/>
                  <a:gd name="T78" fmla="*/ 588 w 612"/>
                  <a:gd name="T79" fmla="*/ 262 h 472"/>
                  <a:gd name="T80" fmla="*/ 612 w 612"/>
                  <a:gd name="T81" fmla="*/ 218 h 472"/>
                  <a:gd name="T82" fmla="*/ 612 w 612"/>
                  <a:gd name="T83" fmla="*/ 40 h 472"/>
                  <a:gd name="T84" fmla="*/ 572 w 612"/>
                  <a:gd name="T85" fmla="*/ 0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12" h="472">
                    <a:moveTo>
                      <a:pt x="530" y="457"/>
                    </a:moveTo>
                    <a:cubicBezTo>
                      <a:pt x="525" y="460"/>
                      <a:pt x="519" y="461"/>
                      <a:pt x="513" y="461"/>
                    </a:cubicBezTo>
                    <a:cubicBezTo>
                      <a:pt x="448" y="461"/>
                      <a:pt x="448" y="461"/>
                      <a:pt x="448" y="461"/>
                    </a:cubicBezTo>
                    <a:cubicBezTo>
                      <a:pt x="447" y="463"/>
                      <a:pt x="446" y="465"/>
                      <a:pt x="446" y="468"/>
                    </a:cubicBezTo>
                    <a:cubicBezTo>
                      <a:pt x="475" y="468"/>
                      <a:pt x="504" y="467"/>
                      <a:pt x="533" y="467"/>
                    </a:cubicBezTo>
                    <a:cubicBezTo>
                      <a:pt x="531" y="464"/>
                      <a:pt x="530" y="461"/>
                      <a:pt x="530" y="457"/>
                    </a:cubicBezTo>
                    <a:moveTo>
                      <a:pt x="572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394"/>
                      <a:pt x="0" y="394"/>
                      <a:pt x="0" y="394"/>
                    </a:cubicBezTo>
                    <a:cubicBezTo>
                      <a:pt x="24" y="422"/>
                      <a:pt x="51" y="449"/>
                      <a:pt x="81" y="472"/>
                    </a:cubicBezTo>
                    <a:cubicBezTo>
                      <a:pt x="85" y="468"/>
                      <a:pt x="90" y="464"/>
                      <a:pt x="95" y="461"/>
                    </a:cubicBezTo>
                    <a:cubicBezTo>
                      <a:pt x="74" y="459"/>
                      <a:pt x="58" y="442"/>
                      <a:pt x="58" y="421"/>
                    </a:cubicBezTo>
                    <a:cubicBezTo>
                      <a:pt x="58" y="330"/>
                      <a:pt x="58" y="330"/>
                      <a:pt x="58" y="330"/>
                    </a:cubicBezTo>
                    <a:cubicBezTo>
                      <a:pt x="58" y="308"/>
                      <a:pt x="76" y="290"/>
                      <a:pt x="98" y="290"/>
                    </a:cubicBezTo>
                    <a:cubicBezTo>
                      <a:pt x="170" y="290"/>
                      <a:pt x="170" y="290"/>
                      <a:pt x="170" y="290"/>
                    </a:cubicBezTo>
                    <a:cubicBezTo>
                      <a:pt x="171" y="288"/>
                      <a:pt x="171" y="285"/>
                      <a:pt x="172" y="283"/>
                    </a:cubicBezTo>
                    <a:cubicBezTo>
                      <a:pt x="174" y="276"/>
                      <a:pt x="177" y="269"/>
                      <a:pt x="180" y="262"/>
                    </a:cubicBezTo>
                    <a:cubicBezTo>
                      <a:pt x="183" y="253"/>
                      <a:pt x="187" y="245"/>
                      <a:pt x="192" y="236"/>
                    </a:cubicBezTo>
                    <a:cubicBezTo>
                      <a:pt x="98" y="236"/>
                      <a:pt x="98" y="236"/>
                      <a:pt x="98" y="236"/>
                    </a:cubicBezTo>
                    <a:cubicBezTo>
                      <a:pt x="76" y="236"/>
                      <a:pt x="58" y="218"/>
                      <a:pt x="58" y="196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83"/>
                      <a:pt x="76" y="65"/>
                      <a:pt x="98" y="65"/>
                    </a:cubicBezTo>
                    <a:cubicBezTo>
                      <a:pt x="305" y="65"/>
                      <a:pt x="305" y="65"/>
                      <a:pt x="305" y="65"/>
                    </a:cubicBezTo>
                    <a:cubicBezTo>
                      <a:pt x="313" y="43"/>
                      <a:pt x="324" y="24"/>
                      <a:pt x="344" y="14"/>
                    </a:cubicBezTo>
                    <a:cubicBezTo>
                      <a:pt x="350" y="11"/>
                      <a:pt x="357" y="10"/>
                      <a:pt x="363" y="10"/>
                    </a:cubicBezTo>
                    <a:cubicBezTo>
                      <a:pt x="381" y="10"/>
                      <a:pt x="398" y="20"/>
                      <a:pt x="407" y="37"/>
                    </a:cubicBezTo>
                    <a:cubicBezTo>
                      <a:pt x="411" y="45"/>
                      <a:pt x="414" y="55"/>
                      <a:pt x="415" y="65"/>
                    </a:cubicBezTo>
                    <a:cubicBezTo>
                      <a:pt x="513" y="65"/>
                      <a:pt x="513" y="65"/>
                      <a:pt x="513" y="65"/>
                    </a:cubicBezTo>
                    <a:cubicBezTo>
                      <a:pt x="535" y="65"/>
                      <a:pt x="553" y="83"/>
                      <a:pt x="553" y="105"/>
                    </a:cubicBezTo>
                    <a:cubicBezTo>
                      <a:pt x="553" y="196"/>
                      <a:pt x="553" y="196"/>
                      <a:pt x="553" y="196"/>
                    </a:cubicBezTo>
                    <a:cubicBezTo>
                      <a:pt x="553" y="218"/>
                      <a:pt x="535" y="236"/>
                      <a:pt x="513" y="236"/>
                    </a:cubicBezTo>
                    <a:cubicBezTo>
                      <a:pt x="449" y="236"/>
                      <a:pt x="449" y="236"/>
                      <a:pt x="449" y="236"/>
                    </a:cubicBezTo>
                    <a:cubicBezTo>
                      <a:pt x="459" y="253"/>
                      <a:pt x="467" y="271"/>
                      <a:pt x="471" y="290"/>
                    </a:cubicBezTo>
                    <a:cubicBezTo>
                      <a:pt x="513" y="290"/>
                      <a:pt x="513" y="290"/>
                      <a:pt x="513" y="290"/>
                    </a:cubicBezTo>
                    <a:cubicBezTo>
                      <a:pt x="535" y="290"/>
                      <a:pt x="553" y="308"/>
                      <a:pt x="553" y="330"/>
                    </a:cubicBezTo>
                    <a:cubicBezTo>
                      <a:pt x="553" y="345"/>
                      <a:pt x="553" y="345"/>
                      <a:pt x="553" y="345"/>
                    </a:cubicBezTo>
                    <a:cubicBezTo>
                      <a:pt x="558" y="337"/>
                      <a:pt x="564" y="330"/>
                      <a:pt x="570" y="323"/>
                    </a:cubicBezTo>
                    <a:cubicBezTo>
                      <a:pt x="573" y="309"/>
                      <a:pt x="576" y="296"/>
                      <a:pt x="581" y="283"/>
                    </a:cubicBezTo>
                    <a:cubicBezTo>
                      <a:pt x="583" y="276"/>
                      <a:pt x="585" y="269"/>
                      <a:pt x="588" y="262"/>
                    </a:cubicBezTo>
                    <a:cubicBezTo>
                      <a:pt x="594" y="247"/>
                      <a:pt x="602" y="232"/>
                      <a:pt x="612" y="218"/>
                    </a:cubicBezTo>
                    <a:cubicBezTo>
                      <a:pt x="612" y="40"/>
                      <a:pt x="612" y="40"/>
                      <a:pt x="612" y="40"/>
                    </a:cubicBezTo>
                    <a:cubicBezTo>
                      <a:pt x="612" y="18"/>
                      <a:pt x="594" y="0"/>
                      <a:pt x="572" y="0"/>
                    </a:cubicBezTo>
                  </a:path>
                </a:pathLst>
              </a:custGeom>
              <a:solidFill>
                <a:srgbClr val="E76C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7" name="isļïḓè"/>
              <p:cNvSpPr/>
              <p:nvPr/>
            </p:nvSpPr>
            <p:spPr bwMode="auto">
              <a:xfrm>
                <a:off x="3814763" y="3824288"/>
                <a:ext cx="1633538" cy="563563"/>
              </a:xfrm>
              <a:custGeom>
                <a:avLst/>
                <a:gdLst>
                  <a:gd name="T0" fmla="*/ 455 w 495"/>
                  <a:gd name="T1" fmla="*/ 171 h 171"/>
                  <a:gd name="T2" fmla="*/ 40 w 495"/>
                  <a:gd name="T3" fmla="*/ 171 h 171"/>
                  <a:gd name="T4" fmla="*/ 0 w 495"/>
                  <a:gd name="T5" fmla="*/ 131 h 171"/>
                  <a:gd name="T6" fmla="*/ 0 w 495"/>
                  <a:gd name="T7" fmla="*/ 40 h 171"/>
                  <a:gd name="T8" fmla="*/ 40 w 495"/>
                  <a:gd name="T9" fmla="*/ 0 h 171"/>
                  <a:gd name="T10" fmla="*/ 455 w 495"/>
                  <a:gd name="T11" fmla="*/ 0 h 171"/>
                  <a:gd name="T12" fmla="*/ 495 w 495"/>
                  <a:gd name="T13" fmla="*/ 40 h 171"/>
                  <a:gd name="T14" fmla="*/ 495 w 495"/>
                  <a:gd name="T15" fmla="*/ 131 h 171"/>
                  <a:gd name="T16" fmla="*/ 455 w 495"/>
                  <a:gd name="T17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5" h="171">
                    <a:moveTo>
                      <a:pt x="455" y="171"/>
                    </a:moveTo>
                    <a:cubicBezTo>
                      <a:pt x="40" y="171"/>
                      <a:pt x="40" y="171"/>
                      <a:pt x="40" y="171"/>
                    </a:cubicBezTo>
                    <a:cubicBezTo>
                      <a:pt x="18" y="171"/>
                      <a:pt x="0" y="153"/>
                      <a:pt x="0" y="13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455" y="0"/>
                      <a:pt x="455" y="0"/>
                      <a:pt x="455" y="0"/>
                    </a:cubicBezTo>
                    <a:cubicBezTo>
                      <a:pt x="477" y="0"/>
                      <a:pt x="495" y="18"/>
                      <a:pt x="495" y="40"/>
                    </a:cubicBezTo>
                    <a:cubicBezTo>
                      <a:pt x="495" y="131"/>
                      <a:pt x="495" y="131"/>
                      <a:pt x="495" y="131"/>
                    </a:cubicBezTo>
                    <a:cubicBezTo>
                      <a:pt x="495" y="153"/>
                      <a:pt x="477" y="171"/>
                      <a:pt x="455" y="171"/>
                    </a:cubicBezTo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8" name="íṣļïḍé"/>
              <p:cNvSpPr/>
              <p:nvPr/>
            </p:nvSpPr>
            <p:spPr bwMode="auto">
              <a:xfrm>
                <a:off x="3814763" y="4565650"/>
                <a:ext cx="1633538" cy="563563"/>
              </a:xfrm>
              <a:custGeom>
                <a:avLst/>
                <a:gdLst>
                  <a:gd name="T0" fmla="*/ 455 w 495"/>
                  <a:gd name="T1" fmla="*/ 171 h 171"/>
                  <a:gd name="T2" fmla="*/ 40 w 495"/>
                  <a:gd name="T3" fmla="*/ 171 h 171"/>
                  <a:gd name="T4" fmla="*/ 0 w 495"/>
                  <a:gd name="T5" fmla="*/ 131 h 171"/>
                  <a:gd name="T6" fmla="*/ 0 w 495"/>
                  <a:gd name="T7" fmla="*/ 40 h 171"/>
                  <a:gd name="T8" fmla="*/ 40 w 495"/>
                  <a:gd name="T9" fmla="*/ 0 h 171"/>
                  <a:gd name="T10" fmla="*/ 455 w 495"/>
                  <a:gd name="T11" fmla="*/ 0 h 171"/>
                  <a:gd name="T12" fmla="*/ 495 w 495"/>
                  <a:gd name="T13" fmla="*/ 40 h 171"/>
                  <a:gd name="T14" fmla="*/ 495 w 495"/>
                  <a:gd name="T15" fmla="*/ 131 h 171"/>
                  <a:gd name="T16" fmla="*/ 455 w 495"/>
                  <a:gd name="T17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5" h="171">
                    <a:moveTo>
                      <a:pt x="455" y="171"/>
                    </a:moveTo>
                    <a:cubicBezTo>
                      <a:pt x="40" y="171"/>
                      <a:pt x="40" y="171"/>
                      <a:pt x="40" y="171"/>
                    </a:cubicBezTo>
                    <a:cubicBezTo>
                      <a:pt x="18" y="171"/>
                      <a:pt x="0" y="153"/>
                      <a:pt x="0" y="13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455" y="0"/>
                      <a:pt x="455" y="0"/>
                      <a:pt x="455" y="0"/>
                    </a:cubicBezTo>
                    <a:cubicBezTo>
                      <a:pt x="477" y="0"/>
                      <a:pt x="495" y="18"/>
                      <a:pt x="495" y="40"/>
                    </a:cubicBezTo>
                    <a:cubicBezTo>
                      <a:pt x="495" y="131"/>
                      <a:pt x="495" y="131"/>
                      <a:pt x="495" y="131"/>
                    </a:cubicBezTo>
                    <a:cubicBezTo>
                      <a:pt x="495" y="153"/>
                      <a:pt x="477" y="171"/>
                      <a:pt x="455" y="171"/>
                    </a:cubicBezTo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9" name="îşḷïdê"/>
              <p:cNvSpPr/>
              <p:nvPr/>
            </p:nvSpPr>
            <p:spPr bwMode="auto">
              <a:xfrm>
                <a:off x="7499350" y="1738313"/>
                <a:ext cx="709613" cy="712788"/>
              </a:xfrm>
              <a:custGeom>
                <a:avLst/>
                <a:gdLst>
                  <a:gd name="T0" fmla="*/ 107 w 215"/>
                  <a:gd name="T1" fmla="*/ 0 h 216"/>
                  <a:gd name="T2" fmla="*/ 0 w 215"/>
                  <a:gd name="T3" fmla="*/ 91 h 216"/>
                  <a:gd name="T4" fmla="*/ 11 w 215"/>
                  <a:gd name="T5" fmla="*/ 101 h 216"/>
                  <a:gd name="T6" fmla="*/ 42 w 215"/>
                  <a:gd name="T7" fmla="*/ 149 h 216"/>
                  <a:gd name="T8" fmla="*/ 87 w 215"/>
                  <a:gd name="T9" fmla="*/ 183 h 216"/>
                  <a:gd name="T10" fmla="*/ 97 w 215"/>
                  <a:gd name="T11" fmla="*/ 216 h 216"/>
                  <a:gd name="T12" fmla="*/ 107 w 215"/>
                  <a:gd name="T13" fmla="*/ 216 h 216"/>
                  <a:gd name="T14" fmla="*/ 215 w 215"/>
                  <a:gd name="T15" fmla="*/ 108 h 216"/>
                  <a:gd name="T16" fmla="*/ 107 w 215"/>
                  <a:gd name="T17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5" h="216">
                    <a:moveTo>
                      <a:pt x="107" y="0"/>
                    </a:moveTo>
                    <a:cubicBezTo>
                      <a:pt x="53" y="0"/>
                      <a:pt x="8" y="39"/>
                      <a:pt x="0" y="91"/>
                    </a:cubicBezTo>
                    <a:cubicBezTo>
                      <a:pt x="4" y="94"/>
                      <a:pt x="8" y="97"/>
                      <a:pt x="11" y="101"/>
                    </a:cubicBezTo>
                    <a:cubicBezTo>
                      <a:pt x="23" y="116"/>
                      <a:pt x="28" y="135"/>
                      <a:pt x="42" y="149"/>
                    </a:cubicBezTo>
                    <a:cubicBezTo>
                      <a:pt x="55" y="162"/>
                      <a:pt x="76" y="168"/>
                      <a:pt x="87" y="183"/>
                    </a:cubicBezTo>
                    <a:cubicBezTo>
                      <a:pt x="93" y="193"/>
                      <a:pt x="95" y="204"/>
                      <a:pt x="97" y="216"/>
                    </a:cubicBezTo>
                    <a:cubicBezTo>
                      <a:pt x="100" y="216"/>
                      <a:pt x="104" y="216"/>
                      <a:pt x="107" y="216"/>
                    </a:cubicBezTo>
                    <a:cubicBezTo>
                      <a:pt x="167" y="216"/>
                      <a:pt x="215" y="168"/>
                      <a:pt x="215" y="108"/>
                    </a:cubicBezTo>
                    <a:cubicBezTo>
                      <a:pt x="215" y="48"/>
                      <a:pt x="167" y="0"/>
                      <a:pt x="107" y="0"/>
                    </a:cubicBezTo>
                  </a:path>
                </a:pathLst>
              </a:custGeom>
              <a:solidFill>
                <a:srgbClr val="E76C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0" name="íṧľïḋè"/>
              <p:cNvSpPr/>
              <p:nvPr/>
            </p:nvSpPr>
            <p:spPr bwMode="auto">
              <a:xfrm>
                <a:off x="7615238" y="1857375"/>
                <a:ext cx="474663" cy="474663"/>
              </a:xfrm>
              <a:prstGeom prst="ellipse">
                <a:avLst/>
              </a:pr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1" name="îṣlíďe"/>
              <p:cNvSpPr/>
              <p:nvPr/>
            </p:nvSpPr>
            <p:spPr bwMode="auto">
              <a:xfrm>
                <a:off x="7847013" y="1946275"/>
                <a:ext cx="123825" cy="158750"/>
              </a:xfrm>
              <a:custGeom>
                <a:avLst/>
                <a:gdLst>
                  <a:gd name="T0" fmla="*/ 78 w 78"/>
                  <a:gd name="T1" fmla="*/ 100 h 100"/>
                  <a:gd name="T2" fmla="*/ 0 w 78"/>
                  <a:gd name="T3" fmla="*/ 100 h 100"/>
                  <a:gd name="T4" fmla="*/ 0 w 78"/>
                  <a:gd name="T5" fmla="*/ 0 h 100"/>
                  <a:gd name="T6" fmla="*/ 10 w 78"/>
                  <a:gd name="T7" fmla="*/ 0 h 100"/>
                  <a:gd name="T8" fmla="*/ 10 w 78"/>
                  <a:gd name="T9" fmla="*/ 89 h 100"/>
                  <a:gd name="T10" fmla="*/ 78 w 78"/>
                  <a:gd name="T11" fmla="*/ 89 h 100"/>
                  <a:gd name="T12" fmla="*/ 78 w 78"/>
                  <a:gd name="T13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00">
                    <a:moveTo>
                      <a:pt x="78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89"/>
                    </a:lnTo>
                    <a:lnTo>
                      <a:pt x="78" y="89"/>
                    </a:lnTo>
                    <a:lnTo>
                      <a:pt x="78" y="1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2" name="íṩḻiḓé"/>
              <p:cNvSpPr/>
              <p:nvPr/>
            </p:nvSpPr>
            <p:spPr bwMode="auto">
              <a:xfrm>
                <a:off x="4173538" y="1735138"/>
                <a:ext cx="2413000" cy="1549400"/>
              </a:xfrm>
              <a:custGeom>
                <a:avLst/>
                <a:gdLst>
                  <a:gd name="T0" fmla="*/ 731 w 731"/>
                  <a:gd name="T1" fmla="*/ 0 h 470"/>
                  <a:gd name="T2" fmla="*/ 731 w 731"/>
                  <a:gd name="T3" fmla="*/ 450 h 470"/>
                  <a:gd name="T4" fmla="*/ 711 w 731"/>
                  <a:gd name="T5" fmla="*/ 470 h 470"/>
                  <a:gd name="T6" fmla="*/ 20 w 731"/>
                  <a:gd name="T7" fmla="*/ 470 h 470"/>
                  <a:gd name="T8" fmla="*/ 0 w 731"/>
                  <a:gd name="T9" fmla="*/ 450 h 470"/>
                  <a:gd name="T10" fmla="*/ 0 w 731"/>
                  <a:gd name="T11" fmla="*/ 0 h 470"/>
                  <a:gd name="T12" fmla="*/ 731 w 731"/>
                  <a:gd name="T13" fmla="*/ 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1" h="470">
                    <a:moveTo>
                      <a:pt x="731" y="0"/>
                    </a:moveTo>
                    <a:cubicBezTo>
                      <a:pt x="731" y="450"/>
                      <a:pt x="731" y="450"/>
                      <a:pt x="731" y="450"/>
                    </a:cubicBezTo>
                    <a:cubicBezTo>
                      <a:pt x="731" y="461"/>
                      <a:pt x="722" y="470"/>
                      <a:pt x="711" y="470"/>
                    </a:cubicBezTo>
                    <a:cubicBezTo>
                      <a:pt x="20" y="470"/>
                      <a:pt x="20" y="470"/>
                      <a:pt x="20" y="470"/>
                    </a:cubicBezTo>
                    <a:cubicBezTo>
                      <a:pt x="9" y="470"/>
                      <a:pt x="0" y="461"/>
                      <a:pt x="0" y="45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31" y="0"/>
                      <a:pt x="731" y="0"/>
                      <a:pt x="731" y="0"/>
                    </a:cubicBezTo>
                  </a:path>
                </a:pathLst>
              </a:custGeom>
              <a:solidFill>
                <a:srgbClr val="FEE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3" name="îṥlíḑe"/>
              <p:cNvSpPr/>
              <p:nvPr/>
            </p:nvSpPr>
            <p:spPr bwMode="auto">
              <a:xfrm>
                <a:off x="4071938" y="1587500"/>
                <a:ext cx="2616200" cy="147638"/>
              </a:xfrm>
              <a:custGeom>
                <a:avLst/>
                <a:gdLst>
                  <a:gd name="T0" fmla="*/ 771 w 793"/>
                  <a:gd name="T1" fmla="*/ 45 h 45"/>
                  <a:gd name="T2" fmla="*/ 22 w 793"/>
                  <a:gd name="T3" fmla="*/ 45 h 45"/>
                  <a:gd name="T4" fmla="*/ 0 w 793"/>
                  <a:gd name="T5" fmla="*/ 22 h 45"/>
                  <a:gd name="T6" fmla="*/ 22 w 793"/>
                  <a:gd name="T7" fmla="*/ 0 h 45"/>
                  <a:gd name="T8" fmla="*/ 771 w 793"/>
                  <a:gd name="T9" fmla="*/ 0 h 45"/>
                  <a:gd name="T10" fmla="*/ 793 w 793"/>
                  <a:gd name="T11" fmla="*/ 22 h 45"/>
                  <a:gd name="T12" fmla="*/ 771 w 793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3" h="45">
                    <a:moveTo>
                      <a:pt x="771" y="45"/>
                    </a:moveTo>
                    <a:cubicBezTo>
                      <a:pt x="22" y="45"/>
                      <a:pt x="22" y="45"/>
                      <a:pt x="22" y="45"/>
                    </a:cubicBezTo>
                    <a:cubicBezTo>
                      <a:pt x="10" y="45"/>
                      <a:pt x="0" y="35"/>
                      <a:pt x="0" y="22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771" y="0"/>
                      <a:pt x="771" y="0"/>
                      <a:pt x="771" y="0"/>
                    </a:cubicBezTo>
                    <a:cubicBezTo>
                      <a:pt x="783" y="0"/>
                      <a:pt x="793" y="10"/>
                      <a:pt x="793" y="22"/>
                    </a:cubicBezTo>
                    <a:cubicBezTo>
                      <a:pt x="793" y="35"/>
                      <a:pt x="783" y="45"/>
                      <a:pt x="771" y="45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4" name="ïşľîḋe"/>
              <p:cNvSpPr/>
              <p:nvPr/>
            </p:nvSpPr>
            <p:spPr bwMode="auto">
              <a:xfrm>
                <a:off x="6265863" y="1735138"/>
                <a:ext cx="320675" cy="1074738"/>
              </a:xfrm>
              <a:custGeom>
                <a:avLst/>
                <a:gdLst>
                  <a:gd name="T0" fmla="*/ 97 w 97"/>
                  <a:gd name="T1" fmla="*/ 0 h 326"/>
                  <a:gd name="T2" fmla="*/ 18 w 97"/>
                  <a:gd name="T3" fmla="*/ 0 h 326"/>
                  <a:gd name="T4" fmla="*/ 33 w 97"/>
                  <a:gd name="T5" fmla="*/ 77 h 326"/>
                  <a:gd name="T6" fmla="*/ 1 w 97"/>
                  <a:gd name="T7" fmla="*/ 131 h 326"/>
                  <a:gd name="T8" fmla="*/ 38 w 97"/>
                  <a:gd name="T9" fmla="*/ 182 h 326"/>
                  <a:gd name="T10" fmla="*/ 44 w 97"/>
                  <a:gd name="T11" fmla="*/ 243 h 326"/>
                  <a:gd name="T12" fmla="*/ 95 w 97"/>
                  <a:gd name="T13" fmla="*/ 325 h 326"/>
                  <a:gd name="T14" fmla="*/ 97 w 97"/>
                  <a:gd name="T15" fmla="*/ 326 h 326"/>
                  <a:gd name="T16" fmla="*/ 97 w 97"/>
                  <a:gd name="T17" fmla="*/ 264 h 326"/>
                  <a:gd name="T18" fmla="*/ 62 w 97"/>
                  <a:gd name="T19" fmla="*/ 181 h 326"/>
                  <a:gd name="T20" fmla="*/ 60 w 97"/>
                  <a:gd name="T21" fmla="*/ 175 h 326"/>
                  <a:gd name="T22" fmla="*/ 64 w 97"/>
                  <a:gd name="T23" fmla="*/ 164 h 326"/>
                  <a:gd name="T24" fmla="*/ 90 w 97"/>
                  <a:gd name="T25" fmla="*/ 150 h 326"/>
                  <a:gd name="T26" fmla="*/ 95 w 97"/>
                  <a:gd name="T27" fmla="*/ 149 h 326"/>
                  <a:gd name="T28" fmla="*/ 97 w 97"/>
                  <a:gd name="T29" fmla="*/ 149 h 326"/>
                  <a:gd name="T30" fmla="*/ 97 w 97"/>
                  <a:gd name="T3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7" h="326">
                    <a:moveTo>
                      <a:pt x="97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22" y="26"/>
                      <a:pt x="42" y="52"/>
                      <a:pt x="33" y="77"/>
                    </a:cubicBezTo>
                    <a:cubicBezTo>
                      <a:pt x="25" y="97"/>
                      <a:pt x="0" y="110"/>
                      <a:pt x="1" y="131"/>
                    </a:cubicBezTo>
                    <a:cubicBezTo>
                      <a:pt x="1" y="153"/>
                      <a:pt x="27" y="163"/>
                      <a:pt x="38" y="182"/>
                    </a:cubicBezTo>
                    <a:cubicBezTo>
                      <a:pt x="48" y="200"/>
                      <a:pt x="43" y="223"/>
                      <a:pt x="44" y="243"/>
                    </a:cubicBezTo>
                    <a:cubicBezTo>
                      <a:pt x="46" y="277"/>
                      <a:pt x="66" y="309"/>
                      <a:pt x="95" y="325"/>
                    </a:cubicBezTo>
                    <a:cubicBezTo>
                      <a:pt x="96" y="325"/>
                      <a:pt x="97" y="326"/>
                      <a:pt x="97" y="326"/>
                    </a:cubicBezTo>
                    <a:cubicBezTo>
                      <a:pt x="97" y="264"/>
                      <a:pt x="97" y="264"/>
                      <a:pt x="97" y="264"/>
                    </a:cubicBezTo>
                    <a:cubicBezTo>
                      <a:pt x="83" y="238"/>
                      <a:pt x="71" y="210"/>
                      <a:pt x="62" y="181"/>
                    </a:cubicBezTo>
                    <a:cubicBezTo>
                      <a:pt x="61" y="179"/>
                      <a:pt x="61" y="177"/>
                      <a:pt x="60" y="175"/>
                    </a:cubicBezTo>
                    <a:cubicBezTo>
                      <a:pt x="59" y="171"/>
                      <a:pt x="61" y="166"/>
                      <a:pt x="64" y="164"/>
                    </a:cubicBezTo>
                    <a:cubicBezTo>
                      <a:pt x="73" y="159"/>
                      <a:pt x="82" y="155"/>
                      <a:pt x="90" y="150"/>
                    </a:cubicBezTo>
                    <a:cubicBezTo>
                      <a:pt x="92" y="149"/>
                      <a:pt x="93" y="149"/>
                      <a:pt x="95" y="149"/>
                    </a:cubicBezTo>
                    <a:cubicBezTo>
                      <a:pt x="96" y="149"/>
                      <a:pt x="97" y="149"/>
                      <a:pt x="97" y="149"/>
                    </a:cubicBezTo>
                    <a:cubicBezTo>
                      <a:pt x="97" y="0"/>
                      <a:pt x="97" y="0"/>
                      <a:pt x="97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5" name="ïšḷïďe"/>
              <p:cNvSpPr/>
              <p:nvPr/>
            </p:nvSpPr>
            <p:spPr bwMode="auto">
              <a:xfrm>
                <a:off x="4478338" y="2189163"/>
                <a:ext cx="762000" cy="508000"/>
              </a:xfrm>
              <a:custGeom>
                <a:avLst/>
                <a:gdLst>
                  <a:gd name="T0" fmla="*/ 6 w 480"/>
                  <a:gd name="T1" fmla="*/ 320 h 320"/>
                  <a:gd name="T2" fmla="*/ 0 w 480"/>
                  <a:gd name="T3" fmla="*/ 314 h 320"/>
                  <a:gd name="T4" fmla="*/ 212 w 480"/>
                  <a:gd name="T5" fmla="*/ 102 h 320"/>
                  <a:gd name="T6" fmla="*/ 253 w 480"/>
                  <a:gd name="T7" fmla="*/ 221 h 320"/>
                  <a:gd name="T8" fmla="*/ 471 w 480"/>
                  <a:gd name="T9" fmla="*/ 0 h 320"/>
                  <a:gd name="T10" fmla="*/ 480 w 480"/>
                  <a:gd name="T11" fmla="*/ 9 h 320"/>
                  <a:gd name="T12" fmla="*/ 249 w 480"/>
                  <a:gd name="T13" fmla="*/ 239 h 320"/>
                  <a:gd name="T14" fmla="*/ 207 w 480"/>
                  <a:gd name="T15" fmla="*/ 121 h 320"/>
                  <a:gd name="T16" fmla="*/ 6 w 480"/>
                  <a:gd name="T17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0" h="320">
                    <a:moveTo>
                      <a:pt x="6" y="320"/>
                    </a:moveTo>
                    <a:lnTo>
                      <a:pt x="0" y="314"/>
                    </a:lnTo>
                    <a:lnTo>
                      <a:pt x="212" y="102"/>
                    </a:lnTo>
                    <a:lnTo>
                      <a:pt x="253" y="221"/>
                    </a:lnTo>
                    <a:lnTo>
                      <a:pt x="471" y="0"/>
                    </a:lnTo>
                    <a:lnTo>
                      <a:pt x="480" y="9"/>
                    </a:lnTo>
                    <a:lnTo>
                      <a:pt x="249" y="239"/>
                    </a:lnTo>
                    <a:lnTo>
                      <a:pt x="207" y="121"/>
                    </a:lnTo>
                    <a:lnTo>
                      <a:pt x="6" y="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6" name="ïṡḷiḋe"/>
              <p:cNvSpPr/>
              <p:nvPr/>
            </p:nvSpPr>
            <p:spPr bwMode="auto">
              <a:xfrm>
                <a:off x="5176838" y="2127250"/>
                <a:ext cx="128588" cy="128588"/>
              </a:xfrm>
              <a:custGeom>
                <a:avLst/>
                <a:gdLst>
                  <a:gd name="T0" fmla="*/ 0 w 81"/>
                  <a:gd name="T1" fmla="*/ 25 h 81"/>
                  <a:gd name="T2" fmla="*/ 56 w 81"/>
                  <a:gd name="T3" fmla="*/ 81 h 81"/>
                  <a:gd name="T4" fmla="*/ 81 w 81"/>
                  <a:gd name="T5" fmla="*/ 0 h 81"/>
                  <a:gd name="T6" fmla="*/ 0 w 81"/>
                  <a:gd name="T7" fmla="*/ 25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81">
                    <a:moveTo>
                      <a:pt x="0" y="25"/>
                    </a:moveTo>
                    <a:lnTo>
                      <a:pt x="56" y="81"/>
                    </a:lnTo>
                    <a:lnTo>
                      <a:pt x="8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7" name="isḷíḍê"/>
              <p:cNvSpPr/>
              <p:nvPr/>
            </p:nvSpPr>
            <p:spPr bwMode="auto">
              <a:xfrm>
                <a:off x="5645150" y="2451100"/>
                <a:ext cx="471488" cy="469900"/>
              </a:xfrm>
              <a:custGeom>
                <a:avLst/>
                <a:gdLst>
                  <a:gd name="T0" fmla="*/ 143 w 143"/>
                  <a:gd name="T1" fmla="*/ 71 h 143"/>
                  <a:gd name="T2" fmla="*/ 123 w 143"/>
                  <a:gd name="T3" fmla="*/ 121 h 143"/>
                  <a:gd name="T4" fmla="*/ 72 w 143"/>
                  <a:gd name="T5" fmla="*/ 143 h 143"/>
                  <a:gd name="T6" fmla="*/ 0 w 143"/>
                  <a:gd name="T7" fmla="*/ 71 h 143"/>
                  <a:gd name="T8" fmla="*/ 2 w 143"/>
                  <a:gd name="T9" fmla="*/ 54 h 143"/>
                  <a:gd name="T10" fmla="*/ 72 w 143"/>
                  <a:gd name="T11" fmla="*/ 0 h 143"/>
                  <a:gd name="T12" fmla="*/ 143 w 143"/>
                  <a:gd name="T13" fmla="*/ 7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" h="143">
                    <a:moveTo>
                      <a:pt x="143" y="71"/>
                    </a:moveTo>
                    <a:cubicBezTo>
                      <a:pt x="143" y="91"/>
                      <a:pt x="135" y="108"/>
                      <a:pt x="123" y="121"/>
                    </a:cubicBezTo>
                    <a:cubicBezTo>
                      <a:pt x="110" y="134"/>
                      <a:pt x="92" y="143"/>
                      <a:pt x="72" y="143"/>
                    </a:cubicBezTo>
                    <a:cubicBezTo>
                      <a:pt x="32" y="143"/>
                      <a:pt x="0" y="111"/>
                      <a:pt x="0" y="71"/>
                    </a:cubicBezTo>
                    <a:cubicBezTo>
                      <a:pt x="0" y="65"/>
                      <a:pt x="1" y="60"/>
                      <a:pt x="2" y="54"/>
                    </a:cubicBezTo>
                    <a:cubicBezTo>
                      <a:pt x="10" y="23"/>
                      <a:pt x="38" y="0"/>
                      <a:pt x="72" y="0"/>
                    </a:cubicBezTo>
                    <a:cubicBezTo>
                      <a:pt x="111" y="0"/>
                      <a:pt x="143" y="32"/>
                      <a:pt x="143" y="71"/>
                    </a:cubicBezTo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8" name="îṥlïḍé"/>
              <p:cNvSpPr/>
              <p:nvPr/>
            </p:nvSpPr>
            <p:spPr bwMode="auto">
              <a:xfrm>
                <a:off x="5883275" y="2097088"/>
                <a:ext cx="233363" cy="234950"/>
              </a:xfrm>
              <a:custGeom>
                <a:avLst/>
                <a:gdLst>
                  <a:gd name="T0" fmla="*/ 71 w 71"/>
                  <a:gd name="T1" fmla="*/ 35 h 71"/>
                  <a:gd name="T2" fmla="*/ 52 w 71"/>
                  <a:gd name="T3" fmla="*/ 67 h 71"/>
                  <a:gd name="T4" fmla="*/ 35 w 71"/>
                  <a:gd name="T5" fmla="*/ 71 h 71"/>
                  <a:gd name="T6" fmla="*/ 0 w 71"/>
                  <a:gd name="T7" fmla="*/ 35 h 71"/>
                  <a:gd name="T8" fmla="*/ 4 w 71"/>
                  <a:gd name="T9" fmla="*/ 19 h 71"/>
                  <a:gd name="T10" fmla="*/ 35 w 71"/>
                  <a:gd name="T11" fmla="*/ 0 h 71"/>
                  <a:gd name="T12" fmla="*/ 71 w 71"/>
                  <a:gd name="T13" fmla="*/ 3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1" h="71">
                    <a:moveTo>
                      <a:pt x="71" y="35"/>
                    </a:moveTo>
                    <a:cubicBezTo>
                      <a:pt x="71" y="49"/>
                      <a:pt x="63" y="61"/>
                      <a:pt x="52" y="67"/>
                    </a:cubicBezTo>
                    <a:cubicBezTo>
                      <a:pt x="47" y="70"/>
                      <a:pt x="41" y="71"/>
                      <a:pt x="35" y="71"/>
                    </a:cubicBezTo>
                    <a:cubicBezTo>
                      <a:pt x="16" y="71"/>
                      <a:pt x="0" y="55"/>
                      <a:pt x="0" y="35"/>
                    </a:cubicBezTo>
                    <a:cubicBezTo>
                      <a:pt x="0" y="29"/>
                      <a:pt x="1" y="24"/>
                      <a:pt x="4" y="19"/>
                    </a:cubicBezTo>
                    <a:cubicBezTo>
                      <a:pt x="10" y="7"/>
                      <a:pt x="22" y="0"/>
                      <a:pt x="35" y="0"/>
                    </a:cubicBezTo>
                    <a:cubicBezTo>
                      <a:pt x="55" y="0"/>
                      <a:pt x="71" y="16"/>
                      <a:pt x="71" y="35"/>
                    </a:cubicBezTo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9" name="íš1íďè"/>
              <p:cNvSpPr/>
              <p:nvPr/>
            </p:nvSpPr>
            <p:spPr bwMode="auto">
              <a:xfrm>
                <a:off x="5470525" y="2420938"/>
                <a:ext cx="119063" cy="119063"/>
              </a:xfrm>
              <a:prstGeom prst="ellipse">
                <a:avLst/>
              </a:prstGeom>
              <a:solidFill>
                <a:srgbClr val="407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0" name="ïşliḑê"/>
              <p:cNvSpPr/>
              <p:nvPr/>
            </p:nvSpPr>
            <p:spPr bwMode="auto">
              <a:xfrm>
                <a:off x="5021263" y="2641600"/>
                <a:ext cx="109538" cy="107950"/>
              </a:xfrm>
              <a:custGeom>
                <a:avLst/>
                <a:gdLst>
                  <a:gd name="T0" fmla="*/ 0 w 69"/>
                  <a:gd name="T1" fmla="*/ 21 h 68"/>
                  <a:gd name="T2" fmla="*/ 48 w 69"/>
                  <a:gd name="T3" fmla="*/ 68 h 68"/>
                  <a:gd name="T4" fmla="*/ 69 w 69"/>
                  <a:gd name="T5" fmla="*/ 0 h 68"/>
                  <a:gd name="T6" fmla="*/ 0 w 69"/>
                  <a:gd name="T7" fmla="*/ 2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68">
                    <a:moveTo>
                      <a:pt x="0" y="21"/>
                    </a:moveTo>
                    <a:lnTo>
                      <a:pt x="48" y="68"/>
                    </a:lnTo>
                    <a:lnTo>
                      <a:pt x="69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1" name="íṡļîdè"/>
              <p:cNvSpPr/>
              <p:nvPr/>
            </p:nvSpPr>
            <p:spPr bwMode="auto">
              <a:xfrm>
                <a:off x="4895850" y="2700338"/>
                <a:ext cx="176213" cy="174625"/>
              </a:xfrm>
              <a:custGeom>
                <a:avLst/>
                <a:gdLst>
                  <a:gd name="T0" fmla="*/ 9 w 111"/>
                  <a:gd name="T1" fmla="*/ 110 h 110"/>
                  <a:gd name="T2" fmla="*/ 0 w 111"/>
                  <a:gd name="T3" fmla="*/ 102 h 110"/>
                  <a:gd name="T4" fmla="*/ 104 w 111"/>
                  <a:gd name="T5" fmla="*/ 0 h 110"/>
                  <a:gd name="T6" fmla="*/ 111 w 111"/>
                  <a:gd name="T7" fmla="*/ 7 h 110"/>
                  <a:gd name="T8" fmla="*/ 9 w 111"/>
                  <a:gd name="T9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10">
                    <a:moveTo>
                      <a:pt x="9" y="110"/>
                    </a:moveTo>
                    <a:lnTo>
                      <a:pt x="0" y="102"/>
                    </a:lnTo>
                    <a:lnTo>
                      <a:pt x="104" y="0"/>
                    </a:lnTo>
                    <a:lnTo>
                      <a:pt x="111" y="7"/>
                    </a:lnTo>
                    <a:lnTo>
                      <a:pt x="9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2" name="ïṡliḋé"/>
              <p:cNvSpPr/>
              <p:nvPr/>
            </p:nvSpPr>
            <p:spPr bwMode="auto">
              <a:xfrm>
                <a:off x="4724400" y="2008188"/>
                <a:ext cx="109538" cy="109538"/>
              </a:xfrm>
              <a:custGeom>
                <a:avLst/>
                <a:gdLst>
                  <a:gd name="T0" fmla="*/ 0 w 69"/>
                  <a:gd name="T1" fmla="*/ 21 h 69"/>
                  <a:gd name="T2" fmla="*/ 48 w 69"/>
                  <a:gd name="T3" fmla="*/ 69 h 69"/>
                  <a:gd name="T4" fmla="*/ 69 w 69"/>
                  <a:gd name="T5" fmla="*/ 0 h 69"/>
                  <a:gd name="T6" fmla="*/ 0 w 69"/>
                  <a:gd name="T7" fmla="*/ 21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69">
                    <a:moveTo>
                      <a:pt x="0" y="21"/>
                    </a:moveTo>
                    <a:lnTo>
                      <a:pt x="48" y="69"/>
                    </a:lnTo>
                    <a:lnTo>
                      <a:pt x="69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3" name="íṩļîďê"/>
              <p:cNvSpPr/>
              <p:nvPr/>
            </p:nvSpPr>
            <p:spPr bwMode="auto">
              <a:xfrm>
                <a:off x="4598988" y="2068513"/>
                <a:ext cx="176213" cy="174625"/>
              </a:xfrm>
              <a:custGeom>
                <a:avLst/>
                <a:gdLst>
                  <a:gd name="T0" fmla="*/ 9 w 111"/>
                  <a:gd name="T1" fmla="*/ 110 h 110"/>
                  <a:gd name="T2" fmla="*/ 0 w 111"/>
                  <a:gd name="T3" fmla="*/ 101 h 110"/>
                  <a:gd name="T4" fmla="*/ 104 w 111"/>
                  <a:gd name="T5" fmla="*/ 0 h 110"/>
                  <a:gd name="T6" fmla="*/ 111 w 111"/>
                  <a:gd name="T7" fmla="*/ 6 h 110"/>
                  <a:gd name="T8" fmla="*/ 9 w 111"/>
                  <a:gd name="T9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10">
                    <a:moveTo>
                      <a:pt x="9" y="110"/>
                    </a:moveTo>
                    <a:lnTo>
                      <a:pt x="0" y="101"/>
                    </a:lnTo>
                    <a:lnTo>
                      <a:pt x="104" y="0"/>
                    </a:lnTo>
                    <a:lnTo>
                      <a:pt x="111" y="6"/>
                    </a:lnTo>
                    <a:lnTo>
                      <a:pt x="9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4" name="ïšļiḍe"/>
              <p:cNvSpPr/>
              <p:nvPr/>
            </p:nvSpPr>
            <p:spPr bwMode="auto">
              <a:xfrm>
                <a:off x="5645150" y="2628900"/>
                <a:ext cx="406400" cy="292100"/>
              </a:xfrm>
              <a:custGeom>
                <a:avLst/>
                <a:gdLst>
                  <a:gd name="T0" fmla="*/ 2 w 123"/>
                  <a:gd name="T1" fmla="*/ 0 h 89"/>
                  <a:gd name="T2" fmla="*/ 2 w 123"/>
                  <a:gd name="T3" fmla="*/ 0 h 89"/>
                  <a:gd name="T4" fmla="*/ 2 w 123"/>
                  <a:gd name="T5" fmla="*/ 0 h 89"/>
                  <a:gd name="T6" fmla="*/ 0 w 123"/>
                  <a:gd name="T7" fmla="*/ 17 h 89"/>
                  <a:gd name="T8" fmla="*/ 72 w 123"/>
                  <a:gd name="T9" fmla="*/ 89 h 89"/>
                  <a:gd name="T10" fmla="*/ 123 w 123"/>
                  <a:gd name="T11" fmla="*/ 67 h 89"/>
                  <a:gd name="T12" fmla="*/ 77 w 123"/>
                  <a:gd name="T13" fmla="*/ 46 h 89"/>
                  <a:gd name="T14" fmla="*/ 73 w 123"/>
                  <a:gd name="T15" fmla="*/ 46 h 89"/>
                  <a:gd name="T16" fmla="*/ 52 w 123"/>
                  <a:gd name="T17" fmla="*/ 48 h 89"/>
                  <a:gd name="T18" fmla="*/ 33 w 123"/>
                  <a:gd name="T19" fmla="*/ 42 h 89"/>
                  <a:gd name="T20" fmla="*/ 16 w 123"/>
                  <a:gd name="T21" fmla="*/ 5 h 89"/>
                  <a:gd name="T22" fmla="*/ 2 w 123"/>
                  <a:gd name="T23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3" h="89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6"/>
                      <a:pt x="0" y="11"/>
                      <a:pt x="0" y="17"/>
                    </a:cubicBezTo>
                    <a:cubicBezTo>
                      <a:pt x="0" y="57"/>
                      <a:pt x="32" y="89"/>
                      <a:pt x="72" y="89"/>
                    </a:cubicBezTo>
                    <a:cubicBezTo>
                      <a:pt x="92" y="89"/>
                      <a:pt x="110" y="80"/>
                      <a:pt x="123" y="67"/>
                    </a:cubicBezTo>
                    <a:cubicBezTo>
                      <a:pt x="112" y="54"/>
                      <a:pt x="94" y="46"/>
                      <a:pt x="77" y="46"/>
                    </a:cubicBezTo>
                    <a:cubicBezTo>
                      <a:pt x="75" y="46"/>
                      <a:pt x="74" y="46"/>
                      <a:pt x="73" y="46"/>
                    </a:cubicBezTo>
                    <a:cubicBezTo>
                      <a:pt x="66" y="47"/>
                      <a:pt x="58" y="48"/>
                      <a:pt x="52" y="48"/>
                    </a:cubicBezTo>
                    <a:cubicBezTo>
                      <a:pt x="44" y="48"/>
                      <a:pt x="38" y="47"/>
                      <a:pt x="33" y="42"/>
                    </a:cubicBezTo>
                    <a:cubicBezTo>
                      <a:pt x="23" y="32"/>
                      <a:pt x="25" y="15"/>
                      <a:pt x="16" y="5"/>
                    </a:cubicBezTo>
                    <a:cubicBezTo>
                      <a:pt x="12" y="2"/>
                      <a:pt x="7" y="0"/>
                      <a:pt x="2" y="0"/>
                    </a:cubicBezTo>
                  </a:path>
                </a:pathLst>
              </a:custGeom>
              <a:solidFill>
                <a:srgbClr val="AD77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5" name="iṣľíḋè"/>
              <p:cNvSpPr/>
              <p:nvPr/>
            </p:nvSpPr>
            <p:spPr bwMode="auto">
              <a:xfrm>
                <a:off x="5883275" y="2160588"/>
                <a:ext cx="171450" cy="171450"/>
              </a:xfrm>
              <a:custGeom>
                <a:avLst/>
                <a:gdLst>
                  <a:gd name="T0" fmla="*/ 4 w 52"/>
                  <a:gd name="T1" fmla="*/ 0 h 52"/>
                  <a:gd name="T2" fmla="*/ 4 w 52"/>
                  <a:gd name="T3" fmla="*/ 0 h 52"/>
                  <a:gd name="T4" fmla="*/ 0 w 52"/>
                  <a:gd name="T5" fmla="*/ 16 h 52"/>
                  <a:gd name="T6" fmla="*/ 35 w 52"/>
                  <a:gd name="T7" fmla="*/ 52 h 52"/>
                  <a:gd name="T8" fmla="*/ 52 w 52"/>
                  <a:gd name="T9" fmla="*/ 48 h 52"/>
                  <a:gd name="T10" fmla="*/ 47 w 52"/>
                  <a:gd name="T11" fmla="*/ 42 h 52"/>
                  <a:gd name="T12" fmla="*/ 20 w 52"/>
                  <a:gd name="T13" fmla="*/ 25 h 52"/>
                  <a:gd name="T14" fmla="*/ 13 w 52"/>
                  <a:gd name="T15" fmla="*/ 8 h 52"/>
                  <a:gd name="T16" fmla="*/ 4 w 52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2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1" y="5"/>
                      <a:pt x="0" y="10"/>
                      <a:pt x="0" y="16"/>
                    </a:cubicBezTo>
                    <a:cubicBezTo>
                      <a:pt x="0" y="36"/>
                      <a:pt x="16" y="52"/>
                      <a:pt x="35" y="52"/>
                    </a:cubicBezTo>
                    <a:cubicBezTo>
                      <a:pt x="41" y="52"/>
                      <a:pt x="47" y="51"/>
                      <a:pt x="52" y="48"/>
                    </a:cubicBezTo>
                    <a:cubicBezTo>
                      <a:pt x="51" y="46"/>
                      <a:pt x="49" y="44"/>
                      <a:pt x="47" y="42"/>
                    </a:cubicBezTo>
                    <a:cubicBezTo>
                      <a:pt x="39" y="35"/>
                      <a:pt x="26" y="34"/>
                      <a:pt x="20" y="25"/>
                    </a:cubicBezTo>
                    <a:cubicBezTo>
                      <a:pt x="16" y="20"/>
                      <a:pt x="16" y="13"/>
                      <a:pt x="13" y="8"/>
                    </a:cubicBezTo>
                    <a:cubicBezTo>
                      <a:pt x="11" y="4"/>
                      <a:pt x="8" y="1"/>
                      <a:pt x="4" y="0"/>
                    </a:cubicBezTo>
                  </a:path>
                </a:pathLst>
              </a:custGeom>
              <a:solidFill>
                <a:srgbClr val="DA95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6" name="ï$ļïďe"/>
              <p:cNvSpPr/>
              <p:nvPr/>
            </p:nvSpPr>
            <p:spPr bwMode="auto">
              <a:xfrm>
                <a:off x="4173538" y="2200275"/>
                <a:ext cx="1089025" cy="1084263"/>
              </a:xfrm>
              <a:custGeom>
                <a:avLst/>
                <a:gdLst>
                  <a:gd name="T0" fmla="*/ 0 w 330"/>
                  <a:gd name="T1" fmla="*/ 0 h 329"/>
                  <a:gd name="T2" fmla="*/ 0 w 330"/>
                  <a:gd name="T3" fmla="*/ 309 h 329"/>
                  <a:gd name="T4" fmla="*/ 20 w 330"/>
                  <a:gd name="T5" fmla="*/ 329 h 329"/>
                  <a:gd name="T6" fmla="*/ 330 w 330"/>
                  <a:gd name="T7" fmla="*/ 329 h 329"/>
                  <a:gd name="T8" fmla="*/ 327 w 330"/>
                  <a:gd name="T9" fmla="*/ 318 h 329"/>
                  <a:gd name="T10" fmla="*/ 242 w 330"/>
                  <a:gd name="T11" fmla="*/ 258 h 329"/>
                  <a:gd name="T12" fmla="*/ 222 w 330"/>
                  <a:gd name="T13" fmla="*/ 261 h 329"/>
                  <a:gd name="T14" fmla="*/ 177 w 330"/>
                  <a:gd name="T15" fmla="*/ 278 h 329"/>
                  <a:gd name="T16" fmla="*/ 158 w 330"/>
                  <a:gd name="T17" fmla="*/ 281 h 329"/>
                  <a:gd name="T18" fmla="*/ 132 w 330"/>
                  <a:gd name="T19" fmla="*/ 273 h 329"/>
                  <a:gd name="T20" fmla="*/ 103 w 330"/>
                  <a:gd name="T21" fmla="*/ 220 h 329"/>
                  <a:gd name="T22" fmla="*/ 52 w 330"/>
                  <a:gd name="T23" fmla="*/ 192 h 329"/>
                  <a:gd name="T24" fmla="*/ 31 w 330"/>
                  <a:gd name="T25" fmla="*/ 134 h 329"/>
                  <a:gd name="T26" fmla="*/ 41 w 330"/>
                  <a:gd name="T27" fmla="*/ 71 h 329"/>
                  <a:gd name="T28" fmla="*/ 25 w 330"/>
                  <a:gd name="T29" fmla="*/ 11 h 329"/>
                  <a:gd name="T30" fmla="*/ 0 w 330"/>
                  <a:gd name="T31" fmla="*/ 0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0" h="329">
                    <a:moveTo>
                      <a:pt x="0" y="0"/>
                    </a:moveTo>
                    <a:cubicBezTo>
                      <a:pt x="0" y="309"/>
                      <a:pt x="0" y="309"/>
                      <a:pt x="0" y="309"/>
                    </a:cubicBezTo>
                    <a:cubicBezTo>
                      <a:pt x="0" y="320"/>
                      <a:pt x="9" y="329"/>
                      <a:pt x="20" y="329"/>
                    </a:cubicBezTo>
                    <a:cubicBezTo>
                      <a:pt x="330" y="329"/>
                      <a:pt x="330" y="329"/>
                      <a:pt x="330" y="329"/>
                    </a:cubicBezTo>
                    <a:cubicBezTo>
                      <a:pt x="329" y="325"/>
                      <a:pt x="328" y="321"/>
                      <a:pt x="327" y="318"/>
                    </a:cubicBezTo>
                    <a:cubicBezTo>
                      <a:pt x="315" y="283"/>
                      <a:pt x="279" y="258"/>
                      <a:pt x="242" y="258"/>
                    </a:cubicBezTo>
                    <a:cubicBezTo>
                      <a:pt x="236" y="258"/>
                      <a:pt x="229" y="259"/>
                      <a:pt x="222" y="261"/>
                    </a:cubicBezTo>
                    <a:cubicBezTo>
                      <a:pt x="207" y="265"/>
                      <a:pt x="193" y="274"/>
                      <a:pt x="177" y="278"/>
                    </a:cubicBezTo>
                    <a:cubicBezTo>
                      <a:pt x="171" y="280"/>
                      <a:pt x="164" y="281"/>
                      <a:pt x="158" y="281"/>
                    </a:cubicBezTo>
                    <a:cubicBezTo>
                      <a:pt x="148" y="281"/>
                      <a:pt x="139" y="279"/>
                      <a:pt x="132" y="273"/>
                    </a:cubicBezTo>
                    <a:cubicBezTo>
                      <a:pt x="117" y="260"/>
                      <a:pt x="117" y="235"/>
                      <a:pt x="103" y="220"/>
                    </a:cubicBezTo>
                    <a:cubicBezTo>
                      <a:pt x="90" y="206"/>
                      <a:pt x="67" y="205"/>
                      <a:pt x="52" y="192"/>
                    </a:cubicBezTo>
                    <a:cubicBezTo>
                      <a:pt x="35" y="179"/>
                      <a:pt x="30" y="156"/>
                      <a:pt x="31" y="134"/>
                    </a:cubicBezTo>
                    <a:cubicBezTo>
                      <a:pt x="32" y="113"/>
                      <a:pt x="39" y="92"/>
                      <a:pt x="41" y="71"/>
                    </a:cubicBezTo>
                    <a:cubicBezTo>
                      <a:pt x="43" y="50"/>
                      <a:pt x="40" y="26"/>
                      <a:pt x="25" y="11"/>
                    </a:cubicBezTo>
                    <a:cubicBezTo>
                      <a:pt x="19" y="5"/>
                      <a:pt x="9" y="1"/>
                      <a:pt x="0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7" name="ísľïdê"/>
              <p:cNvSpPr/>
              <p:nvPr/>
            </p:nvSpPr>
            <p:spPr bwMode="auto">
              <a:xfrm>
                <a:off x="3797300" y="5076825"/>
                <a:ext cx="2871788" cy="622300"/>
              </a:xfrm>
              <a:custGeom>
                <a:avLst/>
                <a:gdLst>
                  <a:gd name="T0" fmla="*/ 734 w 870"/>
                  <a:gd name="T1" fmla="*/ 184 h 189"/>
                  <a:gd name="T2" fmla="*/ 828 w 870"/>
                  <a:gd name="T3" fmla="*/ 166 h 189"/>
                  <a:gd name="T4" fmla="*/ 864 w 870"/>
                  <a:gd name="T5" fmla="*/ 84 h 189"/>
                  <a:gd name="T6" fmla="*/ 792 w 870"/>
                  <a:gd name="T7" fmla="*/ 12 h 189"/>
                  <a:gd name="T8" fmla="*/ 602 w 870"/>
                  <a:gd name="T9" fmla="*/ 19 h 189"/>
                  <a:gd name="T10" fmla="*/ 377 w 870"/>
                  <a:gd name="T11" fmla="*/ 23 h 189"/>
                  <a:gd name="T12" fmla="*/ 213 w 870"/>
                  <a:gd name="T13" fmla="*/ 19 h 189"/>
                  <a:gd name="T14" fmla="*/ 136 w 870"/>
                  <a:gd name="T15" fmla="*/ 12 h 189"/>
                  <a:gd name="T16" fmla="*/ 45 w 870"/>
                  <a:gd name="T17" fmla="*/ 14 h 189"/>
                  <a:gd name="T18" fmla="*/ 5 w 870"/>
                  <a:gd name="T19" fmla="*/ 73 h 189"/>
                  <a:gd name="T20" fmla="*/ 38 w 870"/>
                  <a:gd name="T21" fmla="*/ 161 h 189"/>
                  <a:gd name="T22" fmla="*/ 109 w 870"/>
                  <a:gd name="T23" fmla="*/ 182 h 189"/>
                  <a:gd name="T24" fmla="*/ 421 w 870"/>
                  <a:gd name="T25" fmla="*/ 160 h 189"/>
                  <a:gd name="T26" fmla="*/ 734 w 870"/>
                  <a:gd name="T27" fmla="*/ 184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0" h="189">
                    <a:moveTo>
                      <a:pt x="734" y="184"/>
                    </a:moveTo>
                    <a:cubicBezTo>
                      <a:pt x="766" y="186"/>
                      <a:pt x="799" y="188"/>
                      <a:pt x="828" y="166"/>
                    </a:cubicBezTo>
                    <a:cubicBezTo>
                      <a:pt x="851" y="147"/>
                      <a:pt x="870" y="113"/>
                      <a:pt x="864" y="84"/>
                    </a:cubicBezTo>
                    <a:cubicBezTo>
                      <a:pt x="855" y="41"/>
                      <a:pt x="801" y="14"/>
                      <a:pt x="792" y="12"/>
                    </a:cubicBezTo>
                    <a:cubicBezTo>
                      <a:pt x="730" y="0"/>
                      <a:pt x="665" y="17"/>
                      <a:pt x="602" y="19"/>
                    </a:cubicBezTo>
                    <a:cubicBezTo>
                      <a:pt x="527" y="21"/>
                      <a:pt x="452" y="22"/>
                      <a:pt x="377" y="23"/>
                    </a:cubicBezTo>
                    <a:cubicBezTo>
                      <a:pt x="322" y="23"/>
                      <a:pt x="268" y="22"/>
                      <a:pt x="213" y="19"/>
                    </a:cubicBezTo>
                    <a:cubicBezTo>
                      <a:pt x="188" y="17"/>
                      <a:pt x="162" y="16"/>
                      <a:pt x="136" y="12"/>
                    </a:cubicBezTo>
                    <a:cubicBezTo>
                      <a:pt x="107" y="8"/>
                      <a:pt x="73" y="0"/>
                      <a:pt x="45" y="14"/>
                    </a:cubicBezTo>
                    <a:cubicBezTo>
                      <a:pt x="23" y="26"/>
                      <a:pt x="9" y="49"/>
                      <a:pt x="5" y="73"/>
                    </a:cubicBezTo>
                    <a:cubicBezTo>
                      <a:pt x="0" y="108"/>
                      <a:pt x="16" y="144"/>
                      <a:pt x="38" y="161"/>
                    </a:cubicBezTo>
                    <a:cubicBezTo>
                      <a:pt x="59" y="178"/>
                      <a:pt x="84" y="180"/>
                      <a:pt x="109" y="182"/>
                    </a:cubicBezTo>
                    <a:cubicBezTo>
                      <a:pt x="215" y="189"/>
                      <a:pt x="316" y="169"/>
                      <a:pt x="421" y="160"/>
                    </a:cubicBezTo>
                    <a:cubicBezTo>
                      <a:pt x="524" y="151"/>
                      <a:pt x="632" y="175"/>
                      <a:pt x="734" y="184"/>
                    </a:cubicBezTo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8" name="í$ļîďé"/>
              <p:cNvSpPr/>
              <p:nvPr/>
            </p:nvSpPr>
            <p:spPr bwMode="auto">
              <a:xfrm>
                <a:off x="7054850" y="4819650"/>
                <a:ext cx="290513" cy="755650"/>
              </a:xfrm>
              <a:custGeom>
                <a:avLst/>
                <a:gdLst>
                  <a:gd name="T0" fmla="*/ 0 w 88"/>
                  <a:gd name="T1" fmla="*/ 0 h 229"/>
                  <a:gd name="T2" fmla="*/ 53 w 88"/>
                  <a:gd name="T3" fmla="*/ 218 h 229"/>
                  <a:gd name="T4" fmla="*/ 70 w 88"/>
                  <a:gd name="T5" fmla="*/ 229 h 229"/>
                  <a:gd name="T6" fmla="*/ 70 w 88"/>
                  <a:gd name="T7" fmla="*/ 228 h 229"/>
                  <a:gd name="T8" fmla="*/ 86 w 88"/>
                  <a:gd name="T9" fmla="*/ 208 h 229"/>
                  <a:gd name="T10" fmla="*/ 81 w 88"/>
                  <a:gd name="T11" fmla="*/ 24 h 229"/>
                  <a:gd name="T12" fmla="*/ 0 w 88"/>
                  <a:gd name="T13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229">
                    <a:moveTo>
                      <a:pt x="0" y="0"/>
                    </a:moveTo>
                    <a:cubicBezTo>
                      <a:pt x="8" y="74"/>
                      <a:pt x="26" y="148"/>
                      <a:pt x="53" y="218"/>
                    </a:cubicBezTo>
                    <a:cubicBezTo>
                      <a:pt x="55" y="225"/>
                      <a:pt x="62" y="229"/>
                      <a:pt x="70" y="229"/>
                    </a:cubicBezTo>
                    <a:cubicBezTo>
                      <a:pt x="70" y="228"/>
                      <a:pt x="70" y="228"/>
                      <a:pt x="70" y="228"/>
                    </a:cubicBezTo>
                    <a:cubicBezTo>
                      <a:pt x="80" y="228"/>
                      <a:pt x="88" y="219"/>
                      <a:pt x="86" y="208"/>
                    </a:cubicBezTo>
                    <a:cubicBezTo>
                      <a:pt x="75" y="148"/>
                      <a:pt x="72" y="85"/>
                      <a:pt x="81" y="2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9" name="ïṩ1ídé"/>
              <p:cNvSpPr/>
              <p:nvPr/>
            </p:nvSpPr>
            <p:spPr bwMode="auto">
              <a:xfrm>
                <a:off x="7667625" y="4776788"/>
                <a:ext cx="379413" cy="722313"/>
              </a:xfrm>
              <a:custGeom>
                <a:avLst/>
                <a:gdLst>
                  <a:gd name="T0" fmla="*/ 0 w 115"/>
                  <a:gd name="T1" fmla="*/ 0 h 219"/>
                  <a:gd name="T2" fmla="*/ 80 w 115"/>
                  <a:gd name="T3" fmla="*/ 209 h 219"/>
                  <a:gd name="T4" fmla="*/ 98 w 115"/>
                  <a:gd name="T5" fmla="*/ 218 h 219"/>
                  <a:gd name="T6" fmla="*/ 98 w 115"/>
                  <a:gd name="T7" fmla="*/ 218 h 219"/>
                  <a:gd name="T8" fmla="*/ 111 w 115"/>
                  <a:gd name="T9" fmla="*/ 196 h 219"/>
                  <a:gd name="T10" fmla="*/ 83 w 115"/>
                  <a:gd name="T11" fmla="*/ 13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219">
                    <a:moveTo>
                      <a:pt x="0" y="0"/>
                    </a:moveTo>
                    <a:cubicBezTo>
                      <a:pt x="17" y="73"/>
                      <a:pt x="44" y="143"/>
                      <a:pt x="80" y="209"/>
                    </a:cubicBezTo>
                    <a:cubicBezTo>
                      <a:pt x="83" y="216"/>
                      <a:pt x="91" y="219"/>
                      <a:pt x="98" y="218"/>
                    </a:cubicBezTo>
                    <a:cubicBezTo>
                      <a:pt x="98" y="218"/>
                      <a:pt x="98" y="218"/>
                      <a:pt x="98" y="218"/>
                    </a:cubicBezTo>
                    <a:cubicBezTo>
                      <a:pt x="108" y="216"/>
                      <a:pt x="115" y="206"/>
                      <a:pt x="111" y="196"/>
                    </a:cubicBezTo>
                    <a:cubicBezTo>
                      <a:pt x="93" y="137"/>
                      <a:pt x="82" y="75"/>
                      <a:pt x="83" y="13"/>
                    </a:cubicBezTo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0" name="íśḻîḑè"/>
              <p:cNvSpPr/>
              <p:nvPr/>
            </p:nvSpPr>
            <p:spPr bwMode="auto">
              <a:xfrm>
                <a:off x="6915150" y="1992313"/>
                <a:ext cx="1089025" cy="958850"/>
              </a:xfrm>
              <a:custGeom>
                <a:avLst/>
                <a:gdLst>
                  <a:gd name="T0" fmla="*/ 276 w 330"/>
                  <a:gd name="T1" fmla="*/ 291 h 291"/>
                  <a:gd name="T2" fmla="*/ 320 w 330"/>
                  <a:gd name="T3" fmla="*/ 264 h 291"/>
                  <a:gd name="T4" fmla="*/ 323 w 330"/>
                  <a:gd name="T5" fmla="*/ 213 h 291"/>
                  <a:gd name="T6" fmla="*/ 280 w 330"/>
                  <a:gd name="T7" fmla="*/ 157 h 291"/>
                  <a:gd name="T8" fmla="*/ 264 w 330"/>
                  <a:gd name="T9" fmla="*/ 106 h 291"/>
                  <a:gd name="T10" fmla="*/ 219 w 330"/>
                  <a:gd name="T11" fmla="*/ 72 h 291"/>
                  <a:gd name="T12" fmla="*/ 188 w 330"/>
                  <a:gd name="T13" fmla="*/ 24 h 291"/>
                  <a:gd name="T14" fmla="*/ 140 w 330"/>
                  <a:gd name="T15" fmla="*/ 1 h 291"/>
                  <a:gd name="T16" fmla="*/ 92 w 330"/>
                  <a:gd name="T17" fmla="*/ 21 h 291"/>
                  <a:gd name="T18" fmla="*/ 46 w 330"/>
                  <a:gd name="T19" fmla="*/ 105 h 291"/>
                  <a:gd name="T20" fmla="*/ 8 w 330"/>
                  <a:gd name="T21" fmla="*/ 142 h 291"/>
                  <a:gd name="T22" fmla="*/ 7 w 330"/>
                  <a:gd name="T23" fmla="*/ 193 h 291"/>
                  <a:gd name="T24" fmla="*/ 25 w 330"/>
                  <a:gd name="T25" fmla="*/ 249 h 291"/>
                  <a:gd name="T26" fmla="*/ 276 w 330"/>
                  <a:gd name="T27" fmla="*/ 291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0" h="291">
                    <a:moveTo>
                      <a:pt x="276" y="291"/>
                    </a:moveTo>
                    <a:cubicBezTo>
                      <a:pt x="294" y="290"/>
                      <a:pt x="311" y="280"/>
                      <a:pt x="320" y="264"/>
                    </a:cubicBezTo>
                    <a:cubicBezTo>
                      <a:pt x="329" y="249"/>
                      <a:pt x="330" y="229"/>
                      <a:pt x="323" y="213"/>
                    </a:cubicBezTo>
                    <a:cubicBezTo>
                      <a:pt x="312" y="192"/>
                      <a:pt x="289" y="179"/>
                      <a:pt x="280" y="157"/>
                    </a:cubicBezTo>
                    <a:cubicBezTo>
                      <a:pt x="272" y="141"/>
                      <a:pt x="274" y="121"/>
                      <a:pt x="264" y="106"/>
                    </a:cubicBezTo>
                    <a:cubicBezTo>
                      <a:pt x="253" y="91"/>
                      <a:pt x="232" y="85"/>
                      <a:pt x="219" y="72"/>
                    </a:cubicBezTo>
                    <a:cubicBezTo>
                      <a:pt x="205" y="58"/>
                      <a:pt x="200" y="39"/>
                      <a:pt x="188" y="24"/>
                    </a:cubicBezTo>
                    <a:cubicBezTo>
                      <a:pt x="176" y="10"/>
                      <a:pt x="158" y="1"/>
                      <a:pt x="140" y="1"/>
                    </a:cubicBezTo>
                    <a:cubicBezTo>
                      <a:pt x="122" y="0"/>
                      <a:pt x="104" y="8"/>
                      <a:pt x="92" y="21"/>
                    </a:cubicBezTo>
                    <a:cubicBezTo>
                      <a:pt x="70" y="45"/>
                      <a:pt x="68" y="81"/>
                      <a:pt x="46" y="105"/>
                    </a:cubicBezTo>
                    <a:cubicBezTo>
                      <a:pt x="34" y="118"/>
                      <a:pt x="17" y="126"/>
                      <a:pt x="8" y="142"/>
                    </a:cubicBezTo>
                    <a:cubicBezTo>
                      <a:pt x="0" y="157"/>
                      <a:pt x="3" y="176"/>
                      <a:pt x="7" y="193"/>
                    </a:cubicBezTo>
                    <a:cubicBezTo>
                      <a:pt x="12" y="212"/>
                      <a:pt x="18" y="231"/>
                      <a:pt x="25" y="249"/>
                    </a:cubicBezTo>
                    <a:cubicBezTo>
                      <a:pt x="104" y="269"/>
                      <a:pt x="195" y="284"/>
                      <a:pt x="276" y="29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1" name="ïṩ1ïḍe"/>
              <p:cNvSpPr/>
              <p:nvPr/>
            </p:nvSpPr>
            <p:spPr bwMode="auto">
              <a:xfrm>
                <a:off x="7361238" y="2314575"/>
                <a:ext cx="284163" cy="465138"/>
              </a:xfrm>
              <a:custGeom>
                <a:avLst/>
                <a:gdLst>
                  <a:gd name="T0" fmla="*/ 85 w 86"/>
                  <a:gd name="T1" fmla="*/ 126 h 141"/>
                  <a:gd name="T2" fmla="*/ 82 w 86"/>
                  <a:gd name="T3" fmla="*/ 128 h 141"/>
                  <a:gd name="T4" fmla="*/ 32 w 86"/>
                  <a:gd name="T5" fmla="*/ 139 h 141"/>
                  <a:gd name="T6" fmla="*/ 15 w 86"/>
                  <a:gd name="T7" fmla="*/ 132 h 141"/>
                  <a:gd name="T8" fmla="*/ 0 w 86"/>
                  <a:gd name="T9" fmla="*/ 123 h 141"/>
                  <a:gd name="T10" fmla="*/ 2 w 86"/>
                  <a:gd name="T11" fmla="*/ 68 h 141"/>
                  <a:gd name="T12" fmla="*/ 3 w 86"/>
                  <a:gd name="T13" fmla="*/ 52 h 141"/>
                  <a:gd name="T14" fmla="*/ 3 w 86"/>
                  <a:gd name="T15" fmla="*/ 52 h 141"/>
                  <a:gd name="T16" fmla="*/ 3 w 86"/>
                  <a:gd name="T17" fmla="*/ 39 h 141"/>
                  <a:gd name="T18" fmla="*/ 3 w 86"/>
                  <a:gd name="T19" fmla="*/ 35 h 141"/>
                  <a:gd name="T20" fmla="*/ 3 w 86"/>
                  <a:gd name="T21" fmla="*/ 25 h 141"/>
                  <a:gd name="T22" fmla="*/ 6 w 86"/>
                  <a:gd name="T23" fmla="*/ 19 h 141"/>
                  <a:gd name="T24" fmla="*/ 8 w 86"/>
                  <a:gd name="T25" fmla="*/ 17 h 141"/>
                  <a:gd name="T26" fmla="*/ 16 w 86"/>
                  <a:gd name="T27" fmla="*/ 9 h 141"/>
                  <a:gd name="T28" fmla="*/ 25 w 86"/>
                  <a:gd name="T29" fmla="*/ 4 h 141"/>
                  <a:gd name="T30" fmla="*/ 25 w 86"/>
                  <a:gd name="T31" fmla="*/ 3 h 141"/>
                  <a:gd name="T32" fmla="*/ 44 w 86"/>
                  <a:gd name="T33" fmla="*/ 3 h 141"/>
                  <a:gd name="T34" fmla="*/ 63 w 86"/>
                  <a:gd name="T35" fmla="*/ 0 h 141"/>
                  <a:gd name="T36" fmla="*/ 75 w 86"/>
                  <a:gd name="T37" fmla="*/ 59 h 141"/>
                  <a:gd name="T38" fmla="*/ 76 w 86"/>
                  <a:gd name="T39" fmla="*/ 64 h 141"/>
                  <a:gd name="T40" fmla="*/ 84 w 86"/>
                  <a:gd name="T41" fmla="*/ 117 h 141"/>
                  <a:gd name="T42" fmla="*/ 85 w 86"/>
                  <a:gd name="T43" fmla="*/ 126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141">
                    <a:moveTo>
                      <a:pt x="85" y="126"/>
                    </a:moveTo>
                    <a:cubicBezTo>
                      <a:pt x="84" y="127"/>
                      <a:pt x="83" y="127"/>
                      <a:pt x="82" y="128"/>
                    </a:cubicBezTo>
                    <a:cubicBezTo>
                      <a:pt x="67" y="138"/>
                      <a:pt x="49" y="141"/>
                      <a:pt x="32" y="139"/>
                    </a:cubicBezTo>
                    <a:cubicBezTo>
                      <a:pt x="26" y="137"/>
                      <a:pt x="21" y="136"/>
                      <a:pt x="15" y="132"/>
                    </a:cubicBezTo>
                    <a:cubicBezTo>
                      <a:pt x="10" y="128"/>
                      <a:pt x="0" y="123"/>
                      <a:pt x="0" y="123"/>
                    </a:cubicBezTo>
                    <a:cubicBezTo>
                      <a:pt x="0" y="123"/>
                      <a:pt x="2" y="71"/>
                      <a:pt x="2" y="68"/>
                    </a:cubicBezTo>
                    <a:cubicBezTo>
                      <a:pt x="2" y="63"/>
                      <a:pt x="3" y="57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48"/>
                      <a:pt x="3" y="43"/>
                      <a:pt x="3" y="39"/>
                    </a:cubicBezTo>
                    <a:cubicBezTo>
                      <a:pt x="3" y="38"/>
                      <a:pt x="3" y="37"/>
                      <a:pt x="3" y="35"/>
                    </a:cubicBezTo>
                    <a:cubicBezTo>
                      <a:pt x="3" y="32"/>
                      <a:pt x="3" y="28"/>
                      <a:pt x="3" y="25"/>
                    </a:cubicBezTo>
                    <a:cubicBezTo>
                      <a:pt x="3" y="22"/>
                      <a:pt x="5" y="21"/>
                      <a:pt x="6" y="19"/>
                    </a:cubicBezTo>
                    <a:cubicBezTo>
                      <a:pt x="7" y="18"/>
                      <a:pt x="7" y="18"/>
                      <a:pt x="8" y="17"/>
                    </a:cubicBezTo>
                    <a:cubicBezTo>
                      <a:pt x="10" y="15"/>
                      <a:pt x="13" y="12"/>
                      <a:pt x="16" y="9"/>
                    </a:cubicBezTo>
                    <a:cubicBezTo>
                      <a:pt x="19" y="7"/>
                      <a:pt x="22" y="5"/>
                      <a:pt x="25" y="4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9" y="2"/>
                      <a:pt x="36" y="2"/>
                      <a:pt x="44" y="3"/>
                    </a:cubicBezTo>
                    <a:cubicBezTo>
                      <a:pt x="55" y="4"/>
                      <a:pt x="63" y="0"/>
                      <a:pt x="63" y="0"/>
                    </a:cubicBezTo>
                    <a:cubicBezTo>
                      <a:pt x="75" y="59"/>
                      <a:pt x="75" y="59"/>
                      <a:pt x="75" y="59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84" y="117"/>
                      <a:pt x="84" y="117"/>
                      <a:pt x="84" y="117"/>
                    </a:cubicBezTo>
                    <a:cubicBezTo>
                      <a:pt x="84" y="117"/>
                      <a:pt x="86" y="123"/>
                      <a:pt x="85" y="126"/>
                    </a:cubicBez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2" name="ïṥľídê"/>
              <p:cNvSpPr/>
              <p:nvPr/>
            </p:nvSpPr>
            <p:spPr bwMode="auto">
              <a:xfrm>
                <a:off x="7189788" y="2054225"/>
                <a:ext cx="415925" cy="455613"/>
              </a:xfrm>
              <a:custGeom>
                <a:avLst/>
                <a:gdLst>
                  <a:gd name="T0" fmla="*/ 2 w 126"/>
                  <a:gd name="T1" fmla="*/ 99 h 138"/>
                  <a:gd name="T2" fmla="*/ 2 w 126"/>
                  <a:gd name="T3" fmla="*/ 100 h 138"/>
                  <a:gd name="T4" fmla="*/ 29 w 126"/>
                  <a:gd name="T5" fmla="*/ 131 h 138"/>
                  <a:gd name="T6" fmla="*/ 33 w 126"/>
                  <a:gd name="T7" fmla="*/ 132 h 138"/>
                  <a:gd name="T8" fmla="*/ 65 w 126"/>
                  <a:gd name="T9" fmla="*/ 124 h 138"/>
                  <a:gd name="T10" fmla="*/ 83 w 126"/>
                  <a:gd name="T11" fmla="*/ 106 h 138"/>
                  <a:gd name="T12" fmla="*/ 89 w 126"/>
                  <a:gd name="T13" fmla="*/ 99 h 138"/>
                  <a:gd name="T14" fmla="*/ 122 w 126"/>
                  <a:gd name="T15" fmla="*/ 111 h 138"/>
                  <a:gd name="T16" fmla="*/ 75 w 126"/>
                  <a:gd name="T17" fmla="*/ 13 h 138"/>
                  <a:gd name="T18" fmla="*/ 12 w 126"/>
                  <a:gd name="T19" fmla="*/ 33 h 138"/>
                  <a:gd name="T20" fmla="*/ 0 w 126"/>
                  <a:gd name="T21" fmla="*/ 74 h 138"/>
                  <a:gd name="T22" fmla="*/ 2 w 126"/>
                  <a:gd name="T23" fmla="*/ 9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6" h="138">
                    <a:moveTo>
                      <a:pt x="2" y="99"/>
                    </a:moveTo>
                    <a:cubicBezTo>
                      <a:pt x="2" y="99"/>
                      <a:pt x="2" y="99"/>
                      <a:pt x="2" y="100"/>
                    </a:cubicBezTo>
                    <a:cubicBezTo>
                      <a:pt x="6" y="113"/>
                      <a:pt x="16" y="127"/>
                      <a:pt x="29" y="131"/>
                    </a:cubicBezTo>
                    <a:cubicBezTo>
                      <a:pt x="30" y="132"/>
                      <a:pt x="32" y="132"/>
                      <a:pt x="33" y="132"/>
                    </a:cubicBezTo>
                    <a:cubicBezTo>
                      <a:pt x="44" y="134"/>
                      <a:pt x="56" y="131"/>
                      <a:pt x="65" y="124"/>
                    </a:cubicBezTo>
                    <a:cubicBezTo>
                      <a:pt x="72" y="119"/>
                      <a:pt x="78" y="113"/>
                      <a:pt x="83" y="106"/>
                    </a:cubicBezTo>
                    <a:cubicBezTo>
                      <a:pt x="85" y="104"/>
                      <a:pt x="87" y="101"/>
                      <a:pt x="89" y="99"/>
                    </a:cubicBezTo>
                    <a:cubicBezTo>
                      <a:pt x="89" y="99"/>
                      <a:pt x="126" y="138"/>
                      <a:pt x="122" y="111"/>
                    </a:cubicBezTo>
                    <a:cubicBezTo>
                      <a:pt x="114" y="71"/>
                      <a:pt x="108" y="31"/>
                      <a:pt x="75" y="13"/>
                    </a:cubicBezTo>
                    <a:cubicBezTo>
                      <a:pt x="53" y="0"/>
                      <a:pt x="24" y="11"/>
                      <a:pt x="12" y="33"/>
                    </a:cubicBezTo>
                    <a:cubicBezTo>
                      <a:pt x="5" y="44"/>
                      <a:pt x="1" y="59"/>
                      <a:pt x="0" y="74"/>
                    </a:cubicBezTo>
                    <a:cubicBezTo>
                      <a:pt x="0" y="82"/>
                      <a:pt x="0" y="91"/>
                      <a:pt x="2" y="99"/>
                    </a:cubicBez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3" name="íşḷîḓe"/>
              <p:cNvSpPr/>
              <p:nvPr/>
            </p:nvSpPr>
            <p:spPr bwMode="auto">
              <a:xfrm>
                <a:off x="7400925" y="2274888"/>
                <a:ext cx="85725" cy="85725"/>
              </a:xfrm>
              <a:custGeom>
                <a:avLst/>
                <a:gdLst>
                  <a:gd name="T0" fmla="*/ 1 w 26"/>
                  <a:gd name="T1" fmla="*/ 14 h 26"/>
                  <a:gd name="T2" fmla="*/ 14 w 26"/>
                  <a:gd name="T3" fmla="*/ 25 h 26"/>
                  <a:gd name="T4" fmla="*/ 25 w 26"/>
                  <a:gd name="T5" fmla="*/ 12 h 26"/>
                  <a:gd name="T6" fmla="*/ 12 w 26"/>
                  <a:gd name="T7" fmla="*/ 1 h 26"/>
                  <a:gd name="T8" fmla="*/ 1 w 26"/>
                  <a:gd name="T9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1" y="14"/>
                    </a:moveTo>
                    <a:cubicBezTo>
                      <a:pt x="1" y="21"/>
                      <a:pt x="7" y="26"/>
                      <a:pt x="14" y="25"/>
                    </a:cubicBezTo>
                    <a:cubicBezTo>
                      <a:pt x="21" y="25"/>
                      <a:pt x="26" y="19"/>
                      <a:pt x="25" y="12"/>
                    </a:cubicBezTo>
                    <a:cubicBezTo>
                      <a:pt x="25" y="5"/>
                      <a:pt x="19" y="0"/>
                      <a:pt x="12" y="1"/>
                    </a:cubicBezTo>
                    <a:cubicBezTo>
                      <a:pt x="5" y="1"/>
                      <a:pt x="0" y="7"/>
                      <a:pt x="1" y="14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4" name="íṥḷïḓê"/>
              <p:cNvSpPr/>
              <p:nvPr/>
            </p:nvSpPr>
            <p:spPr bwMode="auto">
              <a:xfrm>
                <a:off x="7189788" y="2295525"/>
                <a:ext cx="52388" cy="85725"/>
              </a:xfrm>
              <a:custGeom>
                <a:avLst/>
                <a:gdLst>
                  <a:gd name="T0" fmla="*/ 2 w 16"/>
                  <a:gd name="T1" fmla="*/ 26 h 26"/>
                  <a:gd name="T2" fmla="*/ 4 w 16"/>
                  <a:gd name="T3" fmla="*/ 26 h 26"/>
                  <a:gd name="T4" fmla="*/ 16 w 16"/>
                  <a:gd name="T5" fmla="*/ 12 h 26"/>
                  <a:gd name="T6" fmla="*/ 2 w 16"/>
                  <a:gd name="T7" fmla="*/ 0 h 26"/>
                  <a:gd name="T8" fmla="*/ 0 w 16"/>
                  <a:gd name="T9" fmla="*/ 1 h 26"/>
                  <a:gd name="T10" fmla="*/ 2 w 16"/>
                  <a:gd name="T1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6">
                    <a:moveTo>
                      <a:pt x="2" y="26"/>
                    </a:moveTo>
                    <a:cubicBezTo>
                      <a:pt x="3" y="26"/>
                      <a:pt x="4" y="26"/>
                      <a:pt x="4" y="26"/>
                    </a:cubicBezTo>
                    <a:cubicBezTo>
                      <a:pt x="11" y="25"/>
                      <a:pt x="16" y="19"/>
                      <a:pt x="16" y="12"/>
                    </a:cubicBezTo>
                    <a:cubicBezTo>
                      <a:pt x="15" y="5"/>
                      <a:pt x="9" y="0"/>
                      <a:pt x="2" y="0"/>
                    </a:cubicBezTo>
                    <a:cubicBezTo>
                      <a:pt x="1" y="0"/>
                      <a:pt x="1" y="0"/>
                      <a:pt x="0" y="1"/>
                    </a:cubicBezTo>
                    <a:cubicBezTo>
                      <a:pt x="0" y="9"/>
                      <a:pt x="0" y="18"/>
                      <a:pt x="2" y="26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5" name="íś1ïḍé"/>
              <p:cNvSpPr/>
              <p:nvPr/>
            </p:nvSpPr>
            <p:spPr bwMode="auto">
              <a:xfrm>
                <a:off x="7294563" y="2239963"/>
                <a:ext cx="36513" cy="71438"/>
              </a:xfrm>
              <a:custGeom>
                <a:avLst/>
                <a:gdLst>
                  <a:gd name="T0" fmla="*/ 7 w 11"/>
                  <a:gd name="T1" fmla="*/ 22 h 22"/>
                  <a:gd name="T2" fmla="*/ 2 w 11"/>
                  <a:gd name="T3" fmla="*/ 20 h 22"/>
                  <a:gd name="T4" fmla="*/ 0 w 11"/>
                  <a:gd name="T5" fmla="*/ 14 h 22"/>
                  <a:gd name="T6" fmla="*/ 5 w 11"/>
                  <a:gd name="T7" fmla="*/ 0 h 22"/>
                  <a:gd name="T8" fmla="*/ 10 w 11"/>
                  <a:gd name="T9" fmla="*/ 1 h 22"/>
                  <a:gd name="T10" fmla="*/ 10 w 11"/>
                  <a:gd name="T11" fmla="*/ 1 h 22"/>
                  <a:gd name="T12" fmla="*/ 5 w 11"/>
                  <a:gd name="T13" fmla="*/ 15 h 22"/>
                  <a:gd name="T14" fmla="*/ 6 w 11"/>
                  <a:gd name="T15" fmla="*/ 17 h 22"/>
                  <a:gd name="T16" fmla="*/ 7 w 11"/>
                  <a:gd name="T17" fmla="*/ 17 h 22"/>
                  <a:gd name="T18" fmla="*/ 10 w 11"/>
                  <a:gd name="T19" fmla="*/ 17 h 22"/>
                  <a:gd name="T20" fmla="*/ 11 w 11"/>
                  <a:gd name="T21" fmla="*/ 22 h 22"/>
                  <a:gd name="T22" fmla="*/ 7 w 11"/>
                  <a:gd name="T2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22">
                    <a:moveTo>
                      <a:pt x="7" y="22"/>
                    </a:moveTo>
                    <a:cubicBezTo>
                      <a:pt x="5" y="22"/>
                      <a:pt x="3" y="21"/>
                      <a:pt x="2" y="20"/>
                    </a:cubicBezTo>
                    <a:cubicBezTo>
                      <a:pt x="0" y="18"/>
                      <a:pt x="0" y="16"/>
                      <a:pt x="0" y="14"/>
                    </a:cubicBezTo>
                    <a:cubicBezTo>
                      <a:pt x="2" y="10"/>
                      <a:pt x="3" y="5"/>
                      <a:pt x="5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8" y="7"/>
                      <a:pt x="6" y="11"/>
                      <a:pt x="5" y="15"/>
                    </a:cubicBezTo>
                    <a:cubicBezTo>
                      <a:pt x="5" y="16"/>
                      <a:pt x="5" y="16"/>
                      <a:pt x="6" y="17"/>
                    </a:cubicBezTo>
                    <a:cubicBezTo>
                      <a:pt x="6" y="17"/>
                      <a:pt x="6" y="17"/>
                      <a:pt x="7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6" name="išļïdé"/>
              <p:cNvSpPr/>
              <p:nvPr/>
            </p:nvSpPr>
            <p:spPr bwMode="auto">
              <a:xfrm>
                <a:off x="7358063" y="2239963"/>
                <a:ext cx="19050" cy="19050"/>
              </a:xfrm>
              <a:custGeom>
                <a:avLst/>
                <a:gdLst>
                  <a:gd name="T0" fmla="*/ 0 w 6"/>
                  <a:gd name="T1" fmla="*/ 3 h 6"/>
                  <a:gd name="T2" fmla="*/ 3 w 6"/>
                  <a:gd name="T3" fmla="*/ 6 h 6"/>
                  <a:gd name="T4" fmla="*/ 6 w 6"/>
                  <a:gd name="T5" fmla="*/ 2 h 6"/>
                  <a:gd name="T6" fmla="*/ 3 w 6"/>
                  <a:gd name="T7" fmla="*/ 0 h 6"/>
                  <a:gd name="T8" fmla="*/ 0 w 6"/>
                  <a:gd name="T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3"/>
                    </a:moveTo>
                    <a:cubicBezTo>
                      <a:pt x="0" y="5"/>
                      <a:pt x="1" y="6"/>
                      <a:pt x="3" y="6"/>
                    </a:cubicBezTo>
                    <a:cubicBezTo>
                      <a:pt x="5" y="5"/>
                      <a:pt x="6" y="4"/>
                      <a:pt x="6" y="2"/>
                    </a:cubicBezTo>
                    <a:cubicBezTo>
                      <a:pt x="6" y="1"/>
                      <a:pt x="4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7" name="ïṥḷîḑè"/>
              <p:cNvSpPr/>
              <p:nvPr/>
            </p:nvSpPr>
            <p:spPr bwMode="auto">
              <a:xfrm>
                <a:off x="7262813" y="2228850"/>
                <a:ext cx="19050" cy="20638"/>
              </a:xfrm>
              <a:custGeom>
                <a:avLst/>
                <a:gdLst>
                  <a:gd name="T0" fmla="*/ 0 w 6"/>
                  <a:gd name="T1" fmla="*/ 3 h 6"/>
                  <a:gd name="T2" fmla="*/ 3 w 6"/>
                  <a:gd name="T3" fmla="*/ 6 h 6"/>
                  <a:gd name="T4" fmla="*/ 5 w 6"/>
                  <a:gd name="T5" fmla="*/ 3 h 6"/>
                  <a:gd name="T6" fmla="*/ 2 w 6"/>
                  <a:gd name="T7" fmla="*/ 0 h 6"/>
                  <a:gd name="T8" fmla="*/ 0 w 6"/>
                  <a:gd name="T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3"/>
                    </a:moveTo>
                    <a:cubicBezTo>
                      <a:pt x="0" y="5"/>
                      <a:pt x="1" y="6"/>
                      <a:pt x="3" y="6"/>
                    </a:cubicBezTo>
                    <a:cubicBezTo>
                      <a:pt x="4" y="6"/>
                      <a:pt x="6" y="4"/>
                      <a:pt x="5" y="3"/>
                    </a:cubicBezTo>
                    <a:cubicBezTo>
                      <a:pt x="5" y="1"/>
                      <a:pt x="4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8" name="iślide"/>
              <p:cNvSpPr/>
              <p:nvPr/>
            </p:nvSpPr>
            <p:spPr bwMode="auto">
              <a:xfrm>
                <a:off x="8169275" y="3808413"/>
                <a:ext cx="109538" cy="250825"/>
              </a:xfrm>
              <a:custGeom>
                <a:avLst/>
                <a:gdLst>
                  <a:gd name="T0" fmla="*/ 10 w 33"/>
                  <a:gd name="T1" fmla="*/ 4 h 76"/>
                  <a:gd name="T2" fmla="*/ 0 w 33"/>
                  <a:gd name="T3" fmla="*/ 42 h 76"/>
                  <a:gd name="T4" fmla="*/ 4 w 33"/>
                  <a:gd name="T5" fmla="*/ 44 h 76"/>
                  <a:gd name="T6" fmla="*/ 7 w 33"/>
                  <a:gd name="T7" fmla="*/ 38 h 76"/>
                  <a:gd name="T8" fmla="*/ 8 w 33"/>
                  <a:gd name="T9" fmla="*/ 69 h 76"/>
                  <a:gd name="T10" fmla="*/ 13 w 33"/>
                  <a:gd name="T11" fmla="*/ 75 h 76"/>
                  <a:gd name="T12" fmla="*/ 21 w 33"/>
                  <a:gd name="T13" fmla="*/ 69 h 76"/>
                  <a:gd name="T14" fmla="*/ 28 w 33"/>
                  <a:gd name="T15" fmla="*/ 0 h 76"/>
                  <a:gd name="T16" fmla="*/ 10 w 33"/>
                  <a:gd name="T17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76">
                    <a:moveTo>
                      <a:pt x="10" y="4"/>
                    </a:moveTo>
                    <a:cubicBezTo>
                      <a:pt x="4" y="16"/>
                      <a:pt x="0" y="29"/>
                      <a:pt x="0" y="42"/>
                    </a:cubicBezTo>
                    <a:cubicBezTo>
                      <a:pt x="0" y="44"/>
                      <a:pt x="2" y="45"/>
                      <a:pt x="4" y="44"/>
                    </a:cubicBezTo>
                    <a:cubicBezTo>
                      <a:pt x="5" y="42"/>
                      <a:pt x="6" y="41"/>
                      <a:pt x="7" y="38"/>
                    </a:cubicBezTo>
                    <a:cubicBezTo>
                      <a:pt x="6" y="47"/>
                      <a:pt x="5" y="53"/>
                      <a:pt x="8" y="69"/>
                    </a:cubicBezTo>
                    <a:cubicBezTo>
                      <a:pt x="8" y="72"/>
                      <a:pt x="10" y="74"/>
                      <a:pt x="13" y="75"/>
                    </a:cubicBezTo>
                    <a:cubicBezTo>
                      <a:pt x="18" y="76"/>
                      <a:pt x="20" y="72"/>
                      <a:pt x="21" y="69"/>
                    </a:cubicBezTo>
                    <a:cubicBezTo>
                      <a:pt x="30" y="47"/>
                      <a:pt x="33" y="23"/>
                      <a:pt x="28" y="0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9" name="ïšļîḋe"/>
              <p:cNvSpPr/>
              <p:nvPr/>
            </p:nvSpPr>
            <p:spPr bwMode="auto">
              <a:xfrm>
                <a:off x="6410325" y="2041525"/>
                <a:ext cx="142875" cy="241300"/>
              </a:xfrm>
              <a:custGeom>
                <a:avLst/>
                <a:gdLst>
                  <a:gd name="T0" fmla="*/ 43 w 43"/>
                  <a:gd name="T1" fmla="*/ 61 h 73"/>
                  <a:gd name="T2" fmla="*/ 32 w 43"/>
                  <a:gd name="T3" fmla="*/ 22 h 73"/>
                  <a:gd name="T4" fmla="*/ 28 w 43"/>
                  <a:gd name="T5" fmla="*/ 23 h 73"/>
                  <a:gd name="T6" fmla="*/ 28 w 43"/>
                  <a:gd name="T7" fmla="*/ 30 h 73"/>
                  <a:gd name="T8" fmla="*/ 12 w 43"/>
                  <a:gd name="T9" fmla="*/ 3 h 73"/>
                  <a:gd name="T10" fmla="*/ 4 w 43"/>
                  <a:gd name="T11" fmla="*/ 1 h 73"/>
                  <a:gd name="T12" fmla="*/ 1 w 43"/>
                  <a:gd name="T13" fmla="*/ 10 h 73"/>
                  <a:gd name="T14" fmla="*/ 28 w 43"/>
                  <a:gd name="T15" fmla="*/ 73 h 73"/>
                  <a:gd name="T16" fmla="*/ 43 w 43"/>
                  <a:gd name="T17" fmla="*/ 6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3">
                    <a:moveTo>
                      <a:pt x="43" y="61"/>
                    </a:moveTo>
                    <a:cubicBezTo>
                      <a:pt x="42" y="47"/>
                      <a:pt x="38" y="34"/>
                      <a:pt x="32" y="22"/>
                    </a:cubicBezTo>
                    <a:cubicBezTo>
                      <a:pt x="31" y="21"/>
                      <a:pt x="29" y="21"/>
                      <a:pt x="28" y="23"/>
                    </a:cubicBezTo>
                    <a:cubicBezTo>
                      <a:pt x="28" y="25"/>
                      <a:pt x="28" y="27"/>
                      <a:pt x="28" y="30"/>
                    </a:cubicBezTo>
                    <a:cubicBezTo>
                      <a:pt x="25" y="21"/>
                      <a:pt x="22" y="16"/>
                      <a:pt x="12" y="3"/>
                    </a:cubicBezTo>
                    <a:cubicBezTo>
                      <a:pt x="10" y="1"/>
                      <a:pt x="7" y="0"/>
                      <a:pt x="4" y="1"/>
                    </a:cubicBezTo>
                    <a:cubicBezTo>
                      <a:pt x="0" y="2"/>
                      <a:pt x="0" y="6"/>
                      <a:pt x="1" y="10"/>
                    </a:cubicBezTo>
                    <a:cubicBezTo>
                      <a:pt x="3" y="33"/>
                      <a:pt x="13" y="56"/>
                      <a:pt x="28" y="73"/>
                    </a:cubicBezTo>
                    <a:lnTo>
                      <a:pt x="43" y="61"/>
                    </a:ln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0" name="îşḷíḑe"/>
              <p:cNvSpPr/>
              <p:nvPr/>
            </p:nvSpPr>
            <p:spPr bwMode="auto">
              <a:xfrm>
                <a:off x="7196138" y="2065338"/>
                <a:ext cx="363538" cy="180975"/>
              </a:xfrm>
              <a:custGeom>
                <a:avLst/>
                <a:gdLst>
                  <a:gd name="T0" fmla="*/ 0 w 110"/>
                  <a:gd name="T1" fmla="*/ 44 h 55"/>
                  <a:gd name="T2" fmla="*/ 37 w 110"/>
                  <a:gd name="T3" fmla="*/ 30 h 55"/>
                  <a:gd name="T4" fmla="*/ 104 w 110"/>
                  <a:gd name="T5" fmla="*/ 53 h 55"/>
                  <a:gd name="T6" fmla="*/ 105 w 110"/>
                  <a:gd name="T7" fmla="*/ 23 h 55"/>
                  <a:gd name="T8" fmla="*/ 79 w 110"/>
                  <a:gd name="T9" fmla="*/ 3 h 55"/>
                  <a:gd name="T10" fmla="*/ 54 w 110"/>
                  <a:gd name="T11" fmla="*/ 0 h 55"/>
                  <a:gd name="T12" fmla="*/ 35 w 110"/>
                  <a:gd name="T13" fmla="*/ 2 h 55"/>
                  <a:gd name="T14" fmla="*/ 10 w 110"/>
                  <a:gd name="T15" fmla="*/ 19 h 55"/>
                  <a:gd name="T16" fmla="*/ 0 w 110"/>
                  <a:gd name="T17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55">
                    <a:moveTo>
                      <a:pt x="0" y="44"/>
                    </a:moveTo>
                    <a:cubicBezTo>
                      <a:pt x="15" y="42"/>
                      <a:pt x="26" y="38"/>
                      <a:pt x="37" y="30"/>
                    </a:cubicBezTo>
                    <a:cubicBezTo>
                      <a:pt x="52" y="46"/>
                      <a:pt x="78" y="55"/>
                      <a:pt x="104" y="53"/>
                    </a:cubicBezTo>
                    <a:cubicBezTo>
                      <a:pt x="109" y="43"/>
                      <a:pt x="110" y="32"/>
                      <a:pt x="105" y="23"/>
                    </a:cubicBezTo>
                    <a:cubicBezTo>
                      <a:pt x="100" y="13"/>
                      <a:pt x="91" y="6"/>
                      <a:pt x="79" y="3"/>
                    </a:cubicBezTo>
                    <a:cubicBezTo>
                      <a:pt x="71" y="1"/>
                      <a:pt x="63" y="1"/>
                      <a:pt x="54" y="0"/>
                    </a:cubicBezTo>
                    <a:cubicBezTo>
                      <a:pt x="48" y="0"/>
                      <a:pt x="41" y="0"/>
                      <a:pt x="35" y="2"/>
                    </a:cubicBezTo>
                    <a:cubicBezTo>
                      <a:pt x="24" y="5"/>
                      <a:pt x="16" y="12"/>
                      <a:pt x="10" y="19"/>
                    </a:cubicBezTo>
                    <a:cubicBezTo>
                      <a:pt x="4" y="27"/>
                      <a:pt x="2" y="34"/>
                      <a:pt x="0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1" name="is1ïḋè"/>
              <p:cNvSpPr/>
              <p:nvPr/>
            </p:nvSpPr>
            <p:spPr bwMode="auto">
              <a:xfrm>
                <a:off x="7281863" y="2322513"/>
                <a:ext cx="85725" cy="61913"/>
              </a:xfrm>
              <a:custGeom>
                <a:avLst/>
                <a:gdLst>
                  <a:gd name="T0" fmla="*/ 0 w 26"/>
                  <a:gd name="T1" fmla="*/ 6 h 19"/>
                  <a:gd name="T2" fmla="*/ 0 w 26"/>
                  <a:gd name="T3" fmla="*/ 6 h 19"/>
                  <a:gd name="T4" fmla="*/ 7 w 26"/>
                  <a:gd name="T5" fmla="*/ 17 h 19"/>
                  <a:gd name="T6" fmla="*/ 19 w 26"/>
                  <a:gd name="T7" fmla="*/ 17 h 19"/>
                  <a:gd name="T8" fmla="*/ 26 w 26"/>
                  <a:gd name="T9" fmla="*/ 7 h 19"/>
                  <a:gd name="T10" fmla="*/ 26 w 26"/>
                  <a:gd name="T11" fmla="*/ 3 h 19"/>
                  <a:gd name="T12" fmla="*/ 26 w 26"/>
                  <a:gd name="T13" fmla="*/ 2 h 19"/>
                  <a:gd name="T14" fmla="*/ 23 w 26"/>
                  <a:gd name="T15" fmla="*/ 1 h 19"/>
                  <a:gd name="T16" fmla="*/ 3 w 26"/>
                  <a:gd name="T17" fmla="*/ 4 h 19"/>
                  <a:gd name="T18" fmla="*/ 0 w 26"/>
                  <a:gd name="T19" fmla="*/ 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19"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11"/>
                      <a:pt x="3" y="15"/>
                      <a:pt x="7" y="17"/>
                    </a:cubicBezTo>
                    <a:cubicBezTo>
                      <a:pt x="11" y="19"/>
                      <a:pt x="16" y="19"/>
                      <a:pt x="19" y="17"/>
                    </a:cubicBezTo>
                    <a:cubicBezTo>
                      <a:pt x="23" y="15"/>
                      <a:pt x="25" y="11"/>
                      <a:pt x="26" y="7"/>
                    </a:cubicBezTo>
                    <a:cubicBezTo>
                      <a:pt x="26" y="6"/>
                      <a:pt x="26" y="4"/>
                      <a:pt x="26" y="3"/>
                    </a:cubicBezTo>
                    <a:cubicBezTo>
                      <a:pt x="26" y="3"/>
                      <a:pt x="26" y="2"/>
                      <a:pt x="26" y="2"/>
                    </a:cubicBezTo>
                    <a:cubicBezTo>
                      <a:pt x="25" y="1"/>
                      <a:pt x="24" y="0"/>
                      <a:pt x="23" y="1"/>
                    </a:cubicBezTo>
                    <a:cubicBezTo>
                      <a:pt x="17" y="4"/>
                      <a:pt x="9" y="5"/>
                      <a:pt x="3" y="4"/>
                    </a:cubicBezTo>
                    <a:cubicBezTo>
                      <a:pt x="1" y="4"/>
                      <a:pt x="0" y="5"/>
                      <a:pt x="0" y="6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2" name="íṩḷiḓè"/>
              <p:cNvSpPr/>
              <p:nvPr/>
            </p:nvSpPr>
            <p:spPr bwMode="auto">
              <a:xfrm>
                <a:off x="7510463" y="2222500"/>
                <a:ext cx="77788" cy="73025"/>
              </a:xfrm>
              <a:custGeom>
                <a:avLst/>
                <a:gdLst>
                  <a:gd name="T0" fmla="*/ 0 w 24"/>
                  <a:gd name="T1" fmla="*/ 8 h 22"/>
                  <a:gd name="T2" fmla="*/ 9 w 24"/>
                  <a:gd name="T3" fmla="*/ 1 h 22"/>
                  <a:gd name="T4" fmla="*/ 21 w 24"/>
                  <a:gd name="T5" fmla="*/ 5 h 22"/>
                  <a:gd name="T6" fmla="*/ 22 w 24"/>
                  <a:gd name="T7" fmla="*/ 16 h 22"/>
                  <a:gd name="T8" fmla="*/ 11 w 24"/>
                  <a:gd name="T9" fmla="*/ 21 h 22"/>
                  <a:gd name="T10" fmla="*/ 0 w 24"/>
                  <a:gd name="T11" fmla="*/ 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22">
                    <a:moveTo>
                      <a:pt x="0" y="8"/>
                    </a:moveTo>
                    <a:cubicBezTo>
                      <a:pt x="2" y="4"/>
                      <a:pt x="5" y="1"/>
                      <a:pt x="9" y="1"/>
                    </a:cubicBezTo>
                    <a:cubicBezTo>
                      <a:pt x="13" y="0"/>
                      <a:pt x="18" y="1"/>
                      <a:pt x="21" y="5"/>
                    </a:cubicBezTo>
                    <a:cubicBezTo>
                      <a:pt x="23" y="8"/>
                      <a:pt x="24" y="13"/>
                      <a:pt x="22" y="16"/>
                    </a:cubicBezTo>
                    <a:cubicBezTo>
                      <a:pt x="20" y="20"/>
                      <a:pt x="15" y="22"/>
                      <a:pt x="11" y="21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3" name="íṧḻíḓè"/>
              <p:cNvSpPr/>
              <p:nvPr/>
            </p:nvSpPr>
            <p:spPr bwMode="auto">
              <a:xfrm>
                <a:off x="7532688" y="2239963"/>
                <a:ext cx="39688" cy="42863"/>
              </a:xfrm>
              <a:custGeom>
                <a:avLst/>
                <a:gdLst>
                  <a:gd name="T0" fmla="*/ 4 w 12"/>
                  <a:gd name="T1" fmla="*/ 13 h 13"/>
                  <a:gd name="T2" fmla="*/ 3 w 12"/>
                  <a:gd name="T3" fmla="*/ 13 h 13"/>
                  <a:gd name="T4" fmla="*/ 4 w 12"/>
                  <a:gd name="T5" fmla="*/ 8 h 13"/>
                  <a:gd name="T6" fmla="*/ 6 w 12"/>
                  <a:gd name="T7" fmla="*/ 7 h 13"/>
                  <a:gd name="T8" fmla="*/ 6 w 12"/>
                  <a:gd name="T9" fmla="*/ 6 h 13"/>
                  <a:gd name="T10" fmla="*/ 5 w 12"/>
                  <a:gd name="T11" fmla="*/ 5 h 13"/>
                  <a:gd name="T12" fmla="*/ 3 w 12"/>
                  <a:gd name="T13" fmla="*/ 6 h 13"/>
                  <a:gd name="T14" fmla="*/ 0 w 12"/>
                  <a:gd name="T15" fmla="*/ 2 h 13"/>
                  <a:gd name="T16" fmla="*/ 5 w 12"/>
                  <a:gd name="T17" fmla="*/ 0 h 13"/>
                  <a:gd name="T18" fmla="*/ 10 w 12"/>
                  <a:gd name="T19" fmla="*/ 2 h 13"/>
                  <a:gd name="T20" fmla="*/ 10 w 12"/>
                  <a:gd name="T21" fmla="*/ 10 h 13"/>
                  <a:gd name="T22" fmla="*/ 4 w 12"/>
                  <a:gd name="T2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" h="13">
                    <a:moveTo>
                      <a:pt x="4" y="13"/>
                    </a:moveTo>
                    <a:cubicBezTo>
                      <a:pt x="3" y="13"/>
                      <a:pt x="3" y="13"/>
                      <a:pt x="3" y="13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5" y="9"/>
                      <a:pt x="6" y="8"/>
                      <a:pt x="6" y="7"/>
                    </a:cubicBezTo>
                    <a:cubicBezTo>
                      <a:pt x="7" y="7"/>
                      <a:pt x="7" y="6"/>
                      <a:pt x="6" y="6"/>
                    </a:cubicBezTo>
                    <a:cubicBezTo>
                      <a:pt x="6" y="5"/>
                      <a:pt x="6" y="5"/>
                      <a:pt x="5" y="5"/>
                    </a:cubicBezTo>
                    <a:cubicBezTo>
                      <a:pt x="4" y="5"/>
                      <a:pt x="4" y="5"/>
                      <a:pt x="3" y="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7" y="0"/>
                      <a:pt x="9" y="1"/>
                      <a:pt x="10" y="2"/>
                    </a:cubicBezTo>
                    <a:cubicBezTo>
                      <a:pt x="12" y="4"/>
                      <a:pt x="12" y="8"/>
                      <a:pt x="10" y="10"/>
                    </a:cubicBezTo>
                    <a:cubicBezTo>
                      <a:pt x="9" y="12"/>
                      <a:pt x="6" y="13"/>
                      <a:pt x="4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4" name="î$lïďé"/>
              <p:cNvSpPr/>
              <p:nvPr/>
            </p:nvSpPr>
            <p:spPr bwMode="auto">
              <a:xfrm>
                <a:off x="7351713" y="1876425"/>
                <a:ext cx="217488" cy="217488"/>
              </a:xfrm>
              <a:custGeom>
                <a:avLst/>
                <a:gdLst>
                  <a:gd name="T0" fmla="*/ 13 w 66"/>
                  <a:gd name="T1" fmla="*/ 50 h 66"/>
                  <a:gd name="T2" fmla="*/ 41 w 66"/>
                  <a:gd name="T3" fmla="*/ 64 h 66"/>
                  <a:gd name="T4" fmla="*/ 64 w 66"/>
                  <a:gd name="T5" fmla="*/ 42 h 66"/>
                  <a:gd name="T6" fmla="*/ 50 w 66"/>
                  <a:gd name="T7" fmla="*/ 13 h 66"/>
                  <a:gd name="T8" fmla="*/ 13 w 66"/>
                  <a:gd name="T9" fmla="*/ 5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13" y="50"/>
                    </a:moveTo>
                    <a:cubicBezTo>
                      <a:pt x="18" y="60"/>
                      <a:pt x="30" y="66"/>
                      <a:pt x="41" y="64"/>
                    </a:cubicBezTo>
                    <a:cubicBezTo>
                      <a:pt x="52" y="62"/>
                      <a:pt x="62" y="53"/>
                      <a:pt x="64" y="42"/>
                    </a:cubicBezTo>
                    <a:cubicBezTo>
                      <a:pt x="66" y="30"/>
                      <a:pt x="60" y="18"/>
                      <a:pt x="50" y="13"/>
                    </a:cubicBezTo>
                    <a:cubicBezTo>
                      <a:pt x="26" y="0"/>
                      <a:pt x="0" y="27"/>
                      <a:pt x="13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5" name="iṩļîḋe"/>
              <p:cNvSpPr/>
              <p:nvPr/>
            </p:nvSpPr>
            <p:spPr bwMode="auto">
              <a:xfrm>
                <a:off x="6461125" y="2222500"/>
                <a:ext cx="1903413" cy="2719388"/>
              </a:xfrm>
              <a:custGeom>
                <a:avLst/>
                <a:gdLst>
                  <a:gd name="T0" fmla="*/ 560 w 577"/>
                  <a:gd name="T1" fmla="*/ 456 h 825"/>
                  <a:gd name="T2" fmla="*/ 555 w 577"/>
                  <a:gd name="T3" fmla="*/ 475 h 825"/>
                  <a:gd name="T4" fmla="*/ 549 w 577"/>
                  <a:gd name="T5" fmla="*/ 481 h 825"/>
                  <a:gd name="T6" fmla="*/ 527 w 577"/>
                  <a:gd name="T7" fmla="*/ 488 h 825"/>
                  <a:gd name="T8" fmla="*/ 526 w 577"/>
                  <a:gd name="T9" fmla="*/ 488 h 825"/>
                  <a:gd name="T10" fmla="*/ 515 w 577"/>
                  <a:gd name="T11" fmla="*/ 479 h 825"/>
                  <a:gd name="T12" fmla="*/ 462 w 577"/>
                  <a:gd name="T13" fmla="*/ 335 h 825"/>
                  <a:gd name="T14" fmla="*/ 422 w 577"/>
                  <a:gd name="T15" fmla="*/ 290 h 825"/>
                  <a:gd name="T16" fmla="*/ 406 w 577"/>
                  <a:gd name="T17" fmla="*/ 298 h 825"/>
                  <a:gd name="T18" fmla="*/ 406 w 577"/>
                  <a:gd name="T19" fmla="*/ 301 h 825"/>
                  <a:gd name="T20" fmla="*/ 409 w 577"/>
                  <a:gd name="T21" fmla="*/ 336 h 825"/>
                  <a:gd name="T22" fmla="*/ 409 w 577"/>
                  <a:gd name="T23" fmla="*/ 344 h 825"/>
                  <a:gd name="T24" fmla="*/ 432 w 577"/>
                  <a:gd name="T25" fmla="*/ 511 h 825"/>
                  <a:gd name="T26" fmla="*/ 493 w 577"/>
                  <a:gd name="T27" fmla="*/ 779 h 825"/>
                  <a:gd name="T28" fmla="*/ 492 w 577"/>
                  <a:gd name="T29" fmla="*/ 789 h 825"/>
                  <a:gd name="T30" fmla="*/ 477 w 577"/>
                  <a:gd name="T31" fmla="*/ 801 h 825"/>
                  <a:gd name="T32" fmla="*/ 448 w 577"/>
                  <a:gd name="T33" fmla="*/ 807 h 825"/>
                  <a:gd name="T34" fmla="*/ 419 w 577"/>
                  <a:gd name="T35" fmla="*/ 806 h 825"/>
                  <a:gd name="T36" fmla="*/ 392 w 577"/>
                  <a:gd name="T37" fmla="*/ 805 h 825"/>
                  <a:gd name="T38" fmla="*/ 356 w 577"/>
                  <a:gd name="T39" fmla="*/ 817 h 825"/>
                  <a:gd name="T40" fmla="*/ 341 w 577"/>
                  <a:gd name="T41" fmla="*/ 812 h 825"/>
                  <a:gd name="T42" fmla="*/ 301 w 577"/>
                  <a:gd name="T43" fmla="*/ 559 h 825"/>
                  <a:gd name="T44" fmla="*/ 291 w 577"/>
                  <a:gd name="T45" fmla="*/ 558 h 825"/>
                  <a:gd name="T46" fmla="*/ 299 w 577"/>
                  <a:gd name="T47" fmla="*/ 801 h 825"/>
                  <a:gd name="T48" fmla="*/ 296 w 577"/>
                  <a:gd name="T49" fmla="*/ 811 h 825"/>
                  <a:gd name="T50" fmla="*/ 255 w 577"/>
                  <a:gd name="T51" fmla="*/ 822 h 825"/>
                  <a:gd name="T52" fmla="*/ 206 w 577"/>
                  <a:gd name="T53" fmla="*/ 816 h 825"/>
                  <a:gd name="T54" fmla="*/ 173 w 577"/>
                  <a:gd name="T55" fmla="*/ 822 h 825"/>
                  <a:gd name="T56" fmla="*/ 160 w 577"/>
                  <a:gd name="T57" fmla="*/ 817 h 825"/>
                  <a:gd name="T58" fmla="*/ 165 w 577"/>
                  <a:gd name="T59" fmla="*/ 556 h 825"/>
                  <a:gd name="T60" fmla="*/ 208 w 577"/>
                  <a:gd name="T61" fmla="*/ 349 h 825"/>
                  <a:gd name="T62" fmla="*/ 209 w 577"/>
                  <a:gd name="T63" fmla="*/ 348 h 825"/>
                  <a:gd name="T64" fmla="*/ 209 w 577"/>
                  <a:gd name="T65" fmla="*/ 288 h 825"/>
                  <a:gd name="T66" fmla="*/ 204 w 577"/>
                  <a:gd name="T67" fmla="*/ 280 h 825"/>
                  <a:gd name="T68" fmla="*/ 194 w 577"/>
                  <a:gd name="T69" fmla="*/ 275 h 825"/>
                  <a:gd name="T70" fmla="*/ 3 w 577"/>
                  <a:gd name="T71" fmla="*/ 33 h 825"/>
                  <a:gd name="T72" fmla="*/ 1 w 577"/>
                  <a:gd name="T73" fmla="*/ 27 h 825"/>
                  <a:gd name="T74" fmla="*/ 5 w 577"/>
                  <a:gd name="T75" fmla="*/ 16 h 825"/>
                  <a:gd name="T76" fmla="*/ 31 w 577"/>
                  <a:gd name="T77" fmla="*/ 2 h 825"/>
                  <a:gd name="T78" fmla="*/ 44 w 577"/>
                  <a:gd name="T79" fmla="*/ 5 h 825"/>
                  <a:gd name="T80" fmla="*/ 199 w 577"/>
                  <a:gd name="T81" fmla="*/ 106 h 825"/>
                  <a:gd name="T82" fmla="*/ 276 w 577"/>
                  <a:gd name="T83" fmla="*/ 106 h 825"/>
                  <a:gd name="T84" fmla="*/ 350 w 577"/>
                  <a:gd name="T85" fmla="*/ 106 h 825"/>
                  <a:gd name="T86" fmla="*/ 357 w 577"/>
                  <a:gd name="T87" fmla="*/ 107 h 825"/>
                  <a:gd name="T88" fmla="*/ 539 w 577"/>
                  <a:gd name="T89" fmla="*/ 243 h 825"/>
                  <a:gd name="T90" fmla="*/ 560 w 577"/>
                  <a:gd name="T91" fmla="*/ 456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77" h="825">
                    <a:moveTo>
                      <a:pt x="560" y="456"/>
                    </a:moveTo>
                    <a:cubicBezTo>
                      <a:pt x="559" y="462"/>
                      <a:pt x="557" y="469"/>
                      <a:pt x="555" y="475"/>
                    </a:cubicBezTo>
                    <a:cubicBezTo>
                      <a:pt x="554" y="478"/>
                      <a:pt x="552" y="481"/>
                      <a:pt x="549" y="481"/>
                    </a:cubicBezTo>
                    <a:cubicBezTo>
                      <a:pt x="542" y="483"/>
                      <a:pt x="534" y="486"/>
                      <a:pt x="527" y="488"/>
                    </a:cubicBezTo>
                    <a:cubicBezTo>
                      <a:pt x="527" y="488"/>
                      <a:pt x="526" y="488"/>
                      <a:pt x="526" y="488"/>
                    </a:cubicBezTo>
                    <a:cubicBezTo>
                      <a:pt x="521" y="489"/>
                      <a:pt x="516" y="485"/>
                      <a:pt x="515" y="479"/>
                    </a:cubicBezTo>
                    <a:cubicBezTo>
                      <a:pt x="511" y="427"/>
                      <a:pt x="492" y="377"/>
                      <a:pt x="462" y="335"/>
                    </a:cubicBezTo>
                    <a:cubicBezTo>
                      <a:pt x="450" y="319"/>
                      <a:pt x="436" y="304"/>
                      <a:pt x="422" y="290"/>
                    </a:cubicBezTo>
                    <a:cubicBezTo>
                      <a:pt x="415" y="285"/>
                      <a:pt x="405" y="289"/>
                      <a:pt x="406" y="298"/>
                    </a:cubicBezTo>
                    <a:cubicBezTo>
                      <a:pt x="406" y="299"/>
                      <a:pt x="406" y="300"/>
                      <a:pt x="406" y="301"/>
                    </a:cubicBezTo>
                    <a:cubicBezTo>
                      <a:pt x="407" y="314"/>
                      <a:pt x="408" y="326"/>
                      <a:pt x="409" y="336"/>
                    </a:cubicBezTo>
                    <a:cubicBezTo>
                      <a:pt x="409" y="339"/>
                      <a:pt x="409" y="342"/>
                      <a:pt x="409" y="344"/>
                    </a:cubicBezTo>
                    <a:cubicBezTo>
                      <a:pt x="416" y="424"/>
                      <a:pt x="425" y="445"/>
                      <a:pt x="432" y="511"/>
                    </a:cubicBezTo>
                    <a:cubicBezTo>
                      <a:pt x="441" y="591"/>
                      <a:pt x="453" y="708"/>
                      <a:pt x="493" y="779"/>
                    </a:cubicBezTo>
                    <a:cubicBezTo>
                      <a:pt x="495" y="782"/>
                      <a:pt x="495" y="786"/>
                      <a:pt x="492" y="789"/>
                    </a:cubicBezTo>
                    <a:cubicBezTo>
                      <a:pt x="488" y="794"/>
                      <a:pt x="483" y="798"/>
                      <a:pt x="477" y="801"/>
                    </a:cubicBezTo>
                    <a:cubicBezTo>
                      <a:pt x="468" y="805"/>
                      <a:pt x="458" y="807"/>
                      <a:pt x="448" y="807"/>
                    </a:cubicBezTo>
                    <a:cubicBezTo>
                      <a:pt x="438" y="808"/>
                      <a:pt x="429" y="807"/>
                      <a:pt x="419" y="806"/>
                    </a:cubicBezTo>
                    <a:cubicBezTo>
                      <a:pt x="410" y="805"/>
                      <a:pt x="401" y="805"/>
                      <a:pt x="392" y="805"/>
                    </a:cubicBezTo>
                    <a:cubicBezTo>
                      <a:pt x="379" y="806"/>
                      <a:pt x="366" y="809"/>
                      <a:pt x="356" y="817"/>
                    </a:cubicBezTo>
                    <a:cubicBezTo>
                      <a:pt x="351" y="821"/>
                      <a:pt x="343" y="818"/>
                      <a:pt x="341" y="812"/>
                    </a:cubicBezTo>
                    <a:cubicBezTo>
                      <a:pt x="317" y="731"/>
                      <a:pt x="301" y="644"/>
                      <a:pt x="301" y="559"/>
                    </a:cubicBezTo>
                    <a:cubicBezTo>
                      <a:pt x="301" y="553"/>
                      <a:pt x="292" y="553"/>
                      <a:pt x="291" y="558"/>
                    </a:cubicBezTo>
                    <a:cubicBezTo>
                      <a:pt x="276" y="638"/>
                      <a:pt x="281" y="722"/>
                      <a:pt x="299" y="801"/>
                    </a:cubicBezTo>
                    <a:cubicBezTo>
                      <a:pt x="300" y="805"/>
                      <a:pt x="299" y="808"/>
                      <a:pt x="296" y="811"/>
                    </a:cubicBezTo>
                    <a:cubicBezTo>
                      <a:pt x="285" y="820"/>
                      <a:pt x="269" y="822"/>
                      <a:pt x="255" y="822"/>
                    </a:cubicBezTo>
                    <a:cubicBezTo>
                      <a:pt x="239" y="821"/>
                      <a:pt x="222" y="817"/>
                      <a:pt x="206" y="816"/>
                    </a:cubicBezTo>
                    <a:cubicBezTo>
                      <a:pt x="193" y="816"/>
                      <a:pt x="182" y="817"/>
                      <a:pt x="173" y="822"/>
                    </a:cubicBezTo>
                    <a:cubicBezTo>
                      <a:pt x="168" y="825"/>
                      <a:pt x="162" y="823"/>
                      <a:pt x="160" y="817"/>
                    </a:cubicBezTo>
                    <a:cubicBezTo>
                      <a:pt x="129" y="735"/>
                      <a:pt x="143" y="642"/>
                      <a:pt x="165" y="556"/>
                    </a:cubicBezTo>
                    <a:cubicBezTo>
                      <a:pt x="181" y="488"/>
                      <a:pt x="203" y="419"/>
                      <a:pt x="208" y="349"/>
                    </a:cubicBezTo>
                    <a:cubicBezTo>
                      <a:pt x="208" y="349"/>
                      <a:pt x="208" y="348"/>
                      <a:pt x="209" y="348"/>
                    </a:cubicBezTo>
                    <a:cubicBezTo>
                      <a:pt x="210" y="328"/>
                      <a:pt x="210" y="308"/>
                      <a:pt x="209" y="288"/>
                    </a:cubicBezTo>
                    <a:cubicBezTo>
                      <a:pt x="209" y="285"/>
                      <a:pt x="207" y="282"/>
                      <a:pt x="204" y="280"/>
                    </a:cubicBezTo>
                    <a:cubicBezTo>
                      <a:pt x="201" y="279"/>
                      <a:pt x="198" y="277"/>
                      <a:pt x="194" y="275"/>
                    </a:cubicBezTo>
                    <a:cubicBezTo>
                      <a:pt x="103" y="223"/>
                      <a:pt x="34" y="133"/>
                      <a:pt x="3" y="33"/>
                    </a:cubicBezTo>
                    <a:cubicBezTo>
                      <a:pt x="2" y="31"/>
                      <a:pt x="2" y="29"/>
                      <a:pt x="1" y="27"/>
                    </a:cubicBezTo>
                    <a:cubicBezTo>
                      <a:pt x="0" y="23"/>
                      <a:pt x="2" y="18"/>
                      <a:pt x="5" y="16"/>
                    </a:cubicBezTo>
                    <a:cubicBezTo>
                      <a:pt x="14" y="11"/>
                      <a:pt x="23" y="7"/>
                      <a:pt x="31" y="2"/>
                    </a:cubicBezTo>
                    <a:cubicBezTo>
                      <a:pt x="36" y="0"/>
                      <a:pt x="41" y="1"/>
                      <a:pt x="44" y="5"/>
                    </a:cubicBezTo>
                    <a:cubicBezTo>
                      <a:pt x="77" y="60"/>
                      <a:pt x="136" y="99"/>
                      <a:pt x="199" y="106"/>
                    </a:cubicBezTo>
                    <a:cubicBezTo>
                      <a:pt x="225" y="110"/>
                      <a:pt x="250" y="108"/>
                      <a:pt x="276" y="106"/>
                    </a:cubicBezTo>
                    <a:cubicBezTo>
                      <a:pt x="301" y="105"/>
                      <a:pt x="325" y="103"/>
                      <a:pt x="350" y="106"/>
                    </a:cubicBezTo>
                    <a:cubicBezTo>
                      <a:pt x="352" y="106"/>
                      <a:pt x="355" y="106"/>
                      <a:pt x="357" y="107"/>
                    </a:cubicBezTo>
                    <a:cubicBezTo>
                      <a:pt x="435" y="118"/>
                      <a:pt x="504" y="172"/>
                      <a:pt x="539" y="243"/>
                    </a:cubicBezTo>
                    <a:cubicBezTo>
                      <a:pt x="572" y="308"/>
                      <a:pt x="577" y="385"/>
                      <a:pt x="560" y="456"/>
                    </a:cubicBezTo>
                  </a:path>
                </a:pathLst>
              </a:custGeom>
              <a:solidFill>
                <a:srgbClr val="ABA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6" name="ïṩḻïḑé"/>
              <p:cNvSpPr/>
              <p:nvPr/>
            </p:nvSpPr>
            <p:spPr bwMode="auto">
              <a:xfrm>
                <a:off x="7767638" y="5419725"/>
                <a:ext cx="282575" cy="236538"/>
              </a:xfrm>
              <a:custGeom>
                <a:avLst/>
                <a:gdLst>
                  <a:gd name="T0" fmla="*/ 75 w 86"/>
                  <a:gd name="T1" fmla="*/ 2 h 72"/>
                  <a:gd name="T2" fmla="*/ 82 w 86"/>
                  <a:gd name="T3" fmla="*/ 5 h 72"/>
                  <a:gd name="T4" fmla="*/ 86 w 86"/>
                  <a:gd name="T5" fmla="*/ 23 h 72"/>
                  <a:gd name="T6" fmla="*/ 79 w 86"/>
                  <a:gd name="T7" fmla="*/ 46 h 72"/>
                  <a:gd name="T8" fmla="*/ 58 w 86"/>
                  <a:gd name="T9" fmla="*/ 57 h 72"/>
                  <a:gd name="T10" fmla="*/ 8 w 86"/>
                  <a:gd name="T11" fmla="*/ 71 h 72"/>
                  <a:gd name="T12" fmla="*/ 3 w 86"/>
                  <a:gd name="T13" fmla="*/ 64 h 72"/>
                  <a:gd name="T14" fmla="*/ 75 w 86"/>
                  <a:gd name="T15" fmla="*/ 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6" h="72">
                    <a:moveTo>
                      <a:pt x="75" y="2"/>
                    </a:moveTo>
                    <a:cubicBezTo>
                      <a:pt x="78" y="0"/>
                      <a:pt x="81" y="2"/>
                      <a:pt x="82" y="5"/>
                    </a:cubicBezTo>
                    <a:cubicBezTo>
                      <a:pt x="84" y="11"/>
                      <a:pt x="85" y="17"/>
                      <a:pt x="86" y="23"/>
                    </a:cubicBezTo>
                    <a:cubicBezTo>
                      <a:pt x="86" y="31"/>
                      <a:pt x="84" y="39"/>
                      <a:pt x="79" y="46"/>
                    </a:cubicBezTo>
                    <a:cubicBezTo>
                      <a:pt x="74" y="52"/>
                      <a:pt x="66" y="55"/>
                      <a:pt x="58" y="57"/>
                    </a:cubicBezTo>
                    <a:cubicBezTo>
                      <a:pt x="42" y="63"/>
                      <a:pt x="25" y="68"/>
                      <a:pt x="8" y="71"/>
                    </a:cubicBezTo>
                    <a:cubicBezTo>
                      <a:pt x="3" y="72"/>
                      <a:pt x="0" y="67"/>
                      <a:pt x="3" y="64"/>
                    </a:cubicBezTo>
                    <a:cubicBezTo>
                      <a:pt x="23" y="41"/>
                      <a:pt x="51" y="18"/>
                      <a:pt x="75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7" name="i$ḻïďé"/>
              <p:cNvSpPr/>
              <p:nvPr/>
            </p:nvSpPr>
            <p:spPr bwMode="auto">
              <a:xfrm>
                <a:off x="7024688" y="5521325"/>
                <a:ext cx="317500" cy="168275"/>
              </a:xfrm>
              <a:custGeom>
                <a:avLst/>
                <a:gdLst>
                  <a:gd name="T0" fmla="*/ 89 w 96"/>
                  <a:gd name="T1" fmla="*/ 1 h 51"/>
                  <a:gd name="T2" fmla="*/ 95 w 96"/>
                  <a:gd name="T3" fmla="*/ 5 h 51"/>
                  <a:gd name="T4" fmla="*/ 94 w 96"/>
                  <a:gd name="T5" fmla="*/ 24 h 51"/>
                  <a:gd name="T6" fmla="*/ 81 w 96"/>
                  <a:gd name="T7" fmla="*/ 44 h 51"/>
                  <a:gd name="T8" fmla="*/ 58 w 96"/>
                  <a:gd name="T9" fmla="*/ 50 h 51"/>
                  <a:gd name="T10" fmla="*/ 6 w 96"/>
                  <a:gd name="T11" fmla="*/ 49 h 51"/>
                  <a:gd name="T12" fmla="*/ 4 w 96"/>
                  <a:gd name="T13" fmla="*/ 40 h 51"/>
                  <a:gd name="T14" fmla="*/ 89 w 96"/>
                  <a:gd name="T15" fmla="*/ 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6" h="51">
                    <a:moveTo>
                      <a:pt x="89" y="1"/>
                    </a:moveTo>
                    <a:cubicBezTo>
                      <a:pt x="92" y="0"/>
                      <a:pt x="95" y="2"/>
                      <a:pt x="95" y="5"/>
                    </a:cubicBezTo>
                    <a:cubicBezTo>
                      <a:pt x="96" y="12"/>
                      <a:pt x="95" y="18"/>
                      <a:pt x="94" y="24"/>
                    </a:cubicBezTo>
                    <a:cubicBezTo>
                      <a:pt x="92" y="32"/>
                      <a:pt x="88" y="39"/>
                      <a:pt x="81" y="44"/>
                    </a:cubicBezTo>
                    <a:cubicBezTo>
                      <a:pt x="75" y="48"/>
                      <a:pt x="66" y="49"/>
                      <a:pt x="58" y="50"/>
                    </a:cubicBezTo>
                    <a:cubicBezTo>
                      <a:pt x="41" y="51"/>
                      <a:pt x="23" y="51"/>
                      <a:pt x="6" y="49"/>
                    </a:cubicBezTo>
                    <a:cubicBezTo>
                      <a:pt x="1" y="49"/>
                      <a:pt x="0" y="43"/>
                      <a:pt x="4" y="40"/>
                    </a:cubicBezTo>
                    <a:cubicBezTo>
                      <a:pt x="29" y="24"/>
                      <a:pt x="62" y="10"/>
                      <a:pt x="8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8" name="íš1iḋè"/>
              <p:cNvSpPr/>
              <p:nvPr/>
            </p:nvSpPr>
            <p:spPr bwMode="auto">
              <a:xfrm>
                <a:off x="6886575" y="3355975"/>
                <a:ext cx="1206500" cy="1585913"/>
              </a:xfrm>
              <a:custGeom>
                <a:avLst/>
                <a:gdLst>
                  <a:gd name="T0" fmla="*/ 363 w 366"/>
                  <a:gd name="T1" fmla="*/ 445 h 481"/>
                  <a:gd name="T2" fmla="*/ 348 w 366"/>
                  <a:gd name="T3" fmla="*/ 457 h 481"/>
                  <a:gd name="T4" fmla="*/ 319 w 366"/>
                  <a:gd name="T5" fmla="*/ 463 h 481"/>
                  <a:gd name="T6" fmla="*/ 290 w 366"/>
                  <a:gd name="T7" fmla="*/ 462 h 481"/>
                  <a:gd name="T8" fmla="*/ 263 w 366"/>
                  <a:gd name="T9" fmla="*/ 461 h 481"/>
                  <a:gd name="T10" fmla="*/ 227 w 366"/>
                  <a:gd name="T11" fmla="*/ 473 h 481"/>
                  <a:gd name="T12" fmla="*/ 212 w 366"/>
                  <a:gd name="T13" fmla="*/ 468 h 481"/>
                  <a:gd name="T14" fmla="*/ 172 w 366"/>
                  <a:gd name="T15" fmla="*/ 215 h 481"/>
                  <a:gd name="T16" fmla="*/ 163 w 366"/>
                  <a:gd name="T17" fmla="*/ 212 h 481"/>
                  <a:gd name="T18" fmla="*/ 162 w 366"/>
                  <a:gd name="T19" fmla="*/ 214 h 481"/>
                  <a:gd name="T20" fmla="*/ 170 w 366"/>
                  <a:gd name="T21" fmla="*/ 457 h 481"/>
                  <a:gd name="T22" fmla="*/ 167 w 366"/>
                  <a:gd name="T23" fmla="*/ 467 h 481"/>
                  <a:gd name="T24" fmla="*/ 126 w 366"/>
                  <a:gd name="T25" fmla="*/ 478 h 481"/>
                  <a:gd name="T26" fmla="*/ 103 w 366"/>
                  <a:gd name="T27" fmla="*/ 475 h 481"/>
                  <a:gd name="T28" fmla="*/ 77 w 366"/>
                  <a:gd name="T29" fmla="*/ 472 h 481"/>
                  <a:gd name="T30" fmla="*/ 44 w 366"/>
                  <a:gd name="T31" fmla="*/ 478 h 481"/>
                  <a:gd name="T32" fmla="*/ 31 w 366"/>
                  <a:gd name="T33" fmla="*/ 473 h 481"/>
                  <a:gd name="T34" fmla="*/ 36 w 366"/>
                  <a:gd name="T35" fmla="*/ 212 h 481"/>
                  <a:gd name="T36" fmla="*/ 79 w 366"/>
                  <a:gd name="T37" fmla="*/ 5 h 481"/>
                  <a:gd name="T38" fmla="*/ 80 w 366"/>
                  <a:gd name="T39" fmla="*/ 4 h 481"/>
                  <a:gd name="T40" fmla="*/ 254 w 366"/>
                  <a:gd name="T41" fmla="*/ 4 h 481"/>
                  <a:gd name="T42" fmla="*/ 280 w 366"/>
                  <a:gd name="T43" fmla="*/ 0 h 481"/>
                  <a:gd name="T44" fmla="*/ 303 w 366"/>
                  <a:gd name="T45" fmla="*/ 167 h 481"/>
                  <a:gd name="T46" fmla="*/ 364 w 366"/>
                  <a:gd name="T47" fmla="*/ 435 h 481"/>
                  <a:gd name="T48" fmla="*/ 363 w 366"/>
                  <a:gd name="T49" fmla="*/ 445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66" h="481">
                    <a:moveTo>
                      <a:pt x="363" y="445"/>
                    </a:moveTo>
                    <a:cubicBezTo>
                      <a:pt x="359" y="450"/>
                      <a:pt x="354" y="454"/>
                      <a:pt x="348" y="457"/>
                    </a:cubicBezTo>
                    <a:cubicBezTo>
                      <a:pt x="339" y="461"/>
                      <a:pt x="329" y="463"/>
                      <a:pt x="319" y="463"/>
                    </a:cubicBezTo>
                    <a:cubicBezTo>
                      <a:pt x="309" y="464"/>
                      <a:pt x="300" y="463"/>
                      <a:pt x="290" y="462"/>
                    </a:cubicBezTo>
                    <a:cubicBezTo>
                      <a:pt x="281" y="461"/>
                      <a:pt x="272" y="461"/>
                      <a:pt x="263" y="461"/>
                    </a:cubicBezTo>
                    <a:cubicBezTo>
                      <a:pt x="250" y="462"/>
                      <a:pt x="237" y="465"/>
                      <a:pt x="227" y="473"/>
                    </a:cubicBezTo>
                    <a:cubicBezTo>
                      <a:pt x="222" y="477"/>
                      <a:pt x="214" y="474"/>
                      <a:pt x="212" y="468"/>
                    </a:cubicBezTo>
                    <a:cubicBezTo>
                      <a:pt x="188" y="387"/>
                      <a:pt x="172" y="300"/>
                      <a:pt x="172" y="215"/>
                    </a:cubicBezTo>
                    <a:cubicBezTo>
                      <a:pt x="172" y="210"/>
                      <a:pt x="165" y="209"/>
                      <a:pt x="163" y="212"/>
                    </a:cubicBezTo>
                    <a:cubicBezTo>
                      <a:pt x="163" y="213"/>
                      <a:pt x="162" y="214"/>
                      <a:pt x="162" y="214"/>
                    </a:cubicBezTo>
                    <a:cubicBezTo>
                      <a:pt x="147" y="294"/>
                      <a:pt x="152" y="378"/>
                      <a:pt x="170" y="457"/>
                    </a:cubicBezTo>
                    <a:cubicBezTo>
                      <a:pt x="171" y="461"/>
                      <a:pt x="170" y="464"/>
                      <a:pt x="167" y="467"/>
                    </a:cubicBezTo>
                    <a:cubicBezTo>
                      <a:pt x="156" y="476"/>
                      <a:pt x="140" y="478"/>
                      <a:pt x="126" y="478"/>
                    </a:cubicBezTo>
                    <a:cubicBezTo>
                      <a:pt x="118" y="477"/>
                      <a:pt x="110" y="476"/>
                      <a:pt x="103" y="475"/>
                    </a:cubicBezTo>
                    <a:cubicBezTo>
                      <a:pt x="94" y="474"/>
                      <a:pt x="86" y="473"/>
                      <a:pt x="77" y="472"/>
                    </a:cubicBezTo>
                    <a:cubicBezTo>
                      <a:pt x="64" y="472"/>
                      <a:pt x="53" y="473"/>
                      <a:pt x="44" y="478"/>
                    </a:cubicBezTo>
                    <a:cubicBezTo>
                      <a:pt x="39" y="481"/>
                      <a:pt x="33" y="479"/>
                      <a:pt x="31" y="473"/>
                    </a:cubicBezTo>
                    <a:cubicBezTo>
                      <a:pt x="0" y="391"/>
                      <a:pt x="14" y="298"/>
                      <a:pt x="36" y="212"/>
                    </a:cubicBezTo>
                    <a:cubicBezTo>
                      <a:pt x="52" y="144"/>
                      <a:pt x="74" y="75"/>
                      <a:pt x="79" y="5"/>
                    </a:cubicBezTo>
                    <a:cubicBezTo>
                      <a:pt x="79" y="5"/>
                      <a:pt x="79" y="4"/>
                      <a:pt x="80" y="4"/>
                    </a:cubicBezTo>
                    <a:cubicBezTo>
                      <a:pt x="137" y="11"/>
                      <a:pt x="196" y="10"/>
                      <a:pt x="254" y="4"/>
                    </a:cubicBezTo>
                    <a:cubicBezTo>
                      <a:pt x="263" y="3"/>
                      <a:pt x="272" y="2"/>
                      <a:pt x="280" y="0"/>
                    </a:cubicBezTo>
                    <a:cubicBezTo>
                      <a:pt x="287" y="80"/>
                      <a:pt x="296" y="101"/>
                      <a:pt x="303" y="167"/>
                    </a:cubicBezTo>
                    <a:cubicBezTo>
                      <a:pt x="312" y="247"/>
                      <a:pt x="324" y="364"/>
                      <a:pt x="364" y="435"/>
                    </a:cubicBezTo>
                    <a:cubicBezTo>
                      <a:pt x="366" y="438"/>
                      <a:pt x="366" y="442"/>
                      <a:pt x="363" y="445"/>
                    </a:cubicBezTo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9" name="iṡlíḓè"/>
              <p:cNvSpPr/>
              <p:nvPr/>
            </p:nvSpPr>
            <p:spPr bwMode="auto">
              <a:xfrm>
                <a:off x="7621588" y="3521075"/>
                <a:ext cx="146050" cy="138113"/>
              </a:xfrm>
              <a:custGeom>
                <a:avLst/>
                <a:gdLst>
                  <a:gd name="T0" fmla="*/ 42 w 44"/>
                  <a:gd name="T1" fmla="*/ 42 h 42"/>
                  <a:gd name="T2" fmla="*/ 13 w 44"/>
                  <a:gd name="T3" fmla="*/ 30 h 42"/>
                  <a:gd name="T4" fmla="*/ 0 w 44"/>
                  <a:gd name="T5" fmla="*/ 0 h 42"/>
                  <a:gd name="T6" fmla="*/ 5 w 44"/>
                  <a:gd name="T7" fmla="*/ 0 h 42"/>
                  <a:gd name="T8" fmla="*/ 16 w 44"/>
                  <a:gd name="T9" fmla="*/ 27 h 42"/>
                  <a:gd name="T10" fmla="*/ 44 w 44"/>
                  <a:gd name="T11" fmla="*/ 37 h 42"/>
                  <a:gd name="T12" fmla="*/ 44 w 44"/>
                  <a:gd name="T13" fmla="*/ 42 h 42"/>
                  <a:gd name="T14" fmla="*/ 42 w 44"/>
                  <a:gd name="T15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42">
                    <a:moveTo>
                      <a:pt x="42" y="42"/>
                    </a:moveTo>
                    <a:cubicBezTo>
                      <a:pt x="31" y="42"/>
                      <a:pt x="21" y="38"/>
                      <a:pt x="13" y="30"/>
                    </a:cubicBezTo>
                    <a:cubicBezTo>
                      <a:pt x="5" y="23"/>
                      <a:pt x="0" y="11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0"/>
                      <a:pt x="9" y="20"/>
                      <a:pt x="16" y="27"/>
                    </a:cubicBezTo>
                    <a:cubicBezTo>
                      <a:pt x="23" y="34"/>
                      <a:pt x="34" y="37"/>
                      <a:pt x="44" y="37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3" y="42"/>
                      <a:pt x="43" y="42"/>
                      <a:pt x="42" y="4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0" name="ïslîḓê"/>
              <p:cNvSpPr/>
              <p:nvPr/>
            </p:nvSpPr>
            <p:spPr bwMode="auto">
              <a:xfrm>
                <a:off x="7156450" y="3521075"/>
                <a:ext cx="149225" cy="138113"/>
              </a:xfrm>
              <a:custGeom>
                <a:avLst/>
                <a:gdLst>
                  <a:gd name="T0" fmla="*/ 2 w 45"/>
                  <a:gd name="T1" fmla="*/ 42 h 42"/>
                  <a:gd name="T2" fmla="*/ 0 w 45"/>
                  <a:gd name="T3" fmla="*/ 42 h 42"/>
                  <a:gd name="T4" fmla="*/ 1 w 45"/>
                  <a:gd name="T5" fmla="*/ 37 h 42"/>
                  <a:gd name="T6" fmla="*/ 28 w 45"/>
                  <a:gd name="T7" fmla="*/ 27 h 42"/>
                  <a:gd name="T8" fmla="*/ 40 w 45"/>
                  <a:gd name="T9" fmla="*/ 0 h 42"/>
                  <a:gd name="T10" fmla="*/ 45 w 45"/>
                  <a:gd name="T11" fmla="*/ 0 h 42"/>
                  <a:gd name="T12" fmla="*/ 32 w 45"/>
                  <a:gd name="T13" fmla="*/ 30 h 42"/>
                  <a:gd name="T14" fmla="*/ 2 w 45"/>
                  <a:gd name="T15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42">
                    <a:moveTo>
                      <a:pt x="2" y="42"/>
                    </a:moveTo>
                    <a:cubicBezTo>
                      <a:pt x="2" y="42"/>
                      <a:pt x="1" y="42"/>
                      <a:pt x="0" y="42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1" y="37"/>
                      <a:pt x="21" y="34"/>
                      <a:pt x="28" y="27"/>
                    </a:cubicBezTo>
                    <a:cubicBezTo>
                      <a:pt x="35" y="20"/>
                      <a:pt x="40" y="10"/>
                      <a:pt x="4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11"/>
                      <a:pt x="40" y="23"/>
                      <a:pt x="32" y="30"/>
                    </a:cubicBezTo>
                    <a:cubicBezTo>
                      <a:pt x="24" y="38"/>
                      <a:pt x="13" y="42"/>
                      <a:pt x="2" y="4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1" name="îṧlîdè"/>
              <p:cNvSpPr/>
              <p:nvPr/>
            </p:nvSpPr>
            <p:spPr bwMode="auto">
              <a:xfrm>
                <a:off x="7724775" y="3214688"/>
                <a:ext cx="85725" cy="155575"/>
              </a:xfrm>
              <a:custGeom>
                <a:avLst/>
                <a:gdLst>
                  <a:gd name="T0" fmla="*/ 23 w 26"/>
                  <a:gd name="T1" fmla="*/ 0 h 47"/>
                  <a:gd name="T2" fmla="*/ 0 w 26"/>
                  <a:gd name="T3" fmla="*/ 38 h 47"/>
                  <a:gd name="T4" fmla="*/ 0 w 26"/>
                  <a:gd name="T5" fmla="*/ 47 h 47"/>
                  <a:gd name="T6" fmla="*/ 0 w 26"/>
                  <a:gd name="T7" fmla="*/ 47 h 47"/>
                  <a:gd name="T8" fmla="*/ 26 w 26"/>
                  <a:gd name="T9" fmla="*/ 43 h 47"/>
                  <a:gd name="T10" fmla="*/ 26 w 26"/>
                  <a:gd name="T11" fmla="*/ 35 h 47"/>
                  <a:gd name="T12" fmla="*/ 23 w 26"/>
                  <a:gd name="T13" fmla="*/ 0 h 47"/>
                  <a:gd name="T14" fmla="*/ 23 w 26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47">
                    <a:moveTo>
                      <a:pt x="23" y="0"/>
                    </a:moveTo>
                    <a:cubicBezTo>
                      <a:pt x="10" y="7"/>
                      <a:pt x="1" y="23"/>
                      <a:pt x="0" y="38"/>
                    </a:cubicBezTo>
                    <a:cubicBezTo>
                      <a:pt x="0" y="41"/>
                      <a:pt x="0" y="44"/>
                      <a:pt x="0" y="47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9" y="46"/>
                      <a:pt x="18" y="45"/>
                      <a:pt x="26" y="43"/>
                    </a:cubicBezTo>
                    <a:cubicBezTo>
                      <a:pt x="26" y="41"/>
                      <a:pt x="26" y="38"/>
                      <a:pt x="26" y="35"/>
                    </a:cubicBezTo>
                    <a:cubicBezTo>
                      <a:pt x="25" y="25"/>
                      <a:pt x="24" y="13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2" name="íṣlídé"/>
              <p:cNvSpPr/>
              <p:nvPr/>
            </p:nvSpPr>
            <p:spPr bwMode="auto">
              <a:xfrm>
                <a:off x="7724775" y="3355975"/>
                <a:ext cx="368300" cy="1506538"/>
              </a:xfrm>
              <a:custGeom>
                <a:avLst/>
                <a:gdLst>
                  <a:gd name="T0" fmla="*/ 26 w 112"/>
                  <a:gd name="T1" fmla="*/ 0 h 457"/>
                  <a:gd name="T2" fmla="*/ 26 w 112"/>
                  <a:gd name="T3" fmla="*/ 0 h 457"/>
                  <a:gd name="T4" fmla="*/ 0 w 112"/>
                  <a:gd name="T5" fmla="*/ 4 h 457"/>
                  <a:gd name="T6" fmla="*/ 13 w 112"/>
                  <a:gd name="T7" fmla="*/ 54 h 457"/>
                  <a:gd name="T8" fmla="*/ 19 w 112"/>
                  <a:gd name="T9" fmla="*/ 114 h 457"/>
                  <a:gd name="T10" fmla="*/ 9 w 112"/>
                  <a:gd name="T11" fmla="*/ 167 h 457"/>
                  <a:gd name="T12" fmla="*/ 33 w 112"/>
                  <a:gd name="T13" fmla="*/ 205 h 457"/>
                  <a:gd name="T14" fmla="*/ 29 w 112"/>
                  <a:gd name="T15" fmla="*/ 288 h 457"/>
                  <a:gd name="T16" fmla="*/ 49 w 112"/>
                  <a:gd name="T17" fmla="*/ 332 h 457"/>
                  <a:gd name="T18" fmla="*/ 55 w 112"/>
                  <a:gd name="T19" fmla="*/ 402 h 457"/>
                  <a:gd name="T20" fmla="*/ 94 w 112"/>
                  <a:gd name="T21" fmla="*/ 457 h 457"/>
                  <a:gd name="T22" fmla="*/ 109 w 112"/>
                  <a:gd name="T23" fmla="*/ 445 h 457"/>
                  <a:gd name="T24" fmla="*/ 112 w 112"/>
                  <a:gd name="T25" fmla="*/ 439 h 457"/>
                  <a:gd name="T26" fmla="*/ 110 w 112"/>
                  <a:gd name="T27" fmla="*/ 435 h 457"/>
                  <a:gd name="T28" fmla="*/ 49 w 112"/>
                  <a:gd name="T29" fmla="*/ 167 h 457"/>
                  <a:gd name="T30" fmla="*/ 26 w 112"/>
                  <a:gd name="T31" fmla="*/ 0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2" h="457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8" y="2"/>
                      <a:pt x="9" y="3"/>
                      <a:pt x="0" y="4"/>
                    </a:cubicBezTo>
                    <a:cubicBezTo>
                      <a:pt x="1" y="21"/>
                      <a:pt x="8" y="38"/>
                      <a:pt x="13" y="54"/>
                    </a:cubicBezTo>
                    <a:cubicBezTo>
                      <a:pt x="20" y="74"/>
                      <a:pt x="26" y="95"/>
                      <a:pt x="19" y="114"/>
                    </a:cubicBezTo>
                    <a:cubicBezTo>
                      <a:pt x="13" y="132"/>
                      <a:pt x="4" y="149"/>
                      <a:pt x="9" y="167"/>
                    </a:cubicBezTo>
                    <a:cubicBezTo>
                      <a:pt x="13" y="183"/>
                      <a:pt x="25" y="190"/>
                      <a:pt x="33" y="205"/>
                    </a:cubicBezTo>
                    <a:cubicBezTo>
                      <a:pt x="47" y="229"/>
                      <a:pt x="25" y="260"/>
                      <a:pt x="29" y="288"/>
                    </a:cubicBezTo>
                    <a:cubicBezTo>
                      <a:pt x="32" y="304"/>
                      <a:pt x="44" y="317"/>
                      <a:pt x="49" y="332"/>
                    </a:cubicBezTo>
                    <a:cubicBezTo>
                      <a:pt x="57" y="354"/>
                      <a:pt x="51" y="379"/>
                      <a:pt x="55" y="402"/>
                    </a:cubicBezTo>
                    <a:cubicBezTo>
                      <a:pt x="59" y="425"/>
                      <a:pt x="74" y="445"/>
                      <a:pt x="94" y="457"/>
                    </a:cubicBezTo>
                    <a:cubicBezTo>
                      <a:pt x="100" y="454"/>
                      <a:pt x="105" y="450"/>
                      <a:pt x="109" y="445"/>
                    </a:cubicBezTo>
                    <a:cubicBezTo>
                      <a:pt x="111" y="444"/>
                      <a:pt x="112" y="441"/>
                      <a:pt x="112" y="439"/>
                    </a:cubicBezTo>
                    <a:cubicBezTo>
                      <a:pt x="112" y="438"/>
                      <a:pt x="111" y="436"/>
                      <a:pt x="110" y="435"/>
                    </a:cubicBezTo>
                    <a:cubicBezTo>
                      <a:pt x="70" y="364"/>
                      <a:pt x="58" y="247"/>
                      <a:pt x="49" y="167"/>
                    </a:cubicBezTo>
                    <a:cubicBezTo>
                      <a:pt x="42" y="101"/>
                      <a:pt x="33" y="80"/>
                      <a:pt x="26" y="0"/>
                    </a:cubicBezTo>
                  </a:path>
                </a:pathLst>
              </a:custGeom>
              <a:solidFill>
                <a:srgbClr val="E1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3" name="íṣľîḑe"/>
              <p:cNvSpPr/>
              <p:nvPr/>
            </p:nvSpPr>
            <p:spPr bwMode="auto">
              <a:xfrm>
                <a:off x="7639050" y="2574925"/>
                <a:ext cx="168275" cy="100013"/>
              </a:xfrm>
              <a:custGeom>
                <a:avLst/>
                <a:gdLst>
                  <a:gd name="T0" fmla="*/ 0 w 51"/>
                  <a:gd name="T1" fmla="*/ 0 h 30"/>
                  <a:gd name="T2" fmla="*/ 5 w 51"/>
                  <a:gd name="T3" fmla="*/ 9 h 30"/>
                  <a:gd name="T4" fmla="*/ 21 w 51"/>
                  <a:gd name="T5" fmla="*/ 21 h 30"/>
                  <a:gd name="T6" fmla="*/ 24 w 51"/>
                  <a:gd name="T7" fmla="*/ 5 h 30"/>
                  <a:gd name="T8" fmla="*/ 29 w 51"/>
                  <a:gd name="T9" fmla="*/ 6 h 30"/>
                  <a:gd name="T10" fmla="*/ 26 w 51"/>
                  <a:gd name="T11" fmla="*/ 23 h 30"/>
                  <a:gd name="T12" fmla="*/ 36 w 51"/>
                  <a:gd name="T13" fmla="*/ 26 h 30"/>
                  <a:gd name="T14" fmla="*/ 51 w 51"/>
                  <a:gd name="T15" fmla="*/ 30 h 30"/>
                  <a:gd name="T16" fmla="*/ 49 w 51"/>
                  <a:gd name="T17" fmla="*/ 13 h 30"/>
                  <a:gd name="T18" fmla="*/ 0 w 51"/>
                  <a:gd name="T1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30">
                    <a:moveTo>
                      <a:pt x="0" y="0"/>
                    </a:moveTo>
                    <a:cubicBezTo>
                      <a:pt x="1" y="3"/>
                      <a:pt x="3" y="6"/>
                      <a:pt x="5" y="9"/>
                    </a:cubicBezTo>
                    <a:cubicBezTo>
                      <a:pt x="9" y="14"/>
                      <a:pt x="15" y="18"/>
                      <a:pt x="21" y="21"/>
                    </a:cubicBezTo>
                    <a:cubicBezTo>
                      <a:pt x="21" y="15"/>
                      <a:pt x="23" y="10"/>
                      <a:pt x="24" y="5"/>
                    </a:cubicBezTo>
                    <a:cubicBezTo>
                      <a:pt x="26" y="5"/>
                      <a:pt x="27" y="6"/>
                      <a:pt x="29" y="6"/>
                    </a:cubicBezTo>
                    <a:cubicBezTo>
                      <a:pt x="27" y="11"/>
                      <a:pt x="26" y="17"/>
                      <a:pt x="26" y="23"/>
                    </a:cubicBezTo>
                    <a:cubicBezTo>
                      <a:pt x="29" y="24"/>
                      <a:pt x="33" y="25"/>
                      <a:pt x="36" y="26"/>
                    </a:cubicBezTo>
                    <a:cubicBezTo>
                      <a:pt x="41" y="27"/>
                      <a:pt x="46" y="29"/>
                      <a:pt x="51" y="30"/>
                    </a:cubicBezTo>
                    <a:cubicBezTo>
                      <a:pt x="51" y="24"/>
                      <a:pt x="50" y="19"/>
                      <a:pt x="49" y="13"/>
                    </a:cubicBezTo>
                    <a:cubicBezTo>
                      <a:pt x="33" y="7"/>
                      <a:pt x="17" y="2"/>
                      <a:pt x="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4" name="íš1iḍê"/>
              <p:cNvSpPr/>
              <p:nvPr/>
            </p:nvSpPr>
            <p:spPr bwMode="auto">
              <a:xfrm>
                <a:off x="7816850" y="2625725"/>
                <a:ext cx="342900" cy="325438"/>
              </a:xfrm>
              <a:custGeom>
                <a:avLst/>
                <a:gdLst>
                  <a:gd name="T0" fmla="*/ 0 w 104"/>
                  <a:gd name="T1" fmla="*/ 0 h 99"/>
                  <a:gd name="T2" fmla="*/ 3 w 104"/>
                  <a:gd name="T3" fmla="*/ 18 h 99"/>
                  <a:gd name="T4" fmla="*/ 15 w 104"/>
                  <a:gd name="T5" fmla="*/ 26 h 99"/>
                  <a:gd name="T6" fmla="*/ 48 w 104"/>
                  <a:gd name="T7" fmla="*/ 80 h 99"/>
                  <a:gd name="T8" fmla="*/ 87 w 104"/>
                  <a:gd name="T9" fmla="*/ 99 h 99"/>
                  <a:gd name="T10" fmla="*/ 87 w 104"/>
                  <a:gd name="T11" fmla="*/ 99 h 99"/>
                  <a:gd name="T12" fmla="*/ 104 w 104"/>
                  <a:gd name="T13" fmla="*/ 81 h 99"/>
                  <a:gd name="T14" fmla="*/ 0 w 104"/>
                  <a:gd name="T1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4" h="99">
                    <a:moveTo>
                      <a:pt x="0" y="0"/>
                    </a:moveTo>
                    <a:cubicBezTo>
                      <a:pt x="1" y="6"/>
                      <a:pt x="2" y="12"/>
                      <a:pt x="3" y="18"/>
                    </a:cubicBezTo>
                    <a:cubicBezTo>
                      <a:pt x="7" y="20"/>
                      <a:pt x="11" y="22"/>
                      <a:pt x="15" y="26"/>
                    </a:cubicBezTo>
                    <a:cubicBezTo>
                      <a:pt x="30" y="40"/>
                      <a:pt x="31" y="67"/>
                      <a:pt x="48" y="80"/>
                    </a:cubicBezTo>
                    <a:cubicBezTo>
                      <a:pt x="60" y="88"/>
                      <a:pt x="77" y="88"/>
                      <a:pt x="87" y="99"/>
                    </a:cubicBezTo>
                    <a:cubicBezTo>
                      <a:pt x="87" y="99"/>
                      <a:pt x="87" y="99"/>
                      <a:pt x="87" y="99"/>
                    </a:cubicBezTo>
                    <a:cubicBezTo>
                      <a:pt x="93" y="93"/>
                      <a:pt x="99" y="88"/>
                      <a:pt x="104" y="81"/>
                    </a:cubicBezTo>
                    <a:cubicBezTo>
                      <a:pt x="77" y="46"/>
                      <a:pt x="41" y="17"/>
                      <a:pt x="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5" name="ïṣḷîďè"/>
              <p:cNvSpPr/>
              <p:nvPr/>
            </p:nvSpPr>
            <p:spPr bwMode="auto">
              <a:xfrm>
                <a:off x="8116888" y="2908300"/>
                <a:ext cx="155575" cy="187325"/>
              </a:xfrm>
              <a:custGeom>
                <a:avLst/>
                <a:gdLst>
                  <a:gd name="T0" fmla="*/ 16 w 47"/>
                  <a:gd name="T1" fmla="*/ 0 h 57"/>
                  <a:gd name="T2" fmla="*/ 0 w 47"/>
                  <a:gd name="T3" fmla="*/ 16 h 57"/>
                  <a:gd name="T4" fmla="*/ 6 w 47"/>
                  <a:gd name="T5" fmla="*/ 39 h 57"/>
                  <a:gd name="T6" fmla="*/ 25 w 47"/>
                  <a:gd name="T7" fmla="*/ 45 h 57"/>
                  <a:gd name="T8" fmla="*/ 47 w 47"/>
                  <a:gd name="T9" fmla="*/ 57 h 57"/>
                  <a:gd name="T10" fmla="*/ 37 w 47"/>
                  <a:gd name="T11" fmla="*/ 35 h 57"/>
                  <a:gd name="T12" fmla="*/ 16 w 47"/>
                  <a:gd name="T1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57">
                    <a:moveTo>
                      <a:pt x="16" y="0"/>
                    </a:moveTo>
                    <a:cubicBezTo>
                      <a:pt x="11" y="6"/>
                      <a:pt x="5" y="11"/>
                      <a:pt x="0" y="16"/>
                    </a:cubicBezTo>
                    <a:cubicBezTo>
                      <a:pt x="4" y="23"/>
                      <a:pt x="6" y="31"/>
                      <a:pt x="6" y="39"/>
                    </a:cubicBezTo>
                    <a:cubicBezTo>
                      <a:pt x="13" y="41"/>
                      <a:pt x="19" y="43"/>
                      <a:pt x="25" y="45"/>
                    </a:cubicBezTo>
                    <a:cubicBezTo>
                      <a:pt x="33" y="48"/>
                      <a:pt x="40" y="52"/>
                      <a:pt x="47" y="57"/>
                    </a:cubicBezTo>
                    <a:cubicBezTo>
                      <a:pt x="44" y="49"/>
                      <a:pt x="41" y="42"/>
                      <a:pt x="37" y="35"/>
                    </a:cubicBezTo>
                    <a:cubicBezTo>
                      <a:pt x="31" y="22"/>
                      <a:pt x="24" y="11"/>
                      <a:pt x="16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6" name="íṣļiḋe"/>
              <p:cNvSpPr/>
              <p:nvPr/>
            </p:nvSpPr>
            <p:spPr bwMode="auto">
              <a:xfrm>
                <a:off x="8139113" y="3052763"/>
                <a:ext cx="188913" cy="277813"/>
              </a:xfrm>
              <a:custGeom>
                <a:avLst/>
                <a:gdLst>
                  <a:gd name="T0" fmla="*/ 0 w 57"/>
                  <a:gd name="T1" fmla="*/ 0 h 84"/>
                  <a:gd name="T2" fmla="*/ 7 w 57"/>
                  <a:gd name="T3" fmla="*/ 40 h 84"/>
                  <a:gd name="T4" fmla="*/ 35 w 57"/>
                  <a:gd name="T5" fmla="*/ 69 h 84"/>
                  <a:gd name="T6" fmla="*/ 40 w 57"/>
                  <a:gd name="T7" fmla="*/ 84 h 84"/>
                  <a:gd name="T8" fmla="*/ 57 w 57"/>
                  <a:gd name="T9" fmla="*/ 73 h 84"/>
                  <a:gd name="T10" fmla="*/ 43 w 57"/>
                  <a:gd name="T11" fmla="*/ 21 h 84"/>
                  <a:gd name="T12" fmla="*/ 16 w 57"/>
                  <a:gd name="T13" fmla="*/ 6 h 84"/>
                  <a:gd name="T14" fmla="*/ 0 w 57"/>
                  <a:gd name="T15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4">
                    <a:moveTo>
                      <a:pt x="0" y="0"/>
                    </a:moveTo>
                    <a:cubicBezTo>
                      <a:pt x="0" y="14"/>
                      <a:pt x="0" y="29"/>
                      <a:pt x="7" y="40"/>
                    </a:cubicBezTo>
                    <a:cubicBezTo>
                      <a:pt x="14" y="51"/>
                      <a:pt x="28" y="57"/>
                      <a:pt x="35" y="69"/>
                    </a:cubicBezTo>
                    <a:cubicBezTo>
                      <a:pt x="38" y="73"/>
                      <a:pt x="39" y="78"/>
                      <a:pt x="40" y="84"/>
                    </a:cubicBezTo>
                    <a:cubicBezTo>
                      <a:pt x="45" y="80"/>
                      <a:pt x="51" y="76"/>
                      <a:pt x="57" y="73"/>
                    </a:cubicBezTo>
                    <a:cubicBezTo>
                      <a:pt x="54" y="55"/>
                      <a:pt x="49" y="38"/>
                      <a:pt x="43" y="21"/>
                    </a:cubicBezTo>
                    <a:cubicBezTo>
                      <a:pt x="35" y="15"/>
                      <a:pt x="26" y="9"/>
                      <a:pt x="16" y="6"/>
                    </a:cubicBezTo>
                    <a:cubicBezTo>
                      <a:pt x="11" y="3"/>
                      <a:pt x="5" y="2"/>
                      <a:pt x="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7" name="íṣḷîďé"/>
              <p:cNvSpPr/>
              <p:nvPr/>
            </p:nvSpPr>
            <p:spPr bwMode="auto">
              <a:xfrm>
                <a:off x="8221663" y="3309938"/>
                <a:ext cx="119063" cy="415925"/>
              </a:xfrm>
              <a:custGeom>
                <a:avLst/>
                <a:gdLst>
                  <a:gd name="T0" fmla="*/ 32 w 36"/>
                  <a:gd name="T1" fmla="*/ 0 h 126"/>
                  <a:gd name="T2" fmla="*/ 15 w 36"/>
                  <a:gd name="T3" fmla="*/ 12 h 126"/>
                  <a:gd name="T4" fmla="*/ 5 w 36"/>
                  <a:gd name="T5" fmla="*/ 58 h 126"/>
                  <a:gd name="T6" fmla="*/ 26 w 36"/>
                  <a:gd name="T7" fmla="*/ 125 h 126"/>
                  <a:gd name="T8" fmla="*/ 26 w 36"/>
                  <a:gd name="T9" fmla="*/ 126 h 126"/>
                  <a:gd name="T10" fmla="*/ 36 w 36"/>
                  <a:gd name="T11" fmla="*/ 46 h 126"/>
                  <a:gd name="T12" fmla="*/ 32 w 36"/>
                  <a:gd name="T1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6">
                    <a:moveTo>
                      <a:pt x="32" y="0"/>
                    </a:moveTo>
                    <a:cubicBezTo>
                      <a:pt x="26" y="3"/>
                      <a:pt x="20" y="7"/>
                      <a:pt x="15" y="12"/>
                    </a:cubicBezTo>
                    <a:cubicBezTo>
                      <a:pt x="14" y="27"/>
                      <a:pt x="7" y="43"/>
                      <a:pt x="5" y="58"/>
                    </a:cubicBezTo>
                    <a:cubicBezTo>
                      <a:pt x="0" y="82"/>
                      <a:pt x="9" y="108"/>
                      <a:pt x="26" y="125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33" y="100"/>
                      <a:pt x="36" y="73"/>
                      <a:pt x="36" y="46"/>
                    </a:cubicBezTo>
                    <a:cubicBezTo>
                      <a:pt x="36" y="31"/>
                      <a:pt x="35" y="15"/>
                      <a:pt x="32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8" name="iṧlîďe"/>
              <p:cNvSpPr/>
              <p:nvPr/>
            </p:nvSpPr>
            <p:spPr bwMode="auto">
              <a:xfrm>
                <a:off x="7799388" y="2617788"/>
                <a:ext cx="26988" cy="66675"/>
              </a:xfrm>
              <a:custGeom>
                <a:avLst/>
                <a:gdLst>
                  <a:gd name="T0" fmla="*/ 0 w 8"/>
                  <a:gd name="T1" fmla="*/ 0 h 20"/>
                  <a:gd name="T2" fmla="*/ 0 w 8"/>
                  <a:gd name="T3" fmla="*/ 0 h 20"/>
                  <a:gd name="T4" fmla="*/ 2 w 8"/>
                  <a:gd name="T5" fmla="*/ 17 h 20"/>
                  <a:gd name="T6" fmla="*/ 8 w 8"/>
                  <a:gd name="T7" fmla="*/ 20 h 20"/>
                  <a:gd name="T8" fmla="*/ 5 w 8"/>
                  <a:gd name="T9" fmla="*/ 2 h 20"/>
                  <a:gd name="T10" fmla="*/ 5 w 8"/>
                  <a:gd name="T11" fmla="*/ 2 h 20"/>
                  <a:gd name="T12" fmla="*/ 0 w 8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2" y="11"/>
                      <a:pt x="2" y="17"/>
                    </a:cubicBezTo>
                    <a:cubicBezTo>
                      <a:pt x="4" y="18"/>
                      <a:pt x="6" y="19"/>
                      <a:pt x="8" y="20"/>
                    </a:cubicBezTo>
                    <a:cubicBezTo>
                      <a:pt x="7" y="14"/>
                      <a:pt x="6" y="8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3" y="1"/>
                      <a:pt x="2" y="0"/>
                      <a:pt x="0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9" name="ïsļidê"/>
              <p:cNvSpPr/>
              <p:nvPr/>
            </p:nvSpPr>
            <p:spPr bwMode="auto">
              <a:xfrm>
                <a:off x="7707313" y="2592388"/>
                <a:ext cx="574675" cy="530225"/>
              </a:xfrm>
              <a:custGeom>
                <a:avLst/>
                <a:gdLst>
                  <a:gd name="T0" fmla="*/ 130 w 174"/>
                  <a:gd name="T1" fmla="*/ 135 h 161"/>
                  <a:gd name="T2" fmla="*/ 131 w 174"/>
                  <a:gd name="T3" fmla="*/ 140 h 161"/>
                  <a:gd name="T4" fmla="*/ 147 w 174"/>
                  <a:gd name="T5" fmla="*/ 146 h 161"/>
                  <a:gd name="T6" fmla="*/ 174 w 174"/>
                  <a:gd name="T7" fmla="*/ 161 h 161"/>
                  <a:gd name="T8" fmla="*/ 174 w 174"/>
                  <a:gd name="T9" fmla="*/ 161 h 161"/>
                  <a:gd name="T10" fmla="*/ 171 w 174"/>
                  <a:gd name="T11" fmla="*/ 153 h 161"/>
                  <a:gd name="T12" fmla="*/ 171 w 174"/>
                  <a:gd name="T13" fmla="*/ 153 h 161"/>
                  <a:gd name="T14" fmla="*/ 149 w 174"/>
                  <a:gd name="T15" fmla="*/ 141 h 161"/>
                  <a:gd name="T16" fmla="*/ 130 w 174"/>
                  <a:gd name="T17" fmla="*/ 135 h 161"/>
                  <a:gd name="T18" fmla="*/ 3 w 174"/>
                  <a:gd name="T19" fmla="*/ 0 h 161"/>
                  <a:gd name="T20" fmla="*/ 0 w 174"/>
                  <a:gd name="T21" fmla="*/ 16 h 161"/>
                  <a:gd name="T22" fmla="*/ 5 w 174"/>
                  <a:gd name="T23" fmla="*/ 18 h 161"/>
                  <a:gd name="T24" fmla="*/ 8 w 174"/>
                  <a:gd name="T25" fmla="*/ 1 h 161"/>
                  <a:gd name="T26" fmla="*/ 3 w 174"/>
                  <a:gd name="T27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4" h="161">
                    <a:moveTo>
                      <a:pt x="130" y="135"/>
                    </a:moveTo>
                    <a:cubicBezTo>
                      <a:pt x="130" y="137"/>
                      <a:pt x="131" y="139"/>
                      <a:pt x="131" y="140"/>
                    </a:cubicBezTo>
                    <a:cubicBezTo>
                      <a:pt x="136" y="142"/>
                      <a:pt x="142" y="143"/>
                      <a:pt x="147" y="146"/>
                    </a:cubicBezTo>
                    <a:cubicBezTo>
                      <a:pt x="157" y="149"/>
                      <a:pt x="166" y="155"/>
                      <a:pt x="174" y="161"/>
                    </a:cubicBezTo>
                    <a:cubicBezTo>
                      <a:pt x="174" y="161"/>
                      <a:pt x="174" y="161"/>
                      <a:pt x="174" y="161"/>
                    </a:cubicBezTo>
                    <a:cubicBezTo>
                      <a:pt x="173" y="158"/>
                      <a:pt x="172" y="155"/>
                      <a:pt x="171" y="153"/>
                    </a:cubicBezTo>
                    <a:cubicBezTo>
                      <a:pt x="171" y="153"/>
                      <a:pt x="171" y="153"/>
                      <a:pt x="171" y="153"/>
                    </a:cubicBezTo>
                    <a:cubicBezTo>
                      <a:pt x="164" y="148"/>
                      <a:pt x="157" y="144"/>
                      <a:pt x="149" y="141"/>
                    </a:cubicBezTo>
                    <a:cubicBezTo>
                      <a:pt x="143" y="139"/>
                      <a:pt x="137" y="137"/>
                      <a:pt x="130" y="135"/>
                    </a:cubicBezTo>
                    <a:moveTo>
                      <a:pt x="3" y="0"/>
                    </a:moveTo>
                    <a:cubicBezTo>
                      <a:pt x="2" y="5"/>
                      <a:pt x="0" y="10"/>
                      <a:pt x="0" y="16"/>
                    </a:cubicBezTo>
                    <a:cubicBezTo>
                      <a:pt x="1" y="16"/>
                      <a:pt x="3" y="17"/>
                      <a:pt x="5" y="18"/>
                    </a:cubicBezTo>
                    <a:cubicBezTo>
                      <a:pt x="5" y="12"/>
                      <a:pt x="6" y="6"/>
                      <a:pt x="8" y="1"/>
                    </a:cubicBezTo>
                    <a:cubicBezTo>
                      <a:pt x="6" y="1"/>
                      <a:pt x="5" y="0"/>
                      <a:pt x="3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0" name="ïṡľíḓé"/>
              <p:cNvSpPr/>
              <p:nvPr/>
            </p:nvSpPr>
            <p:spPr bwMode="auto">
              <a:xfrm>
                <a:off x="8104188" y="2892425"/>
                <a:ext cx="65088" cy="68263"/>
              </a:xfrm>
              <a:custGeom>
                <a:avLst/>
                <a:gdLst>
                  <a:gd name="T0" fmla="*/ 17 w 20"/>
                  <a:gd name="T1" fmla="*/ 0 h 21"/>
                  <a:gd name="T2" fmla="*/ 17 w 20"/>
                  <a:gd name="T3" fmla="*/ 0 h 21"/>
                  <a:gd name="T4" fmla="*/ 0 w 20"/>
                  <a:gd name="T5" fmla="*/ 18 h 21"/>
                  <a:gd name="T6" fmla="*/ 4 w 20"/>
                  <a:gd name="T7" fmla="*/ 21 h 21"/>
                  <a:gd name="T8" fmla="*/ 20 w 20"/>
                  <a:gd name="T9" fmla="*/ 5 h 21"/>
                  <a:gd name="T10" fmla="*/ 20 w 20"/>
                  <a:gd name="T11" fmla="*/ 5 h 21"/>
                  <a:gd name="T12" fmla="*/ 17 w 20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1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2" y="7"/>
                      <a:pt x="6" y="12"/>
                      <a:pt x="0" y="18"/>
                    </a:cubicBezTo>
                    <a:cubicBezTo>
                      <a:pt x="2" y="19"/>
                      <a:pt x="3" y="20"/>
                      <a:pt x="4" y="21"/>
                    </a:cubicBezTo>
                    <a:cubicBezTo>
                      <a:pt x="9" y="16"/>
                      <a:pt x="15" y="11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3"/>
                      <a:pt x="18" y="2"/>
                      <a:pt x="17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1" name="îṣḷîdè"/>
              <p:cNvSpPr/>
              <p:nvPr/>
            </p:nvSpPr>
            <p:spPr bwMode="auto">
              <a:xfrm>
                <a:off x="8272463" y="3294063"/>
                <a:ext cx="55563" cy="55563"/>
              </a:xfrm>
              <a:custGeom>
                <a:avLst/>
                <a:gdLst>
                  <a:gd name="T0" fmla="*/ 17 w 17"/>
                  <a:gd name="T1" fmla="*/ 0 h 17"/>
                  <a:gd name="T2" fmla="*/ 17 w 17"/>
                  <a:gd name="T3" fmla="*/ 0 h 17"/>
                  <a:gd name="T4" fmla="*/ 0 w 17"/>
                  <a:gd name="T5" fmla="*/ 11 h 17"/>
                  <a:gd name="T6" fmla="*/ 0 w 17"/>
                  <a:gd name="T7" fmla="*/ 17 h 17"/>
                  <a:gd name="T8" fmla="*/ 17 w 17"/>
                  <a:gd name="T9" fmla="*/ 5 h 17"/>
                  <a:gd name="T10" fmla="*/ 17 w 17"/>
                  <a:gd name="T11" fmla="*/ 5 h 17"/>
                  <a:gd name="T12" fmla="*/ 17 w 17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7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1" y="3"/>
                      <a:pt x="5" y="7"/>
                      <a:pt x="0" y="11"/>
                    </a:cubicBezTo>
                    <a:cubicBezTo>
                      <a:pt x="0" y="13"/>
                      <a:pt x="0" y="15"/>
                      <a:pt x="0" y="17"/>
                    </a:cubicBezTo>
                    <a:cubicBezTo>
                      <a:pt x="5" y="12"/>
                      <a:pt x="11" y="8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3"/>
                      <a:pt x="17" y="1"/>
                      <a:pt x="17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2" name="iṡlíḍê"/>
              <p:cNvSpPr/>
              <p:nvPr/>
            </p:nvSpPr>
            <p:spPr bwMode="auto">
              <a:xfrm>
                <a:off x="7212013" y="4056063"/>
                <a:ext cx="238125" cy="876300"/>
              </a:xfrm>
              <a:custGeom>
                <a:avLst/>
                <a:gdLst>
                  <a:gd name="T0" fmla="*/ 64 w 72"/>
                  <a:gd name="T1" fmla="*/ 0 h 266"/>
                  <a:gd name="T2" fmla="*/ 43 w 72"/>
                  <a:gd name="T3" fmla="*/ 29 h 266"/>
                  <a:gd name="T4" fmla="*/ 42 w 72"/>
                  <a:gd name="T5" fmla="*/ 70 h 266"/>
                  <a:gd name="T6" fmla="*/ 24 w 72"/>
                  <a:gd name="T7" fmla="*/ 110 h 266"/>
                  <a:gd name="T8" fmla="*/ 24 w 72"/>
                  <a:gd name="T9" fmla="*/ 180 h 266"/>
                  <a:gd name="T10" fmla="*/ 10 w 72"/>
                  <a:gd name="T11" fmla="*/ 221 h 266"/>
                  <a:gd name="T12" fmla="*/ 4 w 72"/>
                  <a:gd name="T13" fmla="*/ 263 h 266"/>
                  <a:gd name="T14" fmla="*/ 27 w 72"/>
                  <a:gd name="T15" fmla="*/ 266 h 266"/>
                  <a:gd name="T16" fmla="*/ 31 w 72"/>
                  <a:gd name="T17" fmla="*/ 266 h 266"/>
                  <a:gd name="T18" fmla="*/ 68 w 72"/>
                  <a:gd name="T19" fmla="*/ 255 h 266"/>
                  <a:gd name="T20" fmla="*/ 72 w 72"/>
                  <a:gd name="T21" fmla="*/ 247 h 266"/>
                  <a:gd name="T22" fmla="*/ 71 w 72"/>
                  <a:gd name="T23" fmla="*/ 245 h 266"/>
                  <a:gd name="T24" fmla="*/ 54 w 72"/>
                  <a:gd name="T25" fmla="*/ 101 h 266"/>
                  <a:gd name="T26" fmla="*/ 63 w 72"/>
                  <a:gd name="T27" fmla="*/ 2 h 266"/>
                  <a:gd name="T28" fmla="*/ 64 w 72"/>
                  <a:gd name="T29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2" h="266">
                    <a:moveTo>
                      <a:pt x="64" y="0"/>
                    </a:moveTo>
                    <a:cubicBezTo>
                      <a:pt x="52" y="2"/>
                      <a:pt x="45" y="16"/>
                      <a:pt x="43" y="29"/>
                    </a:cubicBezTo>
                    <a:cubicBezTo>
                      <a:pt x="42" y="42"/>
                      <a:pt x="46" y="56"/>
                      <a:pt x="42" y="70"/>
                    </a:cubicBezTo>
                    <a:cubicBezTo>
                      <a:pt x="39" y="84"/>
                      <a:pt x="28" y="96"/>
                      <a:pt x="24" y="110"/>
                    </a:cubicBezTo>
                    <a:cubicBezTo>
                      <a:pt x="17" y="132"/>
                      <a:pt x="27" y="157"/>
                      <a:pt x="24" y="180"/>
                    </a:cubicBezTo>
                    <a:cubicBezTo>
                      <a:pt x="22" y="194"/>
                      <a:pt x="15" y="208"/>
                      <a:pt x="10" y="221"/>
                    </a:cubicBezTo>
                    <a:cubicBezTo>
                      <a:pt x="4" y="234"/>
                      <a:pt x="0" y="249"/>
                      <a:pt x="4" y="263"/>
                    </a:cubicBezTo>
                    <a:cubicBezTo>
                      <a:pt x="11" y="264"/>
                      <a:pt x="19" y="265"/>
                      <a:pt x="27" y="266"/>
                    </a:cubicBezTo>
                    <a:cubicBezTo>
                      <a:pt x="28" y="266"/>
                      <a:pt x="29" y="266"/>
                      <a:pt x="31" y="266"/>
                    </a:cubicBezTo>
                    <a:cubicBezTo>
                      <a:pt x="44" y="266"/>
                      <a:pt x="58" y="263"/>
                      <a:pt x="68" y="255"/>
                    </a:cubicBezTo>
                    <a:cubicBezTo>
                      <a:pt x="70" y="253"/>
                      <a:pt x="72" y="250"/>
                      <a:pt x="72" y="247"/>
                    </a:cubicBezTo>
                    <a:cubicBezTo>
                      <a:pt x="72" y="247"/>
                      <a:pt x="71" y="246"/>
                      <a:pt x="71" y="245"/>
                    </a:cubicBezTo>
                    <a:cubicBezTo>
                      <a:pt x="60" y="198"/>
                      <a:pt x="54" y="149"/>
                      <a:pt x="54" y="101"/>
                    </a:cubicBezTo>
                    <a:cubicBezTo>
                      <a:pt x="54" y="67"/>
                      <a:pt x="57" y="35"/>
                      <a:pt x="63" y="2"/>
                    </a:cubicBezTo>
                    <a:cubicBezTo>
                      <a:pt x="63" y="2"/>
                      <a:pt x="64" y="1"/>
                      <a:pt x="64" y="0"/>
                    </a:cubicBezTo>
                  </a:path>
                </a:pathLst>
              </a:custGeom>
              <a:solidFill>
                <a:srgbClr val="E1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3" name="íŝḻídé"/>
              <p:cNvSpPr/>
              <p:nvPr/>
            </p:nvSpPr>
            <p:spPr bwMode="auto">
              <a:xfrm>
                <a:off x="6470650" y="2332038"/>
                <a:ext cx="633413" cy="796925"/>
              </a:xfrm>
              <a:custGeom>
                <a:avLst/>
                <a:gdLst>
                  <a:gd name="T0" fmla="*/ 2 w 192"/>
                  <a:gd name="T1" fmla="*/ 0 h 242"/>
                  <a:gd name="T2" fmla="*/ 0 w 192"/>
                  <a:gd name="T3" fmla="*/ 0 h 242"/>
                  <a:gd name="T4" fmla="*/ 191 w 192"/>
                  <a:gd name="T5" fmla="*/ 242 h 242"/>
                  <a:gd name="T6" fmla="*/ 191 w 192"/>
                  <a:gd name="T7" fmla="*/ 242 h 242"/>
                  <a:gd name="T8" fmla="*/ 189 w 192"/>
                  <a:gd name="T9" fmla="*/ 241 h 242"/>
                  <a:gd name="T10" fmla="*/ 192 w 192"/>
                  <a:gd name="T11" fmla="*/ 239 h 242"/>
                  <a:gd name="T12" fmla="*/ 190 w 192"/>
                  <a:gd name="T13" fmla="*/ 222 h 242"/>
                  <a:gd name="T14" fmla="*/ 146 w 192"/>
                  <a:gd name="T15" fmla="*/ 165 h 242"/>
                  <a:gd name="T16" fmla="*/ 105 w 192"/>
                  <a:gd name="T17" fmla="*/ 140 h 242"/>
                  <a:gd name="T18" fmla="*/ 95 w 192"/>
                  <a:gd name="T19" fmla="*/ 106 h 242"/>
                  <a:gd name="T20" fmla="*/ 77 w 192"/>
                  <a:gd name="T21" fmla="*/ 92 h 242"/>
                  <a:gd name="T22" fmla="*/ 43 w 192"/>
                  <a:gd name="T23" fmla="*/ 97 h 242"/>
                  <a:gd name="T24" fmla="*/ 41 w 192"/>
                  <a:gd name="T25" fmla="*/ 92 h 242"/>
                  <a:gd name="T26" fmla="*/ 69 w 192"/>
                  <a:gd name="T27" fmla="*/ 89 h 242"/>
                  <a:gd name="T28" fmla="*/ 43 w 192"/>
                  <a:gd name="T29" fmla="*/ 72 h 242"/>
                  <a:gd name="T30" fmla="*/ 27 w 192"/>
                  <a:gd name="T31" fmla="*/ 9 h 242"/>
                  <a:gd name="T32" fmla="*/ 2 w 192"/>
                  <a:gd name="T3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92" h="242">
                    <a:moveTo>
                      <a:pt x="2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1" y="100"/>
                      <a:pt x="100" y="190"/>
                      <a:pt x="191" y="242"/>
                    </a:cubicBezTo>
                    <a:cubicBezTo>
                      <a:pt x="191" y="242"/>
                      <a:pt x="191" y="242"/>
                      <a:pt x="191" y="242"/>
                    </a:cubicBezTo>
                    <a:cubicBezTo>
                      <a:pt x="191" y="241"/>
                      <a:pt x="190" y="241"/>
                      <a:pt x="189" y="241"/>
                    </a:cubicBezTo>
                    <a:cubicBezTo>
                      <a:pt x="190" y="240"/>
                      <a:pt x="191" y="240"/>
                      <a:pt x="192" y="239"/>
                    </a:cubicBezTo>
                    <a:cubicBezTo>
                      <a:pt x="192" y="233"/>
                      <a:pt x="191" y="228"/>
                      <a:pt x="190" y="222"/>
                    </a:cubicBezTo>
                    <a:cubicBezTo>
                      <a:pt x="186" y="197"/>
                      <a:pt x="169" y="175"/>
                      <a:pt x="146" y="165"/>
                    </a:cubicBezTo>
                    <a:cubicBezTo>
                      <a:pt x="131" y="158"/>
                      <a:pt x="112" y="155"/>
                      <a:pt x="105" y="140"/>
                    </a:cubicBezTo>
                    <a:cubicBezTo>
                      <a:pt x="99" y="130"/>
                      <a:pt x="101" y="116"/>
                      <a:pt x="95" y="106"/>
                    </a:cubicBezTo>
                    <a:cubicBezTo>
                      <a:pt x="91" y="99"/>
                      <a:pt x="84" y="95"/>
                      <a:pt x="77" y="92"/>
                    </a:cubicBezTo>
                    <a:cubicBezTo>
                      <a:pt x="66" y="95"/>
                      <a:pt x="55" y="96"/>
                      <a:pt x="43" y="97"/>
                    </a:cubicBezTo>
                    <a:cubicBezTo>
                      <a:pt x="42" y="95"/>
                      <a:pt x="41" y="93"/>
                      <a:pt x="41" y="92"/>
                    </a:cubicBezTo>
                    <a:cubicBezTo>
                      <a:pt x="50" y="91"/>
                      <a:pt x="59" y="90"/>
                      <a:pt x="69" y="89"/>
                    </a:cubicBezTo>
                    <a:cubicBezTo>
                      <a:pt x="59" y="85"/>
                      <a:pt x="49" y="81"/>
                      <a:pt x="43" y="72"/>
                    </a:cubicBezTo>
                    <a:cubicBezTo>
                      <a:pt x="30" y="54"/>
                      <a:pt x="42" y="26"/>
                      <a:pt x="27" y="9"/>
                    </a:cubicBezTo>
                    <a:cubicBezTo>
                      <a:pt x="21" y="2"/>
                      <a:pt x="12" y="0"/>
                      <a:pt x="2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4" name="îśḷîḓê"/>
              <p:cNvSpPr/>
              <p:nvPr/>
            </p:nvSpPr>
            <p:spPr bwMode="auto">
              <a:xfrm>
                <a:off x="7094538" y="3119438"/>
                <a:ext cx="9525" cy="9525"/>
              </a:xfrm>
              <a:custGeom>
                <a:avLst/>
                <a:gdLst>
                  <a:gd name="T0" fmla="*/ 3 w 3"/>
                  <a:gd name="T1" fmla="*/ 0 h 3"/>
                  <a:gd name="T2" fmla="*/ 0 w 3"/>
                  <a:gd name="T3" fmla="*/ 2 h 3"/>
                  <a:gd name="T4" fmla="*/ 2 w 3"/>
                  <a:gd name="T5" fmla="*/ 3 h 3"/>
                  <a:gd name="T6" fmla="*/ 3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1" y="2"/>
                      <a:pt x="2" y="2"/>
                      <a:pt x="2" y="3"/>
                    </a:cubicBezTo>
                    <a:cubicBezTo>
                      <a:pt x="3" y="2"/>
                      <a:pt x="3" y="1"/>
                      <a:pt x="3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5" name="ï$ļîḋê"/>
              <p:cNvSpPr/>
              <p:nvPr/>
            </p:nvSpPr>
            <p:spPr bwMode="auto">
              <a:xfrm>
                <a:off x="4524375" y="3619500"/>
                <a:ext cx="471488" cy="715963"/>
              </a:xfrm>
              <a:custGeom>
                <a:avLst/>
                <a:gdLst>
                  <a:gd name="T0" fmla="*/ 2 w 143"/>
                  <a:gd name="T1" fmla="*/ 191 h 217"/>
                  <a:gd name="T2" fmla="*/ 13 w 143"/>
                  <a:gd name="T3" fmla="*/ 139 h 217"/>
                  <a:gd name="T4" fmla="*/ 14 w 143"/>
                  <a:gd name="T5" fmla="*/ 134 h 217"/>
                  <a:gd name="T6" fmla="*/ 20 w 143"/>
                  <a:gd name="T7" fmla="*/ 111 h 217"/>
                  <a:gd name="T8" fmla="*/ 20 w 143"/>
                  <a:gd name="T9" fmla="*/ 108 h 217"/>
                  <a:gd name="T10" fmla="*/ 71 w 143"/>
                  <a:gd name="T11" fmla="*/ 11 h 217"/>
                  <a:gd name="T12" fmla="*/ 134 w 143"/>
                  <a:gd name="T13" fmla="*/ 34 h 217"/>
                  <a:gd name="T14" fmla="*/ 143 w 143"/>
                  <a:gd name="T15" fmla="*/ 75 h 217"/>
                  <a:gd name="T16" fmla="*/ 140 w 143"/>
                  <a:gd name="T17" fmla="*/ 100 h 217"/>
                  <a:gd name="T18" fmla="*/ 140 w 143"/>
                  <a:gd name="T19" fmla="*/ 101 h 217"/>
                  <a:gd name="T20" fmla="*/ 112 w 143"/>
                  <a:gd name="T21" fmla="*/ 131 h 217"/>
                  <a:gd name="T22" fmla="*/ 108 w 143"/>
                  <a:gd name="T23" fmla="*/ 132 h 217"/>
                  <a:gd name="T24" fmla="*/ 87 w 143"/>
                  <a:gd name="T25" fmla="*/ 129 h 217"/>
                  <a:gd name="T26" fmla="*/ 86 w 143"/>
                  <a:gd name="T27" fmla="*/ 130 h 217"/>
                  <a:gd name="T28" fmla="*/ 86 w 143"/>
                  <a:gd name="T29" fmla="*/ 130 h 217"/>
                  <a:gd name="T30" fmla="*/ 86 w 143"/>
                  <a:gd name="T31" fmla="*/ 146 h 217"/>
                  <a:gd name="T32" fmla="*/ 87 w 143"/>
                  <a:gd name="T33" fmla="*/ 201 h 217"/>
                  <a:gd name="T34" fmla="*/ 70 w 143"/>
                  <a:gd name="T35" fmla="*/ 209 h 217"/>
                  <a:gd name="T36" fmla="*/ 53 w 143"/>
                  <a:gd name="T37" fmla="*/ 215 h 217"/>
                  <a:gd name="T38" fmla="*/ 4 w 143"/>
                  <a:gd name="T39" fmla="*/ 203 h 217"/>
                  <a:gd name="T40" fmla="*/ 2 w 143"/>
                  <a:gd name="T41" fmla="*/ 200 h 217"/>
                  <a:gd name="T42" fmla="*/ 2 w 143"/>
                  <a:gd name="T43" fmla="*/ 19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3" h="217">
                    <a:moveTo>
                      <a:pt x="2" y="191"/>
                    </a:moveTo>
                    <a:cubicBezTo>
                      <a:pt x="13" y="139"/>
                      <a:pt x="13" y="139"/>
                      <a:pt x="13" y="139"/>
                    </a:cubicBezTo>
                    <a:cubicBezTo>
                      <a:pt x="14" y="134"/>
                      <a:pt x="14" y="134"/>
                      <a:pt x="14" y="134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10"/>
                      <a:pt x="20" y="109"/>
                      <a:pt x="20" y="108"/>
                    </a:cubicBezTo>
                    <a:cubicBezTo>
                      <a:pt x="29" y="67"/>
                      <a:pt x="38" y="28"/>
                      <a:pt x="71" y="11"/>
                    </a:cubicBezTo>
                    <a:cubicBezTo>
                      <a:pt x="94" y="0"/>
                      <a:pt x="122" y="11"/>
                      <a:pt x="134" y="34"/>
                    </a:cubicBezTo>
                    <a:cubicBezTo>
                      <a:pt x="140" y="45"/>
                      <a:pt x="143" y="60"/>
                      <a:pt x="143" y="75"/>
                    </a:cubicBezTo>
                    <a:cubicBezTo>
                      <a:pt x="143" y="84"/>
                      <a:pt x="142" y="92"/>
                      <a:pt x="140" y="100"/>
                    </a:cubicBezTo>
                    <a:cubicBezTo>
                      <a:pt x="140" y="100"/>
                      <a:pt x="140" y="101"/>
                      <a:pt x="140" y="101"/>
                    </a:cubicBezTo>
                    <a:cubicBezTo>
                      <a:pt x="136" y="114"/>
                      <a:pt x="126" y="127"/>
                      <a:pt x="112" y="131"/>
                    </a:cubicBezTo>
                    <a:cubicBezTo>
                      <a:pt x="111" y="132"/>
                      <a:pt x="110" y="132"/>
                      <a:pt x="108" y="132"/>
                    </a:cubicBezTo>
                    <a:cubicBezTo>
                      <a:pt x="101" y="133"/>
                      <a:pt x="93" y="132"/>
                      <a:pt x="87" y="129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6" y="135"/>
                      <a:pt x="86" y="141"/>
                      <a:pt x="86" y="146"/>
                    </a:cubicBezTo>
                    <a:cubicBezTo>
                      <a:pt x="86" y="149"/>
                      <a:pt x="87" y="201"/>
                      <a:pt x="87" y="201"/>
                    </a:cubicBezTo>
                    <a:cubicBezTo>
                      <a:pt x="87" y="201"/>
                      <a:pt x="76" y="206"/>
                      <a:pt x="70" y="209"/>
                    </a:cubicBezTo>
                    <a:cubicBezTo>
                      <a:pt x="65" y="213"/>
                      <a:pt x="59" y="214"/>
                      <a:pt x="53" y="215"/>
                    </a:cubicBezTo>
                    <a:cubicBezTo>
                      <a:pt x="36" y="217"/>
                      <a:pt x="19" y="213"/>
                      <a:pt x="4" y="203"/>
                    </a:cubicBezTo>
                    <a:cubicBezTo>
                      <a:pt x="3" y="202"/>
                      <a:pt x="2" y="201"/>
                      <a:pt x="2" y="200"/>
                    </a:cubicBezTo>
                    <a:cubicBezTo>
                      <a:pt x="0" y="197"/>
                      <a:pt x="2" y="191"/>
                      <a:pt x="2" y="191"/>
                    </a:cubicBezTo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6" name="îšḻidè"/>
              <p:cNvSpPr/>
              <p:nvPr/>
            </p:nvSpPr>
            <p:spPr bwMode="auto">
              <a:xfrm>
                <a:off x="4124325" y="4090988"/>
                <a:ext cx="1065213" cy="1031875"/>
              </a:xfrm>
              <a:custGeom>
                <a:avLst/>
                <a:gdLst>
                  <a:gd name="T0" fmla="*/ 323 w 323"/>
                  <a:gd name="T1" fmla="*/ 179 h 313"/>
                  <a:gd name="T2" fmla="*/ 323 w 323"/>
                  <a:gd name="T3" fmla="*/ 181 h 313"/>
                  <a:gd name="T4" fmla="*/ 269 w 323"/>
                  <a:gd name="T5" fmla="*/ 285 h 313"/>
                  <a:gd name="T6" fmla="*/ 258 w 323"/>
                  <a:gd name="T7" fmla="*/ 292 h 313"/>
                  <a:gd name="T8" fmla="*/ 228 w 323"/>
                  <a:gd name="T9" fmla="*/ 303 h 313"/>
                  <a:gd name="T10" fmla="*/ 97 w 323"/>
                  <a:gd name="T11" fmla="*/ 280 h 313"/>
                  <a:gd name="T12" fmla="*/ 0 w 323"/>
                  <a:gd name="T13" fmla="*/ 222 h 313"/>
                  <a:gd name="T14" fmla="*/ 28 w 323"/>
                  <a:gd name="T15" fmla="*/ 116 h 313"/>
                  <a:gd name="T16" fmla="*/ 28 w 323"/>
                  <a:gd name="T17" fmla="*/ 115 h 313"/>
                  <a:gd name="T18" fmla="*/ 94 w 323"/>
                  <a:gd name="T19" fmla="*/ 29 h 313"/>
                  <a:gd name="T20" fmla="*/ 100 w 323"/>
                  <a:gd name="T21" fmla="*/ 25 h 313"/>
                  <a:gd name="T22" fmla="*/ 191 w 323"/>
                  <a:gd name="T23" fmla="*/ 5 h 313"/>
                  <a:gd name="T24" fmla="*/ 203 w 323"/>
                  <a:gd name="T25" fmla="*/ 8 h 313"/>
                  <a:gd name="T26" fmla="*/ 269 w 323"/>
                  <a:gd name="T27" fmla="*/ 53 h 313"/>
                  <a:gd name="T28" fmla="*/ 272 w 323"/>
                  <a:gd name="T29" fmla="*/ 55 h 313"/>
                  <a:gd name="T30" fmla="*/ 323 w 323"/>
                  <a:gd name="T31" fmla="*/ 179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3" h="313">
                    <a:moveTo>
                      <a:pt x="323" y="179"/>
                    </a:moveTo>
                    <a:cubicBezTo>
                      <a:pt x="323" y="179"/>
                      <a:pt x="323" y="180"/>
                      <a:pt x="323" y="181"/>
                    </a:cubicBezTo>
                    <a:cubicBezTo>
                      <a:pt x="322" y="221"/>
                      <a:pt x="303" y="261"/>
                      <a:pt x="269" y="285"/>
                    </a:cubicBezTo>
                    <a:cubicBezTo>
                      <a:pt x="265" y="287"/>
                      <a:pt x="262" y="290"/>
                      <a:pt x="258" y="292"/>
                    </a:cubicBezTo>
                    <a:cubicBezTo>
                      <a:pt x="248" y="297"/>
                      <a:pt x="238" y="301"/>
                      <a:pt x="228" y="303"/>
                    </a:cubicBezTo>
                    <a:cubicBezTo>
                      <a:pt x="186" y="313"/>
                      <a:pt x="140" y="301"/>
                      <a:pt x="97" y="280"/>
                    </a:cubicBezTo>
                    <a:cubicBezTo>
                      <a:pt x="63" y="264"/>
                      <a:pt x="30" y="242"/>
                      <a:pt x="0" y="222"/>
                    </a:cubicBezTo>
                    <a:cubicBezTo>
                      <a:pt x="7" y="186"/>
                      <a:pt x="14" y="150"/>
                      <a:pt x="28" y="116"/>
                    </a:cubicBezTo>
                    <a:cubicBezTo>
                      <a:pt x="28" y="116"/>
                      <a:pt x="28" y="115"/>
                      <a:pt x="28" y="115"/>
                    </a:cubicBezTo>
                    <a:cubicBezTo>
                      <a:pt x="42" y="81"/>
                      <a:pt x="63" y="50"/>
                      <a:pt x="94" y="29"/>
                    </a:cubicBezTo>
                    <a:cubicBezTo>
                      <a:pt x="96" y="27"/>
                      <a:pt x="98" y="26"/>
                      <a:pt x="100" y="25"/>
                    </a:cubicBezTo>
                    <a:cubicBezTo>
                      <a:pt x="127" y="8"/>
                      <a:pt x="160" y="0"/>
                      <a:pt x="191" y="5"/>
                    </a:cubicBezTo>
                    <a:cubicBezTo>
                      <a:pt x="195" y="6"/>
                      <a:pt x="199" y="7"/>
                      <a:pt x="203" y="8"/>
                    </a:cubicBezTo>
                    <a:cubicBezTo>
                      <a:pt x="229" y="16"/>
                      <a:pt x="251" y="33"/>
                      <a:pt x="269" y="53"/>
                    </a:cubicBezTo>
                    <a:cubicBezTo>
                      <a:pt x="270" y="54"/>
                      <a:pt x="271" y="55"/>
                      <a:pt x="272" y="55"/>
                    </a:cubicBezTo>
                    <a:cubicBezTo>
                      <a:pt x="302" y="90"/>
                      <a:pt x="323" y="134"/>
                      <a:pt x="323" y="179"/>
                    </a:cubicBezTo>
                  </a:path>
                </a:pathLst>
              </a:custGeom>
              <a:solidFill>
                <a:srgbClr val="FEE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7" name="ïṩḷïḑé"/>
              <p:cNvSpPr/>
              <p:nvPr/>
            </p:nvSpPr>
            <p:spPr bwMode="auto">
              <a:xfrm>
                <a:off x="4216400" y="4090988"/>
                <a:ext cx="565150" cy="388938"/>
              </a:xfrm>
              <a:custGeom>
                <a:avLst/>
                <a:gdLst>
                  <a:gd name="T0" fmla="*/ 133 w 171"/>
                  <a:gd name="T1" fmla="*/ 71 h 118"/>
                  <a:gd name="T2" fmla="*/ 69 w 171"/>
                  <a:gd name="T3" fmla="*/ 81 h 118"/>
                  <a:gd name="T4" fmla="*/ 38 w 171"/>
                  <a:gd name="T5" fmla="*/ 107 h 118"/>
                  <a:gd name="T6" fmla="*/ 0 w 171"/>
                  <a:gd name="T7" fmla="*/ 115 h 118"/>
                  <a:gd name="T8" fmla="*/ 66 w 171"/>
                  <a:gd name="T9" fmla="*/ 29 h 118"/>
                  <a:gd name="T10" fmla="*/ 72 w 171"/>
                  <a:gd name="T11" fmla="*/ 25 h 118"/>
                  <a:gd name="T12" fmla="*/ 163 w 171"/>
                  <a:gd name="T13" fmla="*/ 5 h 118"/>
                  <a:gd name="T14" fmla="*/ 133 w 171"/>
                  <a:gd name="T15" fmla="*/ 71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1" h="118">
                    <a:moveTo>
                      <a:pt x="133" y="71"/>
                    </a:moveTo>
                    <a:cubicBezTo>
                      <a:pt x="112" y="78"/>
                      <a:pt x="88" y="71"/>
                      <a:pt x="69" y="81"/>
                    </a:cubicBezTo>
                    <a:cubicBezTo>
                      <a:pt x="57" y="88"/>
                      <a:pt x="49" y="99"/>
                      <a:pt x="38" y="107"/>
                    </a:cubicBezTo>
                    <a:cubicBezTo>
                      <a:pt x="25" y="115"/>
                      <a:pt x="11" y="118"/>
                      <a:pt x="0" y="115"/>
                    </a:cubicBezTo>
                    <a:cubicBezTo>
                      <a:pt x="14" y="81"/>
                      <a:pt x="35" y="50"/>
                      <a:pt x="66" y="29"/>
                    </a:cubicBezTo>
                    <a:cubicBezTo>
                      <a:pt x="68" y="27"/>
                      <a:pt x="70" y="26"/>
                      <a:pt x="72" y="25"/>
                    </a:cubicBezTo>
                    <a:cubicBezTo>
                      <a:pt x="99" y="8"/>
                      <a:pt x="132" y="0"/>
                      <a:pt x="163" y="5"/>
                    </a:cubicBezTo>
                    <a:cubicBezTo>
                      <a:pt x="171" y="31"/>
                      <a:pt x="158" y="62"/>
                      <a:pt x="133" y="71"/>
                    </a:cubicBezTo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8" name="ïŝḷîḓè"/>
              <p:cNvSpPr/>
              <p:nvPr/>
            </p:nvSpPr>
            <p:spPr bwMode="auto">
              <a:xfrm>
                <a:off x="4391025" y="4265613"/>
                <a:ext cx="798513" cy="903288"/>
              </a:xfrm>
              <a:custGeom>
                <a:avLst/>
                <a:gdLst>
                  <a:gd name="T0" fmla="*/ 242 w 242"/>
                  <a:gd name="T1" fmla="*/ 126 h 274"/>
                  <a:gd name="T2" fmla="*/ 242 w 242"/>
                  <a:gd name="T3" fmla="*/ 128 h 274"/>
                  <a:gd name="T4" fmla="*/ 188 w 242"/>
                  <a:gd name="T5" fmla="*/ 232 h 274"/>
                  <a:gd name="T6" fmla="*/ 156 w 242"/>
                  <a:gd name="T7" fmla="*/ 241 h 274"/>
                  <a:gd name="T8" fmla="*/ 147 w 242"/>
                  <a:gd name="T9" fmla="*/ 250 h 274"/>
                  <a:gd name="T10" fmla="*/ 140 w 242"/>
                  <a:gd name="T11" fmla="*/ 256 h 274"/>
                  <a:gd name="T12" fmla="*/ 44 w 242"/>
                  <a:gd name="T13" fmla="*/ 256 h 274"/>
                  <a:gd name="T14" fmla="*/ 16 w 242"/>
                  <a:gd name="T15" fmla="*/ 227 h 274"/>
                  <a:gd name="T16" fmla="*/ 2 w 242"/>
                  <a:gd name="T17" fmla="*/ 170 h 274"/>
                  <a:gd name="T18" fmla="*/ 61 w 242"/>
                  <a:gd name="T19" fmla="*/ 94 h 274"/>
                  <a:gd name="T20" fmla="*/ 121 w 242"/>
                  <a:gd name="T21" fmla="*/ 70 h 274"/>
                  <a:gd name="T22" fmla="*/ 148 w 242"/>
                  <a:gd name="T23" fmla="*/ 20 h 274"/>
                  <a:gd name="T24" fmla="*/ 188 w 242"/>
                  <a:gd name="T25" fmla="*/ 0 h 274"/>
                  <a:gd name="T26" fmla="*/ 191 w 242"/>
                  <a:gd name="T27" fmla="*/ 2 h 274"/>
                  <a:gd name="T28" fmla="*/ 242 w 242"/>
                  <a:gd name="T29" fmla="*/ 126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2" h="274">
                    <a:moveTo>
                      <a:pt x="242" y="126"/>
                    </a:moveTo>
                    <a:cubicBezTo>
                      <a:pt x="242" y="126"/>
                      <a:pt x="242" y="127"/>
                      <a:pt x="242" y="128"/>
                    </a:cubicBezTo>
                    <a:cubicBezTo>
                      <a:pt x="241" y="168"/>
                      <a:pt x="222" y="208"/>
                      <a:pt x="188" y="232"/>
                    </a:cubicBezTo>
                    <a:cubicBezTo>
                      <a:pt x="178" y="236"/>
                      <a:pt x="167" y="240"/>
                      <a:pt x="156" y="241"/>
                    </a:cubicBezTo>
                    <a:cubicBezTo>
                      <a:pt x="147" y="250"/>
                      <a:pt x="147" y="250"/>
                      <a:pt x="147" y="250"/>
                    </a:cubicBezTo>
                    <a:cubicBezTo>
                      <a:pt x="140" y="256"/>
                      <a:pt x="140" y="256"/>
                      <a:pt x="140" y="256"/>
                    </a:cubicBezTo>
                    <a:cubicBezTo>
                      <a:pt x="111" y="274"/>
                      <a:pt x="73" y="274"/>
                      <a:pt x="44" y="256"/>
                    </a:cubicBezTo>
                    <a:cubicBezTo>
                      <a:pt x="33" y="249"/>
                      <a:pt x="23" y="239"/>
                      <a:pt x="16" y="227"/>
                    </a:cubicBezTo>
                    <a:cubicBezTo>
                      <a:pt x="5" y="210"/>
                      <a:pt x="0" y="190"/>
                      <a:pt x="2" y="170"/>
                    </a:cubicBezTo>
                    <a:cubicBezTo>
                      <a:pt x="6" y="136"/>
                      <a:pt x="30" y="106"/>
                      <a:pt x="61" y="94"/>
                    </a:cubicBezTo>
                    <a:cubicBezTo>
                      <a:pt x="82" y="87"/>
                      <a:pt x="106" y="86"/>
                      <a:pt x="121" y="70"/>
                    </a:cubicBezTo>
                    <a:cubicBezTo>
                      <a:pt x="135" y="57"/>
                      <a:pt x="137" y="36"/>
                      <a:pt x="148" y="20"/>
                    </a:cubicBezTo>
                    <a:cubicBezTo>
                      <a:pt x="158" y="8"/>
                      <a:pt x="173" y="0"/>
                      <a:pt x="188" y="0"/>
                    </a:cubicBezTo>
                    <a:cubicBezTo>
                      <a:pt x="189" y="1"/>
                      <a:pt x="190" y="2"/>
                      <a:pt x="191" y="2"/>
                    </a:cubicBezTo>
                    <a:cubicBezTo>
                      <a:pt x="221" y="37"/>
                      <a:pt x="242" y="81"/>
                      <a:pt x="242" y="126"/>
                    </a:cubicBezTo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9" name="ïṡľïḓé"/>
              <p:cNvSpPr/>
              <p:nvPr/>
            </p:nvSpPr>
            <p:spPr bwMode="auto">
              <a:xfrm>
                <a:off x="4929188" y="4479925"/>
                <a:ext cx="63500" cy="392113"/>
              </a:xfrm>
              <a:custGeom>
                <a:avLst/>
                <a:gdLst>
                  <a:gd name="T0" fmla="*/ 15 w 19"/>
                  <a:gd name="T1" fmla="*/ 119 h 119"/>
                  <a:gd name="T2" fmla="*/ 10 w 19"/>
                  <a:gd name="T3" fmla="*/ 119 h 119"/>
                  <a:gd name="T4" fmla="*/ 0 w 19"/>
                  <a:gd name="T5" fmla="*/ 2 h 119"/>
                  <a:gd name="T6" fmla="*/ 5 w 19"/>
                  <a:gd name="T7" fmla="*/ 0 h 119"/>
                  <a:gd name="T8" fmla="*/ 15 w 19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19">
                    <a:moveTo>
                      <a:pt x="15" y="119"/>
                    </a:moveTo>
                    <a:cubicBezTo>
                      <a:pt x="10" y="119"/>
                      <a:pt x="10" y="119"/>
                      <a:pt x="10" y="119"/>
                    </a:cubicBezTo>
                    <a:cubicBezTo>
                      <a:pt x="14" y="80"/>
                      <a:pt x="11" y="39"/>
                      <a:pt x="0" y="2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6" y="38"/>
                      <a:pt x="19" y="80"/>
                      <a:pt x="15" y="11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0" name="ïsḻïďê"/>
              <p:cNvSpPr/>
              <p:nvPr/>
            </p:nvSpPr>
            <p:spPr bwMode="auto">
              <a:xfrm>
                <a:off x="4184650" y="4387850"/>
                <a:ext cx="71438" cy="177800"/>
              </a:xfrm>
              <a:custGeom>
                <a:avLst/>
                <a:gdLst>
                  <a:gd name="T0" fmla="*/ 22 w 22"/>
                  <a:gd name="T1" fmla="*/ 0 h 54"/>
                  <a:gd name="T2" fmla="*/ 22 w 22"/>
                  <a:gd name="T3" fmla="*/ 0 h 54"/>
                  <a:gd name="T4" fmla="*/ 10 w 22"/>
                  <a:gd name="T5" fmla="*/ 26 h 54"/>
                  <a:gd name="T6" fmla="*/ 2 w 22"/>
                  <a:gd name="T7" fmla="*/ 47 h 54"/>
                  <a:gd name="T8" fmla="*/ 0 w 22"/>
                  <a:gd name="T9" fmla="*/ 54 h 54"/>
                  <a:gd name="T10" fmla="*/ 0 w 22"/>
                  <a:gd name="T11" fmla="*/ 54 h 54"/>
                  <a:gd name="T12" fmla="*/ 10 w 22"/>
                  <a:gd name="T13" fmla="*/ 26 h 54"/>
                  <a:gd name="T14" fmla="*/ 10 w 22"/>
                  <a:gd name="T15" fmla="*/ 25 h 54"/>
                  <a:gd name="T16" fmla="*/ 10 w 22"/>
                  <a:gd name="T17" fmla="*/ 25 h 54"/>
                  <a:gd name="T18" fmla="*/ 10 w 22"/>
                  <a:gd name="T19" fmla="*/ 25 h 54"/>
                  <a:gd name="T20" fmla="*/ 22 w 22"/>
                  <a:gd name="T2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54">
                    <a:moveTo>
                      <a:pt x="2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7" y="9"/>
                      <a:pt x="13" y="17"/>
                      <a:pt x="10" y="26"/>
                    </a:cubicBezTo>
                    <a:cubicBezTo>
                      <a:pt x="7" y="33"/>
                      <a:pt x="4" y="40"/>
                      <a:pt x="2" y="47"/>
                    </a:cubicBezTo>
                    <a:cubicBezTo>
                      <a:pt x="1" y="49"/>
                      <a:pt x="1" y="52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3" y="45"/>
                      <a:pt x="6" y="35"/>
                      <a:pt x="10" y="26"/>
                    </a:cubicBezTo>
                    <a:cubicBezTo>
                      <a:pt x="10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4" y="16"/>
                      <a:pt x="18" y="8"/>
                      <a:pt x="22" y="0"/>
                    </a:cubicBezTo>
                  </a:path>
                </a:pathLst>
              </a:custGeom>
              <a:solidFill>
                <a:srgbClr val="CF61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1" name="ïś1íḑè"/>
              <p:cNvSpPr/>
              <p:nvPr/>
            </p:nvSpPr>
            <p:spPr bwMode="auto">
              <a:xfrm>
                <a:off x="4256088" y="4124325"/>
                <a:ext cx="300038" cy="263525"/>
              </a:xfrm>
              <a:custGeom>
                <a:avLst/>
                <a:gdLst>
                  <a:gd name="T0" fmla="*/ 91 w 91"/>
                  <a:gd name="T1" fmla="*/ 0 h 80"/>
                  <a:gd name="T2" fmla="*/ 54 w 91"/>
                  <a:gd name="T3" fmla="*/ 19 h 80"/>
                  <a:gd name="T4" fmla="*/ 24 w 91"/>
                  <a:gd name="T5" fmla="*/ 46 h 80"/>
                  <a:gd name="T6" fmla="*/ 0 w 91"/>
                  <a:gd name="T7" fmla="*/ 80 h 80"/>
                  <a:gd name="T8" fmla="*/ 0 w 91"/>
                  <a:gd name="T9" fmla="*/ 80 h 80"/>
                  <a:gd name="T10" fmla="*/ 54 w 91"/>
                  <a:gd name="T11" fmla="*/ 19 h 80"/>
                  <a:gd name="T12" fmla="*/ 60 w 91"/>
                  <a:gd name="T13" fmla="*/ 15 h 80"/>
                  <a:gd name="T14" fmla="*/ 91 w 91"/>
                  <a:gd name="T15" fmla="*/ 0 h 80"/>
                  <a:gd name="T16" fmla="*/ 91 w 91"/>
                  <a:gd name="T17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80">
                    <a:moveTo>
                      <a:pt x="91" y="0"/>
                    </a:moveTo>
                    <a:cubicBezTo>
                      <a:pt x="78" y="5"/>
                      <a:pt x="65" y="11"/>
                      <a:pt x="54" y="19"/>
                    </a:cubicBezTo>
                    <a:cubicBezTo>
                      <a:pt x="43" y="27"/>
                      <a:pt x="33" y="36"/>
                      <a:pt x="24" y="46"/>
                    </a:cubicBezTo>
                    <a:cubicBezTo>
                      <a:pt x="15" y="56"/>
                      <a:pt x="7" y="68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3" y="56"/>
                      <a:pt x="31" y="35"/>
                      <a:pt x="54" y="19"/>
                    </a:cubicBezTo>
                    <a:cubicBezTo>
                      <a:pt x="56" y="17"/>
                      <a:pt x="58" y="16"/>
                      <a:pt x="60" y="15"/>
                    </a:cubicBezTo>
                    <a:cubicBezTo>
                      <a:pt x="70" y="9"/>
                      <a:pt x="80" y="4"/>
                      <a:pt x="91" y="0"/>
                    </a:cubicBez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DA95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2" name="i$ļîḍé"/>
              <p:cNvSpPr/>
              <p:nvPr/>
            </p:nvSpPr>
            <p:spPr bwMode="auto">
              <a:xfrm>
                <a:off x="4160838" y="4565650"/>
                <a:ext cx="23813" cy="79375"/>
              </a:xfrm>
              <a:custGeom>
                <a:avLst/>
                <a:gdLst>
                  <a:gd name="T0" fmla="*/ 7 w 7"/>
                  <a:gd name="T1" fmla="*/ 0 h 24"/>
                  <a:gd name="T2" fmla="*/ 7 w 7"/>
                  <a:gd name="T3" fmla="*/ 0 h 24"/>
                  <a:gd name="T4" fmla="*/ 0 w 7"/>
                  <a:gd name="T5" fmla="*/ 24 h 24"/>
                  <a:gd name="T6" fmla="*/ 0 w 7"/>
                  <a:gd name="T7" fmla="*/ 24 h 24"/>
                  <a:gd name="T8" fmla="*/ 7 w 7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4"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8"/>
                      <a:pt x="2" y="16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2" y="16"/>
                      <a:pt x="4" y="8"/>
                      <a:pt x="7" y="0"/>
                    </a:cubicBezTo>
                  </a:path>
                </a:pathLst>
              </a:custGeom>
              <a:solidFill>
                <a:srgbClr val="DA95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3" name="ïšļiḑe"/>
              <p:cNvSpPr/>
              <p:nvPr/>
            </p:nvSpPr>
            <p:spPr bwMode="auto">
              <a:xfrm>
                <a:off x="4556125" y="4105275"/>
                <a:ext cx="136525" cy="19050"/>
              </a:xfrm>
              <a:custGeom>
                <a:avLst/>
                <a:gdLst>
                  <a:gd name="T0" fmla="*/ 41 w 41"/>
                  <a:gd name="T1" fmla="*/ 0 h 6"/>
                  <a:gd name="T2" fmla="*/ 0 w 41"/>
                  <a:gd name="T3" fmla="*/ 6 h 6"/>
                  <a:gd name="T4" fmla="*/ 0 w 41"/>
                  <a:gd name="T5" fmla="*/ 6 h 6"/>
                  <a:gd name="T6" fmla="*/ 41 w 41"/>
                  <a:gd name="T7" fmla="*/ 0 h 6"/>
                  <a:gd name="T8" fmla="*/ 41 w 41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6">
                    <a:moveTo>
                      <a:pt x="41" y="0"/>
                    </a:moveTo>
                    <a:cubicBezTo>
                      <a:pt x="27" y="0"/>
                      <a:pt x="13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3" y="2"/>
                      <a:pt x="27" y="0"/>
                      <a:pt x="41" y="0"/>
                    </a:cubicBezTo>
                    <a:cubicBezTo>
                      <a:pt x="41" y="0"/>
                      <a:pt x="41" y="0"/>
                      <a:pt x="41" y="0"/>
                    </a:cubicBezTo>
                  </a:path>
                </a:pathLst>
              </a:custGeom>
              <a:solidFill>
                <a:srgbClr val="AD77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4" name="ïsļiḓê"/>
              <p:cNvSpPr/>
              <p:nvPr/>
            </p:nvSpPr>
            <p:spPr bwMode="auto">
              <a:xfrm>
                <a:off x="4160838" y="4338638"/>
                <a:ext cx="458788" cy="306388"/>
              </a:xfrm>
              <a:custGeom>
                <a:avLst/>
                <a:gdLst>
                  <a:gd name="T0" fmla="*/ 128 w 139"/>
                  <a:gd name="T1" fmla="*/ 0 h 93"/>
                  <a:gd name="T2" fmla="*/ 86 w 139"/>
                  <a:gd name="T3" fmla="*/ 6 h 93"/>
                  <a:gd name="T4" fmla="*/ 55 w 139"/>
                  <a:gd name="T5" fmla="*/ 32 h 93"/>
                  <a:gd name="T6" fmla="*/ 27 w 139"/>
                  <a:gd name="T7" fmla="*/ 41 h 93"/>
                  <a:gd name="T8" fmla="*/ 17 w 139"/>
                  <a:gd name="T9" fmla="*/ 40 h 93"/>
                  <a:gd name="T10" fmla="*/ 17 w 139"/>
                  <a:gd name="T11" fmla="*/ 40 h 93"/>
                  <a:gd name="T12" fmla="*/ 17 w 139"/>
                  <a:gd name="T13" fmla="*/ 41 h 93"/>
                  <a:gd name="T14" fmla="*/ 7 w 139"/>
                  <a:gd name="T15" fmla="*/ 69 h 93"/>
                  <a:gd name="T16" fmla="*/ 0 w 139"/>
                  <a:gd name="T17" fmla="*/ 93 h 93"/>
                  <a:gd name="T18" fmla="*/ 119 w 139"/>
                  <a:gd name="T19" fmla="*/ 45 h 93"/>
                  <a:gd name="T20" fmla="*/ 137 w 139"/>
                  <a:gd name="T21" fmla="*/ 46 h 93"/>
                  <a:gd name="T22" fmla="*/ 135 w 139"/>
                  <a:gd name="T23" fmla="*/ 19 h 93"/>
                  <a:gd name="T24" fmla="*/ 128 w 139"/>
                  <a:gd name="T25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9" h="93">
                    <a:moveTo>
                      <a:pt x="128" y="0"/>
                    </a:moveTo>
                    <a:cubicBezTo>
                      <a:pt x="113" y="1"/>
                      <a:pt x="98" y="0"/>
                      <a:pt x="86" y="6"/>
                    </a:cubicBezTo>
                    <a:cubicBezTo>
                      <a:pt x="74" y="13"/>
                      <a:pt x="66" y="24"/>
                      <a:pt x="55" y="32"/>
                    </a:cubicBezTo>
                    <a:cubicBezTo>
                      <a:pt x="45" y="38"/>
                      <a:pt x="36" y="41"/>
                      <a:pt x="27" y="41"/>
                    </a:cubicBezTo>
                    <a:cubicBezTo>
                      <a:pt x="23" y="41"/>
                      <a:pt x="20" y="41"/>
                      <a:pt x="17" y="40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17" y="40"/>
                      <a:pt x="17" y="41"/>
                      <a:pt x="17" y="41"/>
                    </a:cubicBezTo>
                    <a:cubicBezTo>
                      <a:pt x="13" y="50"/>
                      <a:pt x="10" y="60"/>
                      <a:pt x="7" y="69"/>
                    </a:cubicBezTo>
                    <a:cubicBezTo>
                      <a:pt x="4" y="77"/>
                      <a:pt x="2" y="85"/>
                      <a:pt x="0" y="93"/>
                    </a:cubicBezTo>
                    <a:cubicBezTo>
                      <a:pt x="31" y="63"/>
                      <a:pt x="73" y="45"/>
                      <a:pt x="119" y="45"/>
                    </a:cubicBezTo>
                    <a:cubicBezTo>
                      <a:pt x="125" y="45"/>
                      <a:pt x="131" y="45"/>
                      <a:pt x="137" y="46"/>
                    </a:cubicBezTo>
                    <a:cubicBezTo>
                      <a:pt x="139" y="37"/>
                      <a:pt x="138" y="28"/>
                      <a:pt x="135" y="19"/>
                    </a:cubicBezTo>
                    <a:cubicBezTo>
                      <a:pt x="133" y="12"/>
                      <a:pt x="129" y="6"/>
                      <a:pt x="128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5" name="íṧ1íḍê"/>
              <p:cNvSpPr/>
              <p:nvPr/>
            </p:nvSpPr>
            <p:spPr bwMode="auto">
              <a:xfrm>
                <a:off x="4216400" y="4105275"/>
                <a:ext cx="485775" cy="368300"/>
              </a:xfrm>
              <a:custGeom>
                <a:avLst/>
                <a:gdLst>
                  <a:gd name="T0" fmla="*/ 144 w 147"/>
                  <a:gd name="T1" fmla="*/ 0 h 112"/>
                  <a:gd name="T2" fmla="*/ 103 w 147"/>
                  <a:gd name="T3" fmla="*/ 6 h 112"/>
                  <a:gd name="T4" fmla="*/ 72 w 147"/>
                  <a:gd name="T5" fmla="*/ 21 h 112"/>
                  <a:gd name="T6" fmla="*/ 66 w 147"/>
                  <a:gd name="T7" fmla="*/ 25 h 112"/>
                  <a:gd name="T8" fmla="*/ 12 w 147"/>
                  <a:gd name="T9" fmla="*/ 86 h 112"/>
                  <a:gd name="T10" fmla="*/ 0 w 147"/>
                  <a:gd name="T11" fmla="*/ 111 h 112"/>
                  <a:gd name="T12" fmla="*/ 0 w 147"/>
                  <a:gd name="T13" fmla="*/ 111 h 112"/>
                  <a:gd name="T14" fmla="*/ 10 w 147"/>
                  <a:gd name="T15" fmla="*/ 112 h 112"/>
                  <a:gd name="T16" fmla="*/ 38 w 147"/>
                  <a:gd name="T17" fmla="*/ 103 h 112"/>
                  <a:gd name="T18" fmla="*/ 69 w 147"/>
                  <a:gd name="T19" fmla="*/ 77 h 112"/>
                  <a:gd name="T20" fmla="*/ 111 w 147"/>
                  <a:gd name="T21" fmla="*/ 71 h 112"/>
                  <a:gd name="T22" fmla="*/ 111 w 147"/>
                  <a:gd name="T23" fmla="*/ 60 h 112"/>
                  <a:gd name="T24" fmla="*/ 112 w 147"/>
                  <a:gd name="T25" fmla="*/ 57 h 112"/>
                  <a:gd name="T26" fmla="*/ 134 w 147"/>
                  <a:gd name="T27" fmla="*/ 36 h 112"/>
                  <a:gd name="T28" fmla="*/ 145 w 147"/>
                  <a:gd name="T29" fmla="*/ 0 h 112"/>
                  <a:gd name="T30" fmla="*/ 144 w 147"/>
                  <a:gd name="T31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7" h="112">
                    <a:moveTo>
                      <a:pt x="144" y="0"/>
                    </a:moveTo>
                    <a:cubicBezTo>
                      <a:pt x="130" y="0"/>
                      <a:pt x="116" y="2"/>
                      <a:pt x="103" y="6"/>
                    </a:cubicBezTo>
                    <a:cubicBezTo>
                      <a:pt x="92" y="10"/>
                      <a:pt x="82" y="15"/>
                      <a:pt x="72" y="21"/>
                    </a:cubicBezTo>
                    <a:cubicBezTo>
                      <a:pt x="70" y="22"/>
                      <a:pt x="68" y="23"/>
                      <a:pt x="66" y="25"/>
                    </a:cubicBezTo>
                    <a:cubicBezTo>
                      <a:pt x="43" y="41"/>
                      <a:pt x="25" y="62"/>
                      <a:pt x="12" y="86"/>
                    </a:cubicBezTo>
                    <a:cubicBezTo>
                      <a:pt x="8" y="94"/>
                      <a:pt x="4" y="102"/>
                      <a:pt x="0" y="111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3" y="112"/>
                      <a:pt x="6" y="112"/>
                      <a:pt x="10" y="112"/>
                    </a:cubicBezTo>
                    <a:cubicBezTo>
                      <a:pt x="19" y="112"/>
                      <a:pt x="28" y="109"/>
                      <a:pt x="38" y="103"/>
                    </a:cubicBezTo>
                    <a:cubicBezTo>
                      <a:pt x="49" y="95"/>
                      <a:pt x="57" y="84"/>
                      <a:pt x="69" y="77"/>
                    </a:cubicBezTo>
                    <a:cubicBezTo>
                      <a:pt x="81" y="71"/>
                      <a:pt x="96" y="72"/>
                      <a:pt x="111" y="71"/>
                    </a:cubicBezTo>
                    <a:cubicBezTo>
                      <a:pt x="110" y="67"/>
                      <a:pt x="110" y="64"/>
                      <a:pt x="111" y="60"/>
                    </a:cubicBezTo>
                    <a:cubicBezTo>
                      <a:pt x="111" y="59"/>
                      <a:pt x="112" y="58"/>
                      <a:pt x="112" y="57"/>
                    </a:cubicBezTo>
                    <a:cubicBezTo>
                      <a:pt x="116" y="48"/>
                      <a:pt x="126" y="43"/>
                      <a:pt x="134" y="36"/>
                    </a:cubicBezTo>
                    <a:cubicBezTo>
                      <a:pt x="143" y="26"/>
                      <a:pt x="147" y="13"/>
                      <a:pt x="145" y="0"/>
                    </a:cubicBezTo>
                    <a:cubicBezTo>
                      <a:pt x="145" y="0"/>
                      <a:pt x="144" y="0"/>
                      <a:pt x="144" y="0"/>
                    </a:cubicBezTo>
                  </a:path>
                </a:pathLst>
              </a:custGeom>
              <a:solidFill>
                <a:srgbClr val="E1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6" name="îSļïḓè"/>
              <p:cNvSpPr/>
              <p:nvPr/>
            </p:nvSpPr>
            <p:spPr bwMode="auto">
              <a:xfrm>
                <a:off x="4179888" y="5287963"/>
                <a:ext cx="746125" cy="147638"/>
              </a:xfrm>
              <a:custGeom>
                <a:avLst/>
                <a:gdLst>
                  <a:gd name="T0" fmla="*/ 181 w 226"/>
                  <a:gd name="T1" fmla="*/ 45 h 45"/>
                  <a:gd name="T2" fmla="*/ 45 w 226"/>
                  <a:gd name="T3" fmla="*/ 45 h 45"/>
                  <a:gd name="T4" fmla="*/ 0 w 226"/>
                  <a:gd name="T5" fmla="*/ 0 h 45"/>
                  <a:gd name="T6" fmla="*/ 226 w 226"/>
                  <a:gd name="T7" fmla="*/ 0 h 45"/>
                  <a:gd name="T8" fmla="*/ 181 w 226"/>
                  <a:gd name="T9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45">
                    <a:moveTo>
                      <a:pt x="181" y="45"/>
                    </a:moveTo>
                    <a:cubicBezTo>
                      <a:pt x="45" y="45"/>
                      <a:pt x="45" y="45"/>
                      <a:pt x="45" y="45"/>
                    </a:cubicBezTo>
                    <a:cubicBezTo>
                      <a:pt x="20" y="45"/>
                      <a:pt x="0" y="25"/>
                      <a:pt x="0" y="0"/>
                    </a:cubicBezTo>
                    <a:cubicBezTo>
                      <a:pt x="226" y="0"/>
                      <a:pt x="226" y="0"/>
                      <a:pt x="226" y="0"/>
                    </a:cubicBezTo>
                    <a:cubicBezTo>
                      <a:pt x="226" y="25"/>
                      <a:pt x="206" y="45"/>
                      <a:pt x="181" y="45"/>
                    </a:cubicBezTo>
                    <a:close/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7" name="íṥ1íḑè"/>
              <p:cNvSpPr/>
              <p:nvPr/>
            </p:nvSpPr>
            <p:spPr bwMode="auto">
              <a:xfrm>
                <a:off x="3992563" y="4486275"/>
                <a:ext cx="1122363" cy="838200"/>
              </a:xfrm>
              <a:custGeom>
                <a:avLst/>
                <a:gdLst>
                  <a:gd name="T0" fmla="*/ 340 w 340"/>
                  <a:gd name="T1" fmla="*/ 170 h 254"/>
                  <a:gd name="T2" fmla="*/ 315 w 340"/>
                  <a:gd name="T3" fmla="*/ 229 h 254"/>
                  <a:gd name="T4" fmla="*/ 256 w 340"/>
                  <a:gd name="T5" fmla="*/ 254 h 254"/>
                  <a:gd name="T6" fmla="*/ 83 w 340"/>
                  <a:gd name="T7" fmla="*/ 254 h 254"/>
                  <a:gd name="T8" fmla="*/ 41 w 340"/>
                  <a:gd name="T9" fmla="*/ 242 h 254"/>
                  <a:gd name="T10" fmla="*/ 0 w 340"/>
                  <a:gd name="T11" fmla="*/ 170 h 254"/>
                  <a:gd name="T12" fmla="*/ 50 w 340"/>
                  <a:gd name="T13" fmla="*/ 50 h 254"/>
                  <a:gd name="T14" fmla="*/ 170 w 340"/>
                  <a:gd name="T15" fmla="*/ 0 h 254"/>
                  <a:gd name="T16" fmla="*/ 245 w 340"/>
                  <a:gd name="T17" fmla="*/ 17 h 254"/>
                  <a:gd name="T18" fmla="*/ 290 w 340"/>
                  <a:gd name="T19" fmla="*/ 50 h 254"/>
                  <a:gd name="T20" fmla="*/ 340 w 340"/>
                  <a:gd name="T21" fmla="*/ 17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0" h="254">
                    <a:moveTo>
                      <a:pt x="340" y="170"/>
                    </a:moveTo>
                    <a:cubicBezTo>
                      <a:pt x="340" y="193"/>
                      <a:pt x="330" y="214"/>
                      <a:pt x="315" y="229"/>
                    </a:cubicBezTo>
                    <a:cubicBezTo>
                      <a:pt x="300" y="244"/>
                      <a:pt x="279" y="254"/>
                      <a:pt x="256" y="254"/>
                    </a:cubicBezTo>
                    <a:cubicBezTo>
                      <a:pt x="83" y="254"/>
                      <a:pt x="83" y="254"/>
                      <a:pt x="83" y="254"/>
                    </a:cubicBezTo>
                    <a:cubicBezTo>
                      <a:pt x="68" y="254"/>
                      <a:pt x="53" y="249"/>
                      <a:pt x="41" y="242"/>
                    </a:cubicBezTo>
                    <a:cubicBezTo>
                      <a:pt x="16" y="227"/>
                      <a:pt x="0" y="201"/>
                      <a:pt x="0" y="170"/>
                    </a:cubicBezTo>
                    <a:cubicBezTo>
                      <a:pt x="0" y="123"/>
                      <a:pt x="19" y="81"/>
                      <a:pt x="50" y="50"/>
                    </a:cubicBezTo>
                    <a:cubicBezTo>
                      <a:pt x="80" y="19"/>
                      <a:pt x="123" y="0"/>
                      <a:pt x="170" y="0"/>
                    </a:cubicBezTo>
                    <a:cubicBezTo>
                      <a:pt x="197" y="0"/>
                      <a:pt x="222" y="6"/>
                      <a:pt x="245" y="17"/>
                    </a:cubicBezTo>
                    <a:cubicBezTo>
                      <a:pt x="261" y="26"/>
                      <a:pt x="277" y="37"/>
                      <a:pt x="290" y="50"/>
                    </a:cubicBezTo>
                    <a:cubicBezTo>
                      <a:pt x="321" y="81"/>
                      <a:pt x="340" y="123"/>
                      <a:pt x="340" y="170"/>
                    </a:cubicBezTo>
                  </a:path>
                </a:pathLst>
              </a:custGeom>
              <a:solidFill>
                <a:srgbClr val="ABA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8" name="îṡḻïdê"/>
              <p:cNvSpPr/>
              <p:nvPr/>
            </p:nvSpPr>
            <p:spPr bwMode="auto">
              <a:xfrm>
                <a:off x="4846638" y="3873500"/>
                <a:ext cx="85725" cy="85725"/>
              </a:xfrm>
              <a:custGeom>
                <a:avLst/>
                <a:gdLst>
                  <a:gd name="T0" fmla="*/ 1 w 26"/>
                  <a:gd name="T1" fmla="*/ 14 h 26"/>
                  <a:gd name="T2" fmla="*/ 14 w 26"/>
                  <a:gd name="T3" fmla="*/ 25 h 26"/>
                  <a:gd name="T4" fmla="*/ 25 w 26"/>
                  <a:gd name="T5" fmla="*/ 12 h 26"/>
                  <a:gd name="T6" fmla="*/ 12 w 26"/>
                  <a:gd name="T7" fmla="*/ 1 h 26"/>
                  <a:gd name="T8" fmla="*/ 1 w 26"/>
                  <a:gd name="T9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1" y="14"/>
                    </a:moveTo>
                    <a:cubicBezTo>
                      <a:pt x="1" y="21"/>
                      <a:pt x="7" y="26"/>
                      <a:pt x="14" y="25"/>
                    </a:cubicBezTo>
                    <a:cubicBezTo>
                      <a:pt x="21" y="25"/>
                      <a:pt x="26" y="19"/>
                      <a:pt x="25" y="12"/>
                    </a:cubicBezTo>
                    <a:cubicBezTo>
                      <a:pt x="25" y="5"/>
                      <a:pt x="19" y="0"/>
                      <a:pt x="12" y="1"/>
                    </a:cubicBezTo>
                    <a:cubicBezTo>
                      <a:pt x="5" y="1"/>
                      <a:pt x="0" y="7"/>
                      <a:pt x="1" y="14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9" name="ïṣļïdé"/>
              <p:cNvSpPr/>
              <p:nvPr/>
            </p:nvSpPr>
            <p:spPr bwMode="auto">
              <a:xfrm>
                <a:off x="4430713" y="3603625"/>
                <a:ext cx="561975" cy="609600"/>
              </a:xfrm>
              <a:custGeom>
                <a:avLst/>
                <a:gdLst>
                  <a:gd name="T0" fmla="*/ 163 w 170"/>
                  <a:gd name="T1" fmla="*/ 52 h 185"/>
                  <a:gd name="T2" fmla="*/ 141 w 170"/>
                  <a:gd name="T3" fmla="*/ 74 h 185"/>
                  <a:gd name="T4" fmla="*/ 133 w 170"/>
                  <a:gd name="T5" fmla="*/ 110 h 185"/>
                  <a:gd name="T6" fmla="*/ 131 w 170"/>
                  <a:gd name="T7" fmla="*/ 148 h 185"/>
                  <a:gd name="T8" fmla="*/ 112 w 170"/>
                  <a:gd name="T9" fmla="*/ 177 h 185"/>
                  <a:gd name="T10" fmla="*/ 58 w 170"/>
                  <a:gd name="T11" fmla="*/ 170 h 185"/>
                  <a:gd name="T12" fmla="*/ 30 w 170"/>
                  <a:gd name="T13" fmla="*/ 181 h 185"/>
                  <a:gd name="T14" fmla="*/ 3 w 170"/>
                  <a:gd name="T15" fmla="*/ 150 h 185"/>
                  <a:gd name="T16" fmla="*/ 11 w 170"/>
                  <a:gd name="T17" fmla="*/ 102 h 185"/>
                  <a:gd name="T18" fmla="*/ 76 w 170"/>
                  <a:gd name="T19" fmla="*/ 16 h 185"/>
                  <a:gd name="T20" fmla="*/ 139 w 170"/>
                  <a:gd name="T21" fmla="*/ 5 h 185"/>
                  <a:gd name="T22" fmla="*/ 163 w 170"/>
                  <a:gd name="T23" fmla="*/ 20 h 185"/>
                  <a:gd name="T24" fmla="*/ 163 w 170"/>
                  <a:gd name="T25" fmla="*/ 5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185">
                    <a:moveTo>
                      <a:pt x="163" y="52"/>
                    </a:moveTo>
                    <a:cubicBezTo>
                      <a:pt x="156" y="60"/>
                      <a:pt x="147" y="65"/>
                      <a:pt x="141" y="74"/>
                    </a:cubicBezTo>
                    <a:cubicBezTo>
                      <a:pt x="135" y="84"/>
                      <a:pt x="133" y="98"/>
                      <a:pt x="133" y="110"/>
                    </a:cubicBezTo>
                    <a:cubicBezTo>
                      <a:pt x="132" y="123"/>
                      <a:pt x="133" y="136"/>
                      <a:pt x="131" y="148"/>
                    </a:cubicBezTo>
                    <a:cubicBezTo>
                      <a:pt x="128" y="161"/>
                      <a:pt x="122" y="173"/>
                      <a:pt x="112" y="177"/>
                    </a:cubicBezTo>
                    <a:cubicBezTo>
                      <a:pt x="95" y="185"/>
                      <a:pt x="76" y="166"/>
                      <a:pt x="58" y="170"/>
                    </a:cubicBezTo>
                    <a:cubicBezTo>
                      <a:pt x="48" y="172"/>
                      <a:pt x="40" y="180"/>
                      <a:pt x="30" y="181"/>
                    </a:cubicBezTo>
                    <a:cubicBezTo>
                      <a:pt x="17" y="182"/>
                      <a:pt x="5" y="166"/>
                      <a:pt x="3" y="150"/>
                    </a:cubicBezTo>
                    <a:cubicBezTo>
                      <a:pt x="0" y="133"/>
                      <a:pt x="5" y="117"/>
                      <a:pt x="11" y="102"/>
                    </a:cubicBezTo>
                    <a:cubicBezTo>
                      <a:pt x="26" y="66"/>
                      <a:pt x="47" y="34"/>
                      <a:pt x="76" y="16"/>
                    </a:cubicBezTo>
                    <a:cubicBezTo>
                      <a:pt x="95" y="5"/>
                      <a:pt x="118" y="0"/>
                      <a:pt x="139" y="5"/>
                    </a:cubicBezTo>
                    <a:cubicBezTo>
                      <a:pt x="148" y="7"/>
                      <a:pt x="156" y="12"/>
                      <a:pt x="163" y="20"/>
                    </a:cubicBezTo>
                    <a:cubicBezTo>
                      <a:pt x="170" y="30"/>
                      <a:pt x="169" y="44"/>
                      <a:pt x="163" y="5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0" name="íṧļiďê"/>
              <p:cNvSpPr/>
              <p:nvPr/>
            </p:nvSpPr>
            <p:spPr bwMode="auto">
              <a:xfrm>
                <a:off x="3992563" y="4486275"/>
                <a:ext cx="808038" cy="798513"/>
              </a:xfrm>
              <a:custGeom>
                <a:avLst/>
                <a:gdLst>
                  <a:gd name="T0" fmla="*/ 170 w 245"/>
                  <a:gd name="T1" fmla="*/ 0 h 242"/>
                  <a:gd name="T2" fmla="*/ 50 w 245"/>
                  <a:gd name="T3" fmla="*/ 50 h 242"/>
                  <a:gd name="T4" fmla="*/ 0 w 245"/>
                  <a:gd name="T5" fmla="*/ 170 h 242"/>
                  <a:gd name="T6" fmla="*/ 41 w 245"/>
                  <a:gd name="T7" fmla="*/ 242 h 242"/>
                  <a:gd name="T8" fmla="*/ 45 w 245"/>
                  <a:gd name="T9" fmla="*/ 236 h 242"/>
                  <a:gd name="T10" fmla="*/ 68 w 245"/>
                  <a:gd name="T11" fmla="*/ 187 h 242"/>
                  <a:gd name="T12" fmla="*/ 120 w 245"/>
                  <a:gd name="T13" fmla="*/ 164 h 242"/>
                  <a:gd name="T14" fmla="*/ 147 w 245"/>
                  <a:gd name="T15" fmla="*/ 89 h 242"/>
                  <a:gd name="T16" fmla="*/ 215 w 245"/>
                  <a:gd name="T17" fmla="*/ 62 h 242"/>
                  <a:gd name="T18" fmla="*/ 245 w 245"/>
                  <a:gd name="T19" fmla="*/ 17 h 242"/>
                  <a:gd name="T20" fmla="*/ 231 w 245"/>
                  <a:gd name="T21" fmla="*/ 12 h 242"/>
                  <a:gd name="T22" fmla="*/ 170 w 245"/>
                  <a:gd name="T2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42">
                    <a:moveTo>
                      <a:pt x="170" y="0"/>
                    </a:moveTo>
                    <a:cubicBezTo>
                      <a:pt x="123" y="0"/>
                      <a:pt x="80" y="19"/>
                      <a:pt x="50" y="50"/>
                    </a:cubicBezTo>
                    <a:cubicBezTo>
                      <a:pt x="19" y="81"/>
                      <a:pt x="0" y="123"/>
                      <a:pt x="0" y="170"/>
                    </a:cubicBezTo>
                    <a:cubicBezTo>
                      <a:pt x="0" y="201"/>
                      <a:pt x="16" y="227"/>
                      <a:pt x="41" y="242"/>
                    </a:cubicBezTo>
                    <a:cubicBezTo>
                      <a:pt x="42" y="240"/>
                      <a:pt x="44" y="238"/>
                      <a:pt x="45" y="236"/>
                    </a:cubicBezTo>
                    <a:cubicBezTo>
                      <a:pt x="53" y="220"/>
                      <a:pt x="54" y="199"/>
                      <a:pt x="68" y="187"/>
                    </a:cubicBezTo>
                    <a:cubicBezTo>
                      <a:pt x="82" y="174"/>
                      <a:pt x="105" y="177"/>
                      <a:pt x="120" y="164"/>
                    </a:cubicBezTo>
                    <a:cubicBezTo>
                      <a:pt x="140" y="145"/>
                      <a:pt x="130" y="109"/>
                      <a:pt x="147" y="89"/>
                    </a:cubicBezTo>
                    <a:cubicBezTo>
                      <a:pt x="163" y="70"/>
                      <a:pt x="193" y="73"/>
                      <a:pt x="215" y="62"/>
                    </a:cubicBezTo>
                    <a:cubicBezTo>
                      <a:pt x="231" y="54"/>
                      <a:pt x="243" y="36"/>
                      <a:pt x="245" y="17"/>
                    </a:cubicBezTo>
                    <a:cubicBezTo>
                      <a:pt x="240" y="15"/>
                      <a:pt x="236" y="13"/>
                      <a:pt x="231" y="12"/>
                    </a:cubicBezTo>
                    <a:cubicBezTo>
                      <a:pt x="212" y="4"/>
                      <a:pt x="191" y="0"/>
                      <a:pt x="17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1" name="íŝḻîdè"/>
              <p:cNvSpPr/>
              <p:nvPr/>
            </p:nvSpPr>
            <p:spPr bwMode="auto">
              <a:xfrm>
                <a:off x="5549900" y="5287963"/>
                <a:ext cx="746125" cy="147638"/>
              </a:xfrm>
              <a:custGeom>
                <a:avLst/>
                <a:gdLst>
                  <a:gd name="T0" fmla="*/ 181 w 226"/>
                  <a:gd name="T1" fmla="*/ 45 h 45"/>
                  <a:gd name="T2" fmla="*/ 45 w 226"/>
                  <a:gd name="T3" fmla="*/ 45 h 45"/>
                  <a:gd name="T4" fmla="*/ 0 w 226"/>
                  <a:gd name="T5" fmla="*/ 0 h 45"/>
                  <a:gd name="T6" fmla="*/ 226 w 226"/>
                  <a:gd name="T7" fmla="*/ 0 h 45"/>
                  <a:gd name="T8" fmla="*/ 181 w 226"/>
                  <a:gd name="T9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45">
                    <a:moveTo>
                      <a:pt x="181" y="45"/>
                    </a:moveTo>
                    <a:cubicBezTo>
                      <a:pt x="45" y="45"/>
                      <a:pt x="45" y="45"/>
                      <a:pt x="45" y="45"/>
                    </a:cubicBezTo>
                    <a:cubicBezTo>
                      <a:pt x="20" y="45"/>
                      <a:pt x="0" y="25"/>
                      <a:pt x="0" y="0"/>
                    </a:cubicBezTo>
                    <a:cubicBezTo>
                      <a:pt x="226" y="0"/>
                      <a:pt x="226" y="0"/>
                      <a:pt x="226" y="0"/>
                    </a:cubicBezTo>
                    <a:cubicBezTo>
                      <a:pt x="226" y="25"/>
                      <a:pt x="206" y="45"/>
                      <a:pt x="181" y="45"/>
                    </a:cubicBezTo>
                    <a:close/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2" name="ïš1íḑe"/>
              <p:cNvSpPr/>
              <p:nvPr/>
            </p:nvSpPr>
            <p:spPr bwMode="auto">
              <a:xfrm>
                <a:off x="5870575" y="3600450"/>
                <a:ext cx="471488" cy="719138"/>
              </a:xfrm>
              <a:custGeom>
                <a:avLst/>
                <a:gdLst>
                  <a:gd name="T0" fmla="*/ 2 w 143"/>
                  <a:gd name="T1" fmla="*/ 191 h 218"/>
                  <a:gd name="T2" fmla="*/ 13 w 143"/>
                  <a:gd name="T3" fmla="*/ 140 h 218"/>
                  <a:gd name="T4" fmla="*/ 14 w 143"/>
                  <a:gd name="T5" fmla="*/ 134 h 218"/>
                  <a:gd name="T6" fmla="*/ 19 w 143"/>
                  <a:gd name="T7" fmla="*/ 111 h 218"/>
                  <a:gd name="T8" fmla="*/ 20 w 143"/>
                  <a:gd name="T9" fmla="*/ 108 h 218"/>
                  <a:gd name="T10" fmla="*/ 71 w 143"/>
                  <a:gd name="T11" fmla="*/ 11 h 218"/>
                  <a:gd name="T12" fmla="*/ 133 w 143"/>
                  <a:gd name="T13" fmla="*/ 34 h 218"/>
                  <a:gd name="T14" fmla="*/ 143 w 143"/>
                  <a:gd name="T15" fmla="*/ 75 h 218"/>
                  <a:gd name="T16" fmla="*/ 140 w 143"/>
                  <a:gd name="T17" fmla="*/ 100 h 218"/>
                  <a:gd name="T18" fmla="*/ 139 w 143"/>
                  <a:gd name="T19" fmla="*/ 101 h 218"/>
                  <a:gd name="T20" fmla="*/ 111 w 143"/>
                  <a:gd name="T21" fmla="*/ 132 h 218"/>
                  <a:gd name="T22" fmla="*/ 108 w 143"/>
                  <a:gd name="T23" fmla="*/ 132 h 218"/>
                  <a:gd name="T24" fmla="*/ 86 w 143"/>
                  <a:gd name="T25" fmla="*/ 129 h 218"/>
                  <a:gd name="T26" fmla="*/ 86 w 143"/>
                  <a:gd name="T27" fmla="*/ 130 h 218"/>
                  <a:gd name="T28" fmla="*/ 86 w 143"/>
                  <a:gd name="T29" fmla="*/ 130 h 218"/>
                  <a:gd name="T30" fmla="*/ 86 w 143"/>
                  <a:gd name="T31" fmla="*/ 146 h 218"/>
                  <a:gd name="T32" fmla="*/ 86 w 143"/>
                  <a:gd name="T33" fmla="*/ 201 h 218"/>
                  <a:gd name="T34" fmla="*/ 70 w 143"/>
                  <a:gd name="T35" fmla="*/ 210 h 218"/>
                  <a:gd name="T36" fmla="*/ 53 w 143"/>
                  <a:gd name="T37" fmla="*/ 216 h 218"/>
                  <a:gd name="T38" fmla="*/ 4 w 143"/>
                  <a:gd name="T39" fmla="*/ 203 h 218"/>
                  <a:gd name="T40" fmla="*/ 1 w 143"/>
                  <a:gd name="T41" fmla="*/ 200 h 218"/>
                  <a:gd name="T42" fmla="*/ 2 w 143"/>
                  <a:gd name="T43" fmla="*/ 191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3" h="218">
                    <a:moveTo>
                      <a:pt x="2" y="191"/>
                    </a:moveTo>
                    <a:cubicBezTo>
                      <a:pt x="13" y="140"/>
                      <a:pt x="13" y="140"/>
                      <a:pt x="13" y="140"/>
                    </a:cubicBezTo>
                    <a:cubicBezTo>
                      <a:pt x="14" y="134"/>
                      <a:pt x="14" y="134"/>
                      <a:pt x="14" y="134"/>
                    </a:cubicBezTo>
                    <a:cubicBezTo>
                      <a:pt x="19" y="111"/>
                      <a:pt x="19" y="111"/>
                      <a:pt x="19" y="111"/>
                    </a:cubicBezTo>
                    <a:cubicBezTo>
                      <a:pt x="20" y="110"/>
                      <a:pt x="20" y="109"/>
                      <a:pt x="20" y="108"/>
                    </a:cubicBezTo>
                    <a:cubicBezTo>
                      <a:pt x="29" y="67"/>
                      <a:pt x="37" y="28"/>
                      <a:pt x="71" y="11"/>
                    </a:cubicBezTo>
                    <a:cubicBezTo>
                      <a:pt x="94" y="0"/>
                      <a:pt x="121" y="12"/>
                      <a:pt x="133" y="34"/>
                    </a:cubicBezTo>
                    <a:cubicBezTo>
                      <a:pt x="139" y="46"/>
                      <a:pt x="143" y="61"/>
                      <a:pt x="143" y="75"/>
                    </a:cubicBezTo>
                    <a:cubicBezTo>
                      <a:pt x="143" y="84"/>
                      <a:pt x="142" y="93"/>
                      <a:pt x="140" y="100"/>
                    </a:cubicBezTo>
                    <a:cubicBezTo>
                      <a:pt x="140" y="101"/>
                      <a:pt x="140" y="101"/>
                      <a:pt x="139" y="101"/>
                    </a:cubicBezTo>
                    <a:cubicBezTo>
                      <a:pt x="135" y="115"/>
                      <a:pt x="125" y="128"/>
                      <a:pt x="111" y="132"/>
                    </a:cubicBezTo>
                    <a:cubicBezTo>
                      <a:pt x="110" y="132"/>
                      <a:pt x="109" y="132"/>
                      <a:pt x="108" y="132"/>
                    </a:cubicBezTo>
                    <a:cubicBezTo>
                      <a:pt x="101" y="134"/>
                      <a:pt x="93" y="132"/>
                      <a:pt x="86" y="129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6" y="135"/>
                      <a:pt x="86" y="141"/>
                      <a:pt x="86" y="146"/>
                    </a:cubicBezTo>
                    <a:cubicBezTo>
                      <a:pt x="86" y="149"/>
                      <a:pt x="86" y="201"/>
                      <a:pt x="86" y="201"/>
                    </a:cubicBezTo>
                    <a:cubicBezTo>
                      <a:pt x="86" y="201"/>
                      <a:pt x="75" y="206"/>
                      <a:pt x="70" y="210"/>
                    </a:cubicBezTo>
                    <a:cubicBezTo>
                      <a:pt x="65" y="213"/>
                      <a:pt x="59" y="215"/>
                      <a:pt x="53" y="216"/>
                    </a:cubicBezTo>
                    <a:cubicBezTo>
                      <a:pt x="35" y="218"/>
                      <a:pt x="18" y="213"/>
                      <a:pt x="4" y="203"/>
                    </a:cubicBezTo>
                    <a:cubicBezTo>
                      <a:pt x="3" y="202"/>
                      <a:pt x="2" y="202"/>
                      <a:pt x="1" y="200"/>
                    </a:cubicBezTo>
                    <a:cubicBezTo>
                      <a:pt x="0" y="198"/>
                      <a:pt x="2" y="191"/>
                      <a:pt x="2" y="191"/>
                    </a:cubicBezTo>
                  </a:path>
                </a:pathLst>
              </a:custGeom>
              <a:solidFill>
                <a:srgbClr val="FEE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3" name="ïṥľiḍè"/>
              <p:cNvSpPr/>
              <p:nvPr/>
            </p:nvSpPr>
            <p:spPr bwMode="auto">
              <a:xfrm>
                <a:off x="6207125" y="3844925"/>
                <a:ext cx="85725" cy="85725"/>
              </a:xfrm>
              <a:custGeom>
                <a:avLst/>
                <a:gdLst>
                  <a:gd name="T0" fmla="*/ 1 w 26"/>
                  <a:gd name="T1" fmla="*/ 14 h 26"/>
                  <a:gd name="T2" fmla="*/ 14 w 26"/>
                  <a:gd name="T3" fmla="*/ 25 h 26"/>
                  <a:gd name="T4" fmla="*/ 25 w 26"/>
                  <a:gd name="T5" fmla="*/ 12 h 26"/>
                  <a:gd name="T6" fmla="*/ 12 w 26"/>
                  <a:gd name="T7" fmla="*/ 1 h 26"/>
                  <a:gd name="T8" fmla="*/ 1 w 26"/>
                  <a:gd name="T9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1" y="14"/>
                    </a:moveTo>
                    <a:cubicBezTo>
                      <a:pt x="1" y="21"/>
                      <a:pt x="7" y="26"/>
                      <a:pt x="14" y="25"/>
                    </a:cubicBezTo>
                    <a:cubicBezTo>
                      <a:pt x="21" y="25"/>
                      <a:pt x="26" y="19"/>
                      <a:pt x="25" y="12"/>
                    </a:cubicBezTo>
                    <a:cubicBezTo>
                      <a:pt x="25" y="5"/>
                      <a:pt x="19" y="0"/>
                      <a:pt x="12" y="1"/>
                    </a:cubicBezTo>
                    <a:cubicBezTo>
                      <a:pt x="5" y="1"/>
                      <a:pt x="0" y="7"/>
                      <a:pt x="1" y="14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4" name="ïṣḷiḍé"/>
              <p:cNvSpPr/>
              <p:nvPr/>
            </p:nvSpPr>
            <p:spPr bwMode="auto">
              <a:xfrm>
                <a:off x="5849938" y="3548063"/>
                <a:ext cx="547688" cy="460375"/>
              </a:xfrm>
              <a:custGeom>
                <a:avLst/>
                <a:gdLst>
                  <a:gd name="T0" fmla="*/ 43 w 166"/>
                  <a:gd name="T1" fmla="*/ 138 h 140"/>
                  <a:gd name="T2" fmla="*/ 77 w 166"/>
                  <a:gd name="T3" fmla="*/ 125 h 140"/>
                  <a:gd name="T4" fmla="*/ 99 w 166"/>
                  <a:gd name="T5" fmla="*/ 93 h 140"/>
                  <a:gd name="T6" fmla="*/ 147 w 166"/>
                  <a:gd name="T7" fmla="*/ 75 h 140"/>
                  <a:gd name="T8" fmla="*/ 165 w 166"/>
                  <a:gd name="T9" fmla="*/ 48 h 140"/>
                  <a:gd name="T10" fmla="*/ 155 w 166"/>
                  <a:gd name="T11" fmla="*/ 16 h 140"/>
                  <a:gd name="T12" fmla="*/ 114 w 166"/>
                  <a:gd name="T13" fmla="*/ 1 h 140"/>
                  <a:gd name="T14" fmla="*/ 54 w 166"/>
                  <a:gd name="T15" fmla="*/ 11 h 140"/>
                  <a:gd name="T16" fmla="*/ 11 w 166"/>
                  <a:gd name="T17" fmla="*/ 54 h 140"/>
                  <a:gd name="T18" fmla="*/ 43 w 166"/>
                  <a:gd name="T19" fmla="*/ 138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6" h="140">
                    <a:moveTo>
                      <a:pt x="43" y="138"/>
                    </a:moveTo>
                    <a:cubicBezTo>
                      <a:pt x="55" y="140"/>
                      <a:pt x="68" y="134"/>
                      <a:pt x="77" y="125"/>
                    </a:cubicBezTo>
                    <a:cubicBezTo>
                      <a:pt x="86" y="116"/>
                      <a:pt x="93" y="105"/>
                      <a:pt x="99" y="93"/>
                    </a:cubicBezTo>
                    <a:cubicBezTo>
                      <a:pt x="116" y="104"/>
                      <a:pt x="141" y="94"/>
                      <a:pt x="147" y="75"/>
                    </a:cubicBezTo>
                    <a:cubicBezTo>
                      <a:pt x="157" y="69"/>
                      <a:pt x="163" y="59"/>
                      <a:pt x="165" y="48"/>
                    </a:cubicBezTo>
                    <a:cubicBezTo>
                      <a:pt x="166" y="36"/>
                      <a:pt x="162" y="24"/>
                      <a:pt x="155" y="16"/>
                    </a:cubicBezTo>
                    <a:cubicBezTo>
                      <a:pt x="144" y="5"/>
                      <a:pt x="129" y="2"/>
                      <a:pt x="114" y="1"/>
                    </a:cubicBezTo>
                    <a:cubicBezTo>
                      <a:pt x="94" y="0"/>
                      <a:pt x="73" y="2"/>
                      <a:pt x="54" y="11"/>
                    </a:cubicBezTo>
                    <a:cubicBezTo>
                      <a:pt x="35" y="19"/>
                      <a:pt x="19" y="34"/>
                      <a:pt x="11" y="54"/>
                    </a:cubicBezTo>
                    <a:cubicBezTo>
                      <a:pt x="0" y="80"/>
                      <a:pt x="10" y="134"/>
                      <a:pt x="43" y="1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5" name="íŝ1ïḑe"/>
              <p:cNvSpPr/>
              <p:nvPr/>
            </p:nvSpPr>
            <p:spPr bwMode="auto">
              <a:xfrm>
                <a:off x="5473700" y="4529138"/>
                <a:ext cx="1065213" cy="657225"/>
              </a:xfrm>
              <a:custGeom>
                <a:avLst/>
                <a:gdLst>
                  <a:gd name="T0" fmla="*/ 323 w 323"/>
                  <a:gd name="T1" fmla="*/ 46 h 199"/>
                  <a:gd name="T2" fmla="*/ 257 w 323"/>
                  <a:gd name="T3" fmla="*/ 159 h 199"/>
                  <a:gd name="T4" fmla="*/ 19 w 323"/>
                  <a:gd name="T5" fmla="*/ 102 h 199"/>
                  <a:gd name="T6" fmla="*/ 0 w 323"/>
                  <a:gd name="T7" fmla="*/ 89 h 199"/>
                  <a:gd name="T8" fmla="*/ 20 w 323"/>
                  <a:gd name="T9" fmla="*/ 4 h 199"/>
                  <a:gd name="T10" fmla="*/ 134 w 323"/>
                  <a:gd name="T11" fmla="*/ 15 h 199"/>
                  <a:gd name="T12" fmla="*/ 316 w 323"/>
                  <a:gd name="T13" fmla="*/ 0 h 199"/>
                  <a:gd name="T14" fmla="*/ 323 w 323"/>
                  <a:gd name="T15" fmla="*/ 46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3" h="199">
                    <a:moveTo>
                      <a:pt x="323" y="46"/>
                    </a:moveTo>
                    <a:cubicBezTo>
                      <a:pt x="323" y="91"/>
                      <a:pt x="299" y="137"/>
                      <a:pt x="257" y="159"/>
                    </a:cubicBezTo>
                    <a:cubicBezTo>
                      <a:pt x="182" y="199"/>
                      <a:pt x="92" y="150"/>
                      <a:pt x="19" y="102"/>
                    </a:cubicBezTo>
                    <a:cubicBezTo>
                      <a:pt x="12" y="98"/>
                      <a:pt x="6" y="93"/>
                      <a:pt x="0" y="89"/>
                    </a:cubicBezTo>
                    <a:cubicBezTo>
                      <a:pt x="5" y="60"/>
                      <a:pt x="11" y="31"/>
                      <a:pt x="20" y="4"/>
                    </a:cubicBezTo>
                    <a:cubicBezTo>
                      <a:pt x="58" y="10"/>
                      <a:pt x="96" y="14"/>
                      <a:pt x="134" y="15"/>
                    </a:cubicBezTo>
                    <a:cubicBezTo>
                      <a:pt x="195" y="17"/>
                      <a:pt x="256" y="12"/>
                      <a:pt x="316" y="0"/>
                    </a:cubicBezTo>
                    <a:cubicBezTo>
                      <a:pt x="320" y="15"/>
                      <a:pt x="323" y="30"/>
                      <a:pt x="323" y="46"/>
                    </a:cubicBezTo>
                  </a:path>
                </a:pathLst>
              </a:custGeom>
              <a:solidFill>
                <a:srgbClr val="407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6" name="ïśļídê"/>
              <p:cNvSpPr/>
              <p:nvPr/>
            </p:nvSpPr>
            <p:spPr bwMode="auto">
              <a:xfrm>
                <a:off x="5540375" y="4268788"/>
                <a:ext cx="976313" cy="317500"/>
              </a:xfrm>
              <a:custGeom>
                <a:avLst/>
                <a:gdLst>
                  <a:gd name="T0" fmla="*/ 296 w 296"/>
                  <a:gd name="T1" fmla="*/ 79 h 96"/>
                  <a:gd name="T2" fmla="*/ 114 w 296"/>
                  <a:gd name="T3" fmla="*/ 94 h 96"/>
                  <a:gd name="T4" fmla="*/ 0 w 296"/>
                  <a:gd name="T5" fmla="*/ 83 h 96"/>
                  <a:gd name="T6" fmla="*/ 7 w 296"/>
                  <a:gd name="T7" fmla="*/ 62 h 96"/>
                  <a:gd name="T8" fmla="*/ 43 w 296"/>
                  <a:gd name="T9" fmla="*/ 2 h 96"/>
                  <a:gd name="T10" fmla="*/ 119 w 296"/>
                  <a:gd name="T11" fmla="*/ 8 h 96"/>
                  <a:gd name="T12" fmla="*/ 250 w 296"/>
                  <a:gd name="T13" fmla="*/ 0 h 96"/>
                  <a:gd name="T14" fmla="*/ 251 w 296"/>
                  <a:gd name="T15" fmla="*/ 1 h 96"/>
                  <a:gd name="T16" fmla="*/ 296 w 296"/>
                  <a:gd name="T17" fmla="*/ 7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6" h="96">
                    <a:moveTo>
                      <a:pt x="296" y="79"/>
                    </a:moveTo>
                    <a:cubicBezTo>
                      <a:pt x="236" y="91"/>
                      <a:pt x="175" y="96"/>
                      <a:pt x="114" y="94"/>
                    </a:cubicBezTo>
                    <a:cubicBezTo>
                      <a:pt x="76" y="93"/>
                      <a:pt x="38" y="89"/>
                      <a:pt x="0" y="83"/>
                    </a:cubicBezTo>
                    <a:cubicBezTo>
                      <a:pt x="2" y="76"/>
                      <a:pt x="4" y="69"/>
                      <a:pt x="7" y="62"/>
                    </a:cubicBezTo>
                    <a:cubicBezTo>
                      <a:pt x="16" y="41"/>
                      <a:pt x="28" y="20"/>
                      <a:pt x="43" y="2"/>
                    </a:cubicBezTo>
                    <a:cubicBezTo>
                      <a:pt x="69" y="5"/>
                      <a:pt x="94" y="7"/>
                      <a:pt x="119" y="8"/>
                    </a:cubicBezTo>
                    <a:cubicBezTo>
                      <a:pt x="163" y="9"/>
                      <a:pt x="207" y="6"/>
                      <a:pt x="250" y="0"/>
                    </a:cubicBezTo>
                    <a:cubicBezTo>
                      <a:pt x="250" y="0"/>
                      <a:pt x="251" y="1"/>
                      <a:pt x="251" y="1"/>
                    </a:cubicBezTo>
                    <a:cubicBezTo>
                      <a:pt x="271" y="24"/>
                      <a:pt x="287" y="51"/>
                      <a:pt x="296" y="79"/>
                    </a:cubicBezTo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7" name="îSľîďe"/>
              <p:cNvSpPr/>
              <p:nvPr/>
            </p:nvSpPr>
            <p:spPr bwMode="auto">
              <a:xfrm>
                <a:off x="5681663" y="4102100"/>
                <a:ext cx="682625" cy="196850"/>
              </a:xfrm>
              <a:custGeom>
                <a:avLst/>
                <a:gdLst>
                  <a:gd name="T0" fmla="*/ 207 w 207"/>
                  <a:gd name="T1" fmla="*/ 51 h 60"/>
                  <a:gd name="T2" fmla="*/ 76 w 207"/>
                  <a:gd name="T3" fmla="*/ 59 h 60"/>
                  <a:gd name="T4" fmla="*/ 0 w 207"/>
                  <a:gd name="T5" fmla="*/ 53 h 60"/>
                  <a:gd name="T6" fmla="*/ 30 w 207"/>
                  <a:gd name="T7" fmla="*/ 26 h 60"/>
                  <a:gd name="T8" fmla="*/ 109 w 207"/>
                  <a:gd name="T9" fmla="*/ 1 h 60"/>
                  <a:gd name="T10" fmla="*/ 139 w 207"/>
                  <a:gd name="T11" fmla="*/ 5 h 60"/>
                  <a:gd name="T12" fmla="*/ 207 w 207"/>
                  <a:gd name="T13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7" h="60">
                    <a:moveTo>
                      <a:pt x="207" y="51"/>
                    </a:moveTo>
                    <a:cubicBezTo>
                      <a:pt x="164" y="57"/>
                      <a:pt x="120" y="60"/>
                      <a:pt x="76" y="59"/>
                    </a:cubicBezTo>
                    <a:cubicBezTo>
                      <a:pt x="51" y="58"/>
                      <a:pt x="26" y="56"/>
                      <a:pt x="0" y="53"/>
                    </a:cubicBezTo>
                    <a:cubicBezTo>
                      <a:pt x="9" y="43"/>
                      <a:pt x="19" y="34"/>
                      <a:pt x="30" y="26"/>
                    </a:cubicBezTo>
                    <a:cubicBezTo>
                      <a:pt x="53" y="10"/>
                      <a:pt x="81" y="0"/>
                      <a:pt x="109" y="1"/>
                    </a:cubicBezTo>
                    <a:cubicBezTo>
                      <a:pt x="120" y="1"/>
                      <a:pt x="130" y="2"/>
                      <a:pt x="139" y="5"/>
                    </a:cubicBezTo>
                    <a:cubicBezTo>
                      <a:pt x="166" y="13"/>
                      <a:pt x="189" y="31"/>
                      <a:pt x="207" y="51"/>
                    </a:cubicBezTo>
                  </a:path>
                </a:pathLst>
              </a:custGeom>
              <a:solidFill>
                <a:srgbClr val="407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8" name="ïṣ1íḓè"/>
              <p:cNvSpPr/>
              <p:nvPr/>
            </p:nvSpPr>
            <p:spPr bwMode="auto">
              <a:xfrm>
                <a:off x="5503863" y="4543425"/>
                <a:ext cx="144463" cy="131763"/>
              </a:xfrm>
              <a:custGeom>
                <a:avLst/>
                <a:gdLst>
                  <a:gd name="T0" fmla="*/ 11 w 44"/>
                  <a:gd name="T1" fmla="*/ 0 h 40"/>
                  <a:gd name="T2" fmla="*/ 0 w 44"/>
                  <a:gd name="T3" fmla="*/ 40 h 40"/>
                  <a:gd name="T4" fmla="*/ 7 w 44"/>
                  <a:gd name="T5" fmla="*/ 33 h 40"/>
                  <a:gd name="T6" fmla="*/ 44 w 44"/>
                  <a:gd name="T7" fmla="*/ 5 h 40"/>
                  <a:gd name="T8" fmla="*/ 11 w 44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40">
                    <a:moveTo>
                      <a:pt x="11" y="0"/>
                    </a:moveTo>
                    <a:cubicBezTo>
                      <a:pt x="6" y="13"/>
                      <a:pt x="3" y="26"/>
                      <a:pt x="0" y="40"/>
                    </a:cubicBezTo>
                    <a:cubicBezTo>
                      <a:pt x="2" y="38"/>
                      <a:pt x="4" y="35"/>
                      <a:pt x="7" y="33"/>
                    </a:cubicBezTo>
                    <a:cubicBezTo>
                      <a:pt x="18" y="22"/>
                      <a:pt x="30" y="12"/>
                      <a:pt x="44" y="5"/>
                    </a:cubicBezTo>
                    <a:cubicBezTo>
                      <a:pt x="33" y="3"/>
                      <a:pt x="22" y="2"/>
                      <a:pt x="11" y="0"/>
                    </a:cubicBezTo>
                  </a:path>
                </a:pathLst>
              </a:custGeom>
              <a:solidFill>
                <a:srgbClr val="3972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9" name="iśľiḋè"/>
              <p:cNvSpPr/>
              <p:nvPr/>
            </p:nvSpPr>
            <p:spPr bwMode="auto">
              <a:xfrm>
                <a:off x="5540375" y="4276725"/>
                <a:ext cx="425450" cy="282575"/>
              </a:xfrm>
              <a:custGeom>
                <a:avLst/>
                <a:gdLst>
                  <a:gd name="T0" fmla="*/ 43 w 129"/>
                  <a:gd name="T1" fmla="*/ 0 h 86"/>
                  <a:gd name="T2" fmla="*/ 7 w 129"/>
                  <a:gd name="T3" fmla="*/ 60 h 86"/>
                  <a:gd name="T4" fmla="*/ 0 w 129"/>
                  <a:gd name="T5" fmla="*/ 81 h 86"/>
                  <a:gd name="T6" fmla="*/ 33 w 129"/>
                  <a:gd name="T7" fmla="*/ 86 h 86"/>
                  <a:gd name="T8" fmla="*/ 116 w 129"/>
                  <a:gd name="T9" fmla="*/ 64 h 86"/>
                  <a:gd name="T10" fmla="*/ 128 w 129"/>
                  <a:gd name="T11" fmla="*/ 64 h 86"/>
                  <a:gd name="T12" fmla="*/ 125 w 129"/>
                  <a:gd name="T13" fmla="*/ 38 h 86"/>
                  <a:gd name="T14" fmla="*/ 119 w 129"/>
                  <a:gd name="T15" fmla="*/ 8 h 86"/>
                  <a:gd name="T16" fmla="*/ 119 w 129"/>
                  <a:gd name="T17" fmla="*/ 6 h 86"/>
                  <a:gd name="T18" fmla="*/ 43 w 129"/>
                  <a:gd name="T1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9" h="86">
                    <a:moveTo>
                      <a:pt x="43" y="0"/>
                    </a:moveTo>
                    <a:cubicBezTo>
                      <a:pt x="28" y="18"/>
                      <a:pt x="16" y="39"/>
                      <a:pt x="7" y="60"/>
                    </a:cubicBezTo>
                    <a:cubicBezTo>
                      <a:pt x="4" y="67"/>
                      <a:pt x="2" y="74"/>
                      <a:pt x="0" y="81"/>
                    </a:cubicBezTo>
                    <a:cubicBezTo>
                      <a:pt x="11" y="83"/>
                      <a:pt x="22" y="84"/>
                      <a:pt x="33" y="86"/>
                    </a:cubicBezTo>
                    <a:cubicBezTo>
                      <a:pt x="57" y="72"/>
                      <a:pt x="86" y="64"/>
                      <a:pt x="116" y="64"/>
                    </a:cubicBezTo>
                    <a:cubicBezTo>
                      <a:pt x="120" y="64"/>
                      <a:pt x="124" y="64"/>
                      <a:pt x="128" y="64"/>
                    </a:cubicBezTo>
                    <a:cubicBezTo>
                      <a:pt x="129" y="56"/>
                      <a:pt x="128" y="46"/>
                      <a:pt x="125" y="38"/>
                    </a:cubicBezTo>
                    <a:cubicBezTo>
                      <a:pt x="122" y="28"/>
                      <a:pt x="116" y="18"/>
                      <a:pt x="119" y="8"/>
                    </a:cubicBezTo>
                    <a:cubicBezTo>
                      <a:pt x="119" y="7"/>
                      <a:pt x="119" y="6"/>
                      <a:pt x="119" y="6"/>
                    </a:cubicBezTo>
                    <a:cubicBezTo>
                      <a:pt x="94" y="5"/>
                      <a:pt x="69" y="3"/>
                      <a:pt x="43" y="0"/>
                    </a:cubicBezTo>
                  </a:path>
                </a:pathLst>
              </a:custGeom>
              <a:solidFill>
                <a:srgbClr val="E1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0" name="ï$liḋè"/>
              <p:cNvSpPr/>
              <p:nvPr/>
            </p:nvSpPr>
            <p:spPr bwMode="auto">
              <a:xfrm>
                <a:off x="5681663" y="4105275"/>
                <a:ext cx="366713" cy="190500"/>
              </a:xfrm>
              <a:custGeom>
                <a:avLst/>
                <a:gdLst>
                  <a:gd name="T0" fmla="*/ 108 w 111"/>
                  <a:gd name="T1" fmla="*/ 0 h 58"/>
                  <a:gd name="T2" fmla="*/ 30 w 111"/>
                  <a:gd name="T3" fmla="*/ 25 h 58"/>
                  <a:gd name="T4" fmla="*/ 0 w 111"/>
                  <a:gd name="T5" fmla="*/ 52 h 58"/>
                  <a:gd name="T6" fmla="*/ 76 w 111"/>
                  <a:gd name="T7" fmla="*/ 58 h 58"/>
                  <a:gd name="T8" fmla="*/ 76 w 111"/>
                  <a:gd name="T9" fmla="*/ 58 h 58"/>
                  <a:gd name="T10" fmla="*/ 98 w 111"/>
                  <a:gd name="T11" fmla="*/ 36 h 58"/>
                  <a:gd name="T12" fmla="*/ 109 w 111"/>
                  <a:gd name="T13" fmla="*/ 0 h 58"/>
                  <a:gd name="T14" fmla="*/ 109 w 111"/>
                  <a:gd name="T15" fmla="*/ 0 h 58"/>
                  <a:gd name="T16" fmla="*/ 108 w 111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58">
                    <a:moveTo>
                      <a:pt x="108" y="0"/>
                    </a:moveTo>
                    <a:cubicBezTo>
                      <a:pt x="81" y="0"/>
                      <a:pt x="53" y="9"/>
                      <a:pt x="30" y="25"/>
                    </a:cubicBezTo>
                    <a:cubicBezTo>
                      <a:pt x="19" y="33"/>
                      <a:pt x="9" y="42"/>
                      <a:pt x="0" y="52"/>
                    </a:cubicBezTo>
                    <a:cubicBezTo>
                      <a:pt x="26" y="55"/>
                      <a:pt x="51" y="57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80" y="48"/>
                      <a:pt x="91" y="43"/>
                      <a:pt x="98" y="36"/>
                    </a:cubicBezTo>
                    <a:cubicBezTo>
                      <a:pt x="108" y="26"/>
                      <a:pt x="111" y="13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9" y="0"/>
                      <a:pt x="109" y="0"/>
                      <a:pt x="108" y="0"/>
                    </a:cubicBezTo>
                  </a:path>
                </a:pathLst>
              </a:custGeom>
              <a:solidFill>
                <a:srgbClr val="3972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1" name="íşlïḍè"/>
              <p:cNvSpPr/>
              <p:nvPr/>
            </p:nvSpPr>
            <p:spPr bwMode="auto">
              <a:xfrm>
                <a:off x="6321425" y="4448175"/>
                <a:ext cx="100013" cy="381000"/>
              </a:xfrm>
              <a:custGeom>
                <a:avLst/>
                <a:gdLst>
                  <a:gd name="T0" fmla="*/ 25 w 30"/>
                  <a:gd name="T1" fmla="*/ 116 h 116"/>
                  <a:gd name="T2" fmla="*/ 0 w 30"/>
                  <a:gd name="T3" fmla="*/ 2 h 116"/>
                  <a:gd name="T4" fmla="*/ 4 w 30"/>
                  <a:gd name="T5" fmla="*/ 0 h 116"/>
                  <a:gd name="T6" fmla="*/ 30 w 30"/>
                  <a:gd name="T7" fmla="*/ 116 h 116"/>
                  <a:gd name="T8" fmla="*/ 25 w 30"/>
                  <a:gd name="T9" fmla="*/ 11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116">
                    <a:moveTo>
                      <a:pt x="25" y="116"/>
                    </a:moveTo>
                    <a:cubicBezTo>
                      <a:pt x="24" y="77"/>
                      <a:pt x="15" y="38"/>
                      <a:pt x="0" y="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0" y="36"/>
                      <a:pt x="29" y="77"/>
                      <a:pt x="30" y="116"/>
                    </a:cubicBezTo>
                    <a:lnTo>
                      <a:pt x="25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2" name="íŝļîḍè"/>
              <p:cNvSpPr/>
              <p:nvPr/>
            </p:nvSpPr>
            <p:spPr bwMode="auto">
              <a:xfrm>
                <a:off x="5362575" y="4486275"/>
                <a:ext cx="1120775" cy="838200"/>
              </a:xfrm>
              <a:custGeom>
                <a:avLst/>
                <a:gdLst>
                  <a:gd name="T0" fmla="*/ 340 w 340"/>
                  <a:gd name="T1" fmla="*/ 170 h 254"/>
                  <a:gd name="T2" fmla="*/ 315 w 340"/>
                  <a:gd name="T3" fmla="*/ 229 h 254"/>
                  <a:gd name="T4" fmla="*/ 256 w 340"/>
                  <a:gd name="T5" fmla="*/ 254 h 254"/>
                  <a:gd name="T6" fmla="*/ 83 w 340"/>
                  <a:gd name="T7" fmla="*/ 254 h 254"/>
                  <a:gd name="T8" fmla="*/ 43 w 340"/>
                  <a:gd name="T9" fmla="*/ 243 h 254"/>
                  <a:gd name="T10" fmla="*/ 0 w 340"/>
                  <a:gd name="T11" fmla="*/ 170 h 254"/>
                  <a:gd name="T12" fmla="*/ 50 w 340"/>
                  <a:gd name="T13" fmla="*/ 50 h 254"/>
                  <a:gd name="T14" fmla="*/ 170 w 340"/>
                  <a:gd name="T15" fmla="*/ 0 h 254"/>
                  <a:gd name="T16" fmla="*/ 247 w 340"/>
                  <a:gd name="T17" fmla="*/ 19 h 254"/>
                  <a:gd name="T18" fmla="*/ 290 w 340"/>
                  <a:gd name="T19" fmla="*/ 50 h 254"/>
                  <a:gd name="T20" fmla="*/ 340 w 340"/>
                  <a:gd name="T21" fmla="*/ 17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0" h="254">
                    <a:moveTo>
                      <a:pt x="340" y="170"/>
                    </a:moveTo>
                    <a:cubicBezTo>
                      <a:pt x="340" y="193"/>
                      <a:pt x="330" y="214"/>
                      <a:pt x="315" y="229"/>
                    </a:cubicBezTo>
                    <a:cubicBezTo>
                      <a:pt x="300" y="244"/>
                      <a:pt x="279" y="254"/>
                      <a:pt x="256" y="254"/>
                    </a:cubicBezTo>
                    <a:cubicBezTo>
                      <a:pt x="83" y="254"/>
                      <a:pt x="83" y="254"/>
                      <a:pt x="83" y="254"/>
                    </a:cubicBezTo>
                    <a:cubicBezTo>
                      <a:pt x="69" y="254"/>
                      <a:pt x="55" y="250"/>
                      <a:pt x="43" y="243"/>
                    </a:cubicBezTo>
                    <a:cubicBezTo>
                      <a:pt x="17" y="229"/>
                      <a:pt x="0" y="202"/>
                      <a:pt x="0" y="170"/>
                    </a:cubicBezTo>
                    <a:cubicBezTo>
                      <a:pt x="0" y="123"/>
                      <a:pt x="19" y="81"/>
                      <a:pt x="50" y="50"/>
                    </a:cubicBezTo>
                    <a:cubicBezTo>
                      <a:pt x="80" y="19"/>
                      <a:pt x="123" y="0"/>
                      <a:pt x="170" y="0"/>
                    </a:cubicBezTo>
                    <a:cubicBezTo>
                      <a:pt x="198" y="0"/>
                      <a:pt x="224" y="7"/>
                      <a:pt x="247" y="19"/>
                    </a:cubicBezTo>
                    <a:cubicBezTo>
                      <a:pt x="263" y="27"/>
                      <a:pt x="278" y="37"/>
                      <a:pt x="290" y="50"/>
                    </a:cubicBezTo>
                    <a:cubicBezTo>
                      <a:pt x="321" y="81"/>
                      <a:pt x="340" y="123"/>
                      <a:pt x="340" y="170"/>
                    </a:cubicBezTo>
                  </a:path>
                </a:pathLst>
              </a:custGeom>
              <a:solidFill>
                <a:srgbClr val="ABA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3" name="iṡļîḋê"/>
              <p:cNvSpPr/>
              <p:nvPr/>
            </p:nvSpPr>
            <p:spPr bwMode="auto">
              <a:xfrm>
                <a:off x="5362575" y="4486275"/>
                <a:ext cx="814388" cy="801688"/>
              </a:xfrm>
              <a:custGeom>
                <a:avLst/>
                <a:gdLst>
                  <a:gd name="T0" fmla="*/ 170 w 247"/>
                  <a:gd name="T1" fmla="*/ 0 h 243"/>
                  <a:gd name="T2" fmla="*/ 87 w 247"/>
                  <a:gd name="T3" fmla="*/ 22 h 243"/>
                  <a:gd name="T4" fmla="*/ 50 w 247"/>
                  <a:gd name="T5" fmla="*/ 50 h 243"/>
                  <a:gd name="T6" fmla="*/ 43 w 247"/>
                  <a:gd name="T7" fmla="*/ 57 h 243"/>
                  <a:gd name="T8" fmla="*/ 26 w 247"/>
                  <a:gd name="T9" fmla="*/ 79 h 243"/>
                  <a:gd name="T10" fmla="*/ 0 w 247"/>
                  <a:gd name="T11" fmla="*/ 170 h 243"/>
                  <a:gd name="T12" fmla="*/ 43 w 247"/>
                  <a:gd name="T13" fmla="*/ 243 h 243"/>
                  <a:gd name="T14" fmla="*/ 48 w 247"/>
                  <a:gd name="T15" fmla="*/ 236 h 243"/>
                  <a:gd name="T16" fmla="*/ 71 w 247"/>
                  <a:gd name="T17" fmla="*/ 187 h 243"/>
                  <a:gd name="T18" fmla="*/ 123 w 247"/>
                  <a:gd name="T19" fmla="*/ 164 h 243"/>
                  <a:gd name="T20" fmla="*/ 150 w 247"/>
                  <a:gd name="T21" fmla="*/ 89 h 243"/>
                  <a:gd name="T22" fmla="*/ 218 w 247"/>
                  <a:gd name="T23" fmla="*/ 62 h 243"/>
                  <a:gd name="T24" fmla="*/ 247 w 247"/>
                  <a:gd name="T25" fmla="*/ 19 h 243"/>
                  <a:gd name="T26" fmla="*/ 170 w 247"/>
                  <a:gd name="T27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7" h="243">
                    <a:moveTo>
                      <a:pt x="170" y="0"/>
                    </a:moveTo>
                    <a:cubicBezTo>
                      <a:pt x="140" y="0"/>
                      <a:pt x="111" y="8"/>
                      <a:pt x="87" y="22"/>
                    </a:cubicBezTo>
                    <a:cubicBezTo>
                      <a:pt x="73" y="29"/>
                      <a:pt x="61" y="39"/>
                      <a:pt x="50" y="50"/>
                    </a:cubicBezTo>
                    <a:cubicBezTo>
                      <a:pt x="47" y="52"/>
                      <a:pt x="45" y="55"/>
                      <a:pt x="43" y="57"/>
                    </a:cubicBezTo>
                    <a:cubicBezTo>
                      <a:pt x="37" y="64"/>
                      <a:pt x="31" y="71"/>
                      <a:pt x="26" y="79"/>
                    </a:cubicBezTo>
                    <a:cubicBezTo>
                      <a:pt x="9" y="106"/>
                      <a:pt x="0" y="137"/>
                      <a:pt x="0" y="170"/>
                    </a:cubicBezTo>
                    <a:cubicBezTo>
                      <a:pt x="0" y="202"/>
                      <a:pt x="17" y="229"/>
                      <a:pt x="43" y="243"/>
                    </a:cubicBezTo>
                    <a:cubicBezTo>
                      <a:pt x="45" y="241"/>
                      <a:pt x="46" y="238"/>
                      <a:pt x="48" y="236"/>
                    </a:cubicBezTo>
                    <a:cubicBezTo>
                      <a:pt x="56" y="220"/>
                      <a:pt x="57" y="199"/>
                      <a:pt x="71" y="187"/>
                    </a:cubicBezTo>
                    <a:cubicBezTo>
                      <a:pt x="85" y="174"/>
                      <a:pt x="108" y="177"/>
                      <a:pt x="123" y="164"/>
                    </a:cubicBezTo>
                    <a:cubicBezTo>
                      <a:pt x="143" y="145"/>
                      <a:pt x="133" y="109"/>
                      <a:pt x="150" y="89"/>
                    </a:cubicBezTo>
                    <a:cubicBezTo>
                      <a:pt x="166" y="70"/>
                      <a:pt x="196" y="73"/>
                      <a:pt x="218" y="62"/>
                    </a:cubicBezTo>
                    <a:cubicBezTo>
                      <a:pt x="234" y="54"/>
                      <a:pt x="245" y="37"/>
                      <a:pt x="247" y="19"/>
                    </a:cubicBezTo>
                    <a:cubicBezTo>
                      <a:pt x="224" y="7"/>
                      <a:pt x="198" y="0"/>
                      <a:pt x="17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4" name="îşḻîḓè"/>
              <p:cNvSpPr/>
              <p:nvPr/>
            </p:nvSpPr>
            <p:spPr bwMode="auto">
              <a:xfrm>
                <a:off x="3582988" y="2892425"/>
                <a:ext cx="217488" cy="625475"/>
              </a:xfrm>
              <a:custGeom>
                <a:avLst/>
                <a:gdLst>
                  <a:gd name="T0" fmla="*/ 61 w 66"/>
                  <a:gd name="T1" fmla="*/ 190 h 190"/>
                  <a:gd name="T2" fmla="*/ 39 w 66"/>
                  <a:gd name="T3" fmla="*/ 115 h 190"/>
                  <a:gd name="T4" fmla="*/ 3 w 66"/>
                  <a:gd name="T5" fmla="*/ 44 h 190"/>
                  <a:gd name="T6" fmla="*/ 3 w 66"/>
                  <a:gd name="T7" fmla="*/ 16 h 190"/>
                  <a:gd name="T8" fmla="*/ 26 w 66"/>
                  <a:gd name="T9" fmla="*/ 1 h 190"/>
                  <a:gd name="T10" fmla="*/ 49 w 66"/>
                  <a:gd name="T11" fmla="*/ 27 h 190"/>
                  <a:gd name="T12" fmla="*/ 62 w 66"/>
                  <a:gd name="T13" fmla="*/ 172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190">
                    <a:moveTo>
                      <a:pt x="61" y="190"/>
                    </a:moveTo>
                    <a:cubicBezTo>
                      <a:pt x="65" y="164"/>
                      <a:pt x="53" y="138"/>
                      <a:pt x="39" y="115"/>
                    </a:cubicBezTo>
                    <a:cubicBezTo>
                      <a:pt x="25" y="92"/>
                      <a:pt x="9" y="70"/>
                      <a:pt x="3" y="44"/>
                    </a:cubicBezTo>
                    <a:cubicBezTo>
                      <a:pt x="1" y="35"/>
                      <a:pt x="0" y="25"/>
                      <a:pt x="3" y="16"/>
                    </a:cubicBezTo>
                    <a:cubicBezTo>
                      <a:pt x="7" y="7"/>
                      <a:pt x="16" y="0"/>
                      <a:pt x="26" y="1"/>
                    </a:cubicBezTo>
                    <a:cubicBezTo>
                      <a:pt x="38" y="3"/>
                      <a:pt x="45" y="16"/>
                      <a:pt x="49" y="27"/>
                    </a:cubicBezTo>
                    <a:cubicBezTo>
                      <a:pt x="63" y="68"/>
                      <a:pt x="66" y="129"/>
                      <a:pt x="62" y="172"/>
                    </a:cubicBezTo>
                  </a:path>
                </a:pathLst>
              </a:custGeom>
              <a:solidFill>
                <a:srgbClr val="407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5" name="îṧḻíḋê"/>
              <p:cNvSpPr/>
              <p:nvPr/>
            </p:nvSpPr>
            <p:spPr bwMode="auto">
              <a:xfrm>
                <a:off x="3722688" y="2549525"/>
                <a:ext cx="319088" cy="830263"/>
              </a:xfrm>
              <a:custGeom>
                <a:avLst/>
                <a:gdLst>
                  <a:gd name="T0" fmla="*/ 97 w 97"/>
                  <a:gd name="T1" fmla="*/ 155 h 252"/>
                  <a:gd name="T2" fmla="*/ 97 w 97"/>
                  <a:gd name="T3" fmla="*/ 155 h 252"/>
                  <a:gd name="T4" fmla="*/ 67 w 97"/>
                  <a:gd name="T5" fmla="*/ 178 h 252"/>
                  <a:gd name="T6" fmla="*/ 69 w 97"/>
                  <a:gd name="T7" fmla="*/ 184 h 252"/>
                  <a:gd name="T8" fmla="*/ 89 w 97"/>
                  <a:gd name="T9" fmla="*/ 180 h 252"/>
                  <a:gd name="T10" fmla="*/ 93 w 97"/>
                  <a:gd name="T11" fmla="*/ 184 h 252"/>
                  <a:gd name="T12" fmla="*/ 82 w 97"/>
                  <a:gd name="T13" fmla="*/ 216 h 252"/>
                  <a:gd name="T14" fmla="*/ 35 w 97"/>
                  <a:gd name="T15" fmla="*/ 248 h 252"/>
                  <a:gd name="T16" fmla="*/ 3 w 97"/>
                  <a:gd name="T17" fmla="*/ 200 h 252"/>
                  <a:gd name="T18" fmla="*/ 21 w 97"/>
                  <a:gd name="T19" fmla="*/ 93 h 252"/>
                  <a:gd name="T20" fmla="*/ 28 w 97"/>
                  <a:gd name="T21" fmla="*/ 79 h 252"/>
                  <a:gd name="T22" fmla="*/ 32 w 97"/>
                  <a:gd name="T23" fmla="*/ 78 h 252"/>
                  <a:gd name="T24" fmla="*/ 43 w 97"/>
                  <a:gd name="T25" fmla="*/ 88 h 252"/>
                  <a:gd name="T26" fmla="*/ 48 w 97"/>
                  <a:gd name="T27" fmla="*/ 85 h 252"/>
                  <a:gd name="T28" fmla="*/ 39 w 97"/>
                  <a:gd name="T29" fmla="*/ 57 h 252"/>
                  <a:gd name="T30" fmla="*/ 39 w 97"/>
                  <a:gd name="T31" fmla="*/ 55 h 252"/>
                  <a:gd name="T32" fmla="*/ 70 w 97"/>
                  <a:gd name="T33" fmla="*/ 2 h 252"/>
                  <a:gd name="T34" fmla="*/ 75 w 97"/>
                  <a:gd name="T35" fmla="*/ 3 h 252"/>
                  <a:gd name="T36" fmla="*/ 96 w 97"/>
                  <a:gd name="T37" fmla="*/ 122 h 252"/>
                  <a:gd name="T38" fmla="*/ 97 w 97"/>
                  <a:gd name="T39" fmla="*/ 155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7" h="252">
                    <a:moveTo>
                      <a:pt x="97" y="155"/>
                    </a:moveTo>
                    <a:cubicBezTo>
                      <a:pt x="97" y="155"/>
                      <a:pt x="97" y="155"/>
                      <a:pt x="97" y="155"/>
                    </a:cubicBezTo>
                    <a:cubicBezTo>
                      <a:pt x="67" y="178"/>
                      <a:pt x="67" y="178"/>
                      <a:pt x="67" y="178"/>
                    </a:cubicBezTo>
                    <a:cubicBezTo>
                      <a:pt x="64" y="180"/>
                      <a:pt x="66" y="184"/>
                      <a:pt x="69" y="184"/>
                    </a:cubicBezTo>
                    <a:cubicBezTo>
                      <a:pt x="89" y="180"/>
                      <a:pt x="89" y="180"/>
                      <a:pt x="89" y="180"/>
                    </a:cubicBezTo>
                    <a:cubicBezTo>
                      <a:pt x="91" y="180"/>
                      <a:pt x="93" y="182"/>
                      <a:pt x="93" y="184"/>
                    </a:cubicBezTo>
                    <a:cubicBezTo>
                      <a:pt x="90" y="195"/>
                      <a:pt x="87" y="206"/>
                      <a:pt x="82" y="216"/>
                    </a:cubicBezTo>
                    <a:cubicBezTo>
                      <a:pt x="73" y="234"/>
                      <a:pt x="55" y="252"/>
                      <a:pt x="35" y="248"/>
                    </a:cubicBezTo>
                    <a:cubicBezTo>
                      <a:pt x="15" y="244"/>
                      <a:pt x="6" y="221"/>
                      <a:pt x="3" y="200"/>
                    </a:cubicBezTo>
                    <a:cubicBezTo>
                      <a:pt x="0" y="164"/>
                      <a:pt x="8" y="127"/>
                      <a:pt x="21" y="93"/>
                    </a:cubicBezTo>
                    <a:cubicBezTo>
                      <a:pt x="23" y="88"/>
                      <a:pt x="25" y="83"/>
                      <a:pt x="28" y="79"/>
                    </a:cubicBezTo>
                    <a:cubicBezTo>
                      <a:pt x="28" y="77"/>
                      <a:pt x="31" y="76"/>
                      <a:pt x="32" y="78"/>
                    </a:cubicBezTo>
                    <a:cubicBezTo>
                      <a:pt x="43" y="88"/>
                      <a:pt x="43" y="88"/>
                      <a:pt x="43" y="88"/>
                    </a:cubicBezTo>
                    <a:cubicBezTo>
                      <a:pt x="45" y="90"/>
                      <a:pt x="49" y="88"/>
                      <a:pt x="48" y="85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6"/>
                      <a:pt x="39" y="55"/>
                      <a:pt x="39" y="55"/>
                    </a:cubicBezTo>
                    <a:cubicBezTo>
                      <a:pt x="49" y="37"/>
                      <a:pt x="59" y="19"/>
                      <a:pt x="70" y="2"/>
                    </a:cubicBezTo>
                    <a:cubicBezTo>
                      <a:pt x="71" y="0"/>
                      <a:pt x="74" y="0"/>
                      <a:pt x="75" y="3"/>
                    </a:cubicBezTo>
                    <a:cubicBezTo>
                      <a:pt x="84" y="35"/>
                      <a:pt x="93" y="92"/>
                      <a:pt x="96" y="122"/>
                    </a:cubicBezTo>
                    <a:cubicBezTo>
                      <a:pt x="97" y="133"/>
                      <a:pt x="97" y="144"/>
                      <a:pt x="97" y="155"/>
                    </a:cubicBez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6" name="îṥḷidê"/>
              <p:cNvSpPr/>
              <p:nvPr/>
            </p:nvSpPr>
            <p:spPr bwMode="auto">
              <a:xfrm>
                <a:off x="3821113" y="2852738"/>
                <a:ext cx="122238" cy="588963"/>
              </a:xfrm>
              <a:custGeom>
                <a:avLst/>
                <a:gdLst>
                  <a:gd name="T0" fmla="*/ 1 w 37"/>
                  <a:gd name="T1" fmla="*/ 179 h 179"/>
                  <a:gd name="T2" fmla="*/ 32 w 37"/>
                  <a:gd name="T3" fmla="*/ 0 h 179"/>
                  <a:gd name="T4" fmla="*/ 37 w 37"/>
                  <a:gd name="T5" fmla="*/ 2 h 179"/>
                  <a:gd name="T6" fmla="*/ 6 w 37"/>
                  <a:gd name="T7" fmla="*/ 179 h 179"/>
                  <a:gd name="T8" fmla="*/ 1 w 37"/>
                  <a:gd name="T9" fmla="*/ 17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79">
                    <a:moveTo>
                      <a:pt x="1" y="179"/>
                    </a:moveTo>
                    <a:cubicBezTo>
                      <a:pt x="0" y="119"/>
                      <a:pt x="11" y="57"/>
                      <a:pt x="32" y="0"/>
                    </a:cubicBezTo>
                    <a:cubicBezTo>
                      <a:pt x="37" y="2"/>
                      <a:pt x="37" y="2"/>
                      <a:pt x="37" y="2"/>
                    </a:cubicBezTo>
                    <a:cubicBezTo>
                      <a:pt x="16" y="58"/>
                      <a:pt x="5" y="119"/>
                      <a:pt x="6" y="179"/>
                    </a:cubicBezTo>
                    <a:lnTo>
                      <a:pt x="1" y="1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7" name="ïšlîde"/>
              <p:cNvSpPr/>
              <p:nvPr/>
            </p:nvSpPr>
            <p:spPr bwMode="auto">
              <a:xfrm>
                <a:off x="3708400" y="3340100"/>
                <a:ext cx="268288" cy="266700"/>
              </a:xfrm>
              <a:custGeom>
                <a:avLst/>
                <a:gdLst>
                  <a:gd name="T0" fmla="*/ 41 w 81"/>
                  <a:gd name="T1" fmla="*/ 81 h 81"/>
                  <a:gd name="T2" fmla="*/ 41 w 81"/>
                  <a:gd name="T3" fmla="*/ 81 h 81"/>
                  <a:gd name="T4" fmla="*/ 10 w 81"/>
                  <a:gd name="T5" fmla="*/ 56 h 81"/>
                  <a:gd name="T6" fmla="*/ 0 w 81"/>
                  <a:gd name="T7" fmla="*/ 0 h 81"/>
                  <a:gd name="T8" fmla="*/ 81 w 81"/>
                  <a:gd name="T9" fmla="*/ 0 h 81"/>
                  <a:gd name="T10" fmla="*/ 71 w 81"/>
                  <a:gd name="T11" fmla="*/ 56 h 81"/>
                  <a:gd name="T12" fmla="*/ 41 w 81"/>
                  <a:gd name="T13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81">
                    <a:moveTo>
                      <a:pt x="41" y="81"/>
                    </a:moveTo>
                    <a:cubicBezTo>
                      <a:pt x="41" y="81"/>
                      <a:pt x="41" y="81"/>
                      <a:pt x="41" y="81"/>
                    </a:cubicBezTo>
                    <a:cubicBezTo>
                      <a:pt x="26" y="81"/>
                      <a:pt x="13" y="70"/>
                      <a:pt x="10" y="5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71" y="56"/>
                      <a:pt x="71" y="56"/>
                      <a:pt x="71" y="56"/>
                    </a:cubicBezTo>
                    <a:cubicBezTo>
                      <a:pt x="68" y="70"/>
                      <a:pt x="55" y="81"/>
                      <a:pt x="41" y="81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</p:grp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5593983" y="1328827"/>
            <a:ext cx="2859860" cy="797624"/>
          </a:xfrm>
          <a:noFill/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593983" y="2222340"/>
            <a:ext cx="2853097" cy="194192"/>
          </a:xfrm>
          <a:noFill/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593983" y="3401953"/>
            <a:ext cx="2853097" cy="194192"/>
          </a:xfrm>
          <a:noFill/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vert="horz" anchor="ctr">
            <a:noAutofit/>
          </a:bodyPr>
          <a:lstStyle>
            <a:lvl1pPr marL="0" indent="0" algn="r">
              <a:buNone/>
              <a:defRPr sz="1200" b="0" u="sng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593983" y="3627824"/>
            <a:ext cx="2853097" cy="222294"/>
          </a:xfrm>
          <a:noFill/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vert="horz" anchor="ctr">
            <a:noAutofit/>
          </a:bodyPr>
          <a:lstStyle>
            <a:lvl1pPr marL="0" indent="0" algn="r">
              <a:buNone/>
              <a:defRPr sz="1200" b="0" u="sng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787580" y="1742764"/>
            <a:ext cx="3585408" cy="671513"/>
          </a:xfrm>
        </p:spPr>
        <p:txBody>
          <a:bodyPr anchor="b">
            <a:normAutofit/>
          </a:bodyPr>
          <a:lstStyle>
            <a:lvl1pPr algn="l">
              <a:defRPr sz="18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787580" y="2414277"/>
            <a:ext cx="3585408" cy="76171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825">
                <a:solidFill>
                  <a:srgbClr val="FFFF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3270921"/>
            <a:ext cx="9144000" cy="1872226"/>
          </a:xfrm>
          <a:prstGeom prst="rect">
            <a:avLst/>
          </a:prstGeom>
          <a:solidFill>
            <a:srgbClr val="DB3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思源黑体 Normal" panose="020B0400000000000000" pitchFamily="34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77196" y="2376167"/>
            <a:ext cx="388265" cy="894754"/>
            <a:chOff x="397758" y="2216865"/>
            <a:chExt cx="517686" cy="1193005"/>
          </a:xfrm>
        </p:grpSpPr>
        <p:sp>
          <p:nvSpPr>
            <p:cNvPr id="11" name="îşḻîḓè"/>
            <p:cNvSpPr/>
            <p:nvPr/>
          </p:nvSpPr>
          <p:spPr bwMode="auto">
            <a:xfrm>
              <a:off x="397758" y="2603785"/>
              <a:ext cx="245409" cy="705772"/>
            </a:xfrm>
            <a:custGeom>
              <a:avLst/>
              <a:gdLst>
                <a:gd name="T0" fmla="*/ 61 w 66"/>
                <a:gd name="T1" fmla="*/ 190 h 190"/>
                <a:gd name="T2" fmla="*/ 39 w 66"/>
                <a:gd name="T3" fmla="*/ 115 h 190"/>
                <a:gd name="T4" fmla="*/ 3 w 66"/>
                <a:gd name="T5" fmla="*/ 44 h 190"/>
                <a:gd name="T6" fmla="*/ 3 w 66"/>
                <a:gd name="T7" fmla="*/ 16 h 190"/>
                <a:gd name="T8" fmla="*/ 26 w 66"/>
                <a:gd name="T9" fmla="*/ 1 h 190"/>
                <a:gd name="T10" fmla="*/ 49 w 66"/>
                <a:gd name="T11" fmla="*/ 27 h 190"/>
                <a:gd name="T12" fmla="*/ 62 w 66"/>
                <a:gd name="T13" fmla="*/ 17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90">
                  <a:moveTo>
                    <a:pt x="61" y="190"/>
                  </a:moveTo>
                  <a:cubicBezTo>
                    <a:pt x="65" y="164"/>
                    <a:pt x="53" y="138"/>
                    <a:pt x="39" y="115"/>
                  </a:cubicBezTo>
                  <a:cubicBezTo>
                    <a:pt x="25" y="92"/>
                    <a:pt x="9" y="70"/>
                    <a:pt x="3" y="44"/>
                  </a:cubicBezTo>
                  <a:cubicBezTo>
                    <a:pt x="1" y="35"/>
                    <a:pt x="0" y="25"/>
                    <a:pt x="3" y="16"/>
                  </a:cubicBezTo>
                  <a:cubicBezTo>
                    <a:pt x="7" y="7"/>
                    <a:pt x="16" y="0"/>
                    <a:pt x="26" y="1"/>
                  </a:cubicBezTo>
                  <a:cubicBezTo>
                    <a:pt x="38" y="3"/>
                    <a:pt x="45" y="16"/>
                    <a:pt x="49" y="27"/>
                  </a:cubicBezTo>
                  <a:cubicBezTo>
                    <a:pt x="63" y="68"/>
                    <a:pt x="66" y="129"/>
                    <a:pt x="62" y="172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" name="îṧḻíḋê"/>
            <p:cNvSpPr/>
            <p:nvPr/>
          </p:nvSpPr>
          <p:spPr bwMode="auto">
            <a:xfrm>
              <a:off x="555392" y="2216865"/>
              <a:ext cx="360052" cy="936850"/>
            </a:xfrm>
            <a:custGeom>
              <a:avLst/>
              <a:gdLst>
                <a:gd name="T0" fmla="*/ 97 w 97"/>
                <a:gd name="T1" fmla="*/ 155 h 252"/>
                <a:gd name="T2" fmla="*/ 97 w 97"/>
                <a:gd name="T3" fmla="*/ 155 h 252"/>
                <a:gd name="T4" fmla="*/ 67 w 97"/>
                <a:gd name="T5" fmla="*/ 178 h 252"/>
                <a:gd name="T6" fmla="*/ 69 w 97"/>
                <a:gd name="T7" fmla="*/ 184 h 252"/>
                <a:gd name="T8" fmla="*/ 89 w 97"/>
                <a:gd name="T9" fmla="*/ 180 h 252"/>
                <a:gd name="T10" fmla="*/ 93 w 97"/>
                <a:gd name="T11" fmla="*/ 184 h 252"/>
                <a:gd name="T12" fmla="*/ 82 w 97"/>
                <a:gd name="T13" fmla="*/ 216 h 252"/>
                <a:gd name="T14" fmla="*/ 35 w 97"/>
                <a:gd name="T15" fmla="*/ 248 h 252"/>
                <a:gd name="T16" fmla="*/ 3 w 97"/>
                <a:gd name="T17" fmla="*/ 200 h 252"/>
                <a:gd name="T18" fmla="*/ 21 w 97"/>
                <a:gd name="T19" fmla="*/ 93 h 252"/>
                <a:gd name="T20" fmla="*/ 28 w 97"/>
                <a:gd name="T21" fmla="*/ 79 h 252"/>
                <a:gd name="T22" fmla="*/ 32 w 97"/>
                <a:gd name="T23" fmla="*/ 78 h 252"/>
                <a:gd name="T24" fmla="*/ 43 w 97"/>
                <a:gd name="T25" fmla="*/ 88 h 252"/>
                <a:gd name="T26" fmla="*/ 48 w 97"/>
                <a:gd name="T27" fmla="*/ 85 h 252"/>
                <a:gd name="T28" fmla="*/ 39 w 97"/>
                <a:gd name="T29" fmla="*/ 57 h 252"/>
                <a:gd name="T30" fmla="*/ 39 w 97"/>
                <a:gd name="T31" fmla="*/ 55 h 252"/>
                <a:gd name="T32" fmla="*/ 70 w 97"/>
                <a:gd name="T33" fmla="*/ 2 h 252"/>
                <a:gd name="T34" fmla="*/ 75 w 97"/>
                <a:gd name="T35" fmla="*/ 3 h 252"/>
                <a:gd name="T36" fmla="*/ 96 w 97"/>
                <a:gd name="T37" fmla="*/ 122 h 252"/>
                <a:gd name="T38" fmla="*/ 97 w 97"/>
                <a:gd name="T39" fmla="*/ 15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7" h="252">
                  <a:moveTo>
                    <a:pt x="97" y="155"/>
                  </a:moveTo>
                  <a:cubicBezTo>
                    <a:pt x="97" y="155"/>
                    <a:pt x="97" y="155"/>
                    <a:pt x="97" y="155"/>
                  </a:cubicBezTo>
                  <a:cubicBezTo>
                    <a:pt x="67" y="178"/>
                    <a:pt x="67" y="178"/>
                    <a:pt x="67" y="178"/>
                  </a:cubicBezTo>
                  <a:cubicBezTo>
                    <a:pt x="64" y="180"/>
                    <a:pt x="66" y="184"/>
                    <a:pt x="69" y="184"/>
                  </a:cubicBezTo>
                  <a:cubicBezTo>
                    <a:pt x="89" y="180"/>
                    <a:pt x="89" y="180"/>
                    <a:pt x="89" y="180"/>
                  </a:cubicBezTo>
                  <a:cubicBezTo>
                    <a:pt x="91" y="180"/>
                    <a:pt x="93" y="182"/>
                    <a:pt x="93" y="184"/>
                  </a:cubicBezTo>
                  <a:cubicBezTo>
                    <a:pt x="90" y="195"/>
                    <a:pt x="87" y="206"/>
                    <a:pt x="82" y="216"/>
                  </a:cubicBezTo>
                  <a:cubicBezTo>
                    <a:pt x="73" y="234"/>
                    <a:pt x="55" y="252"/>
                    <a:pt x="35" y="248"/>
                  </a:cubicBezTo>
                  <a:cubicBezTo>
                    <a:pt x="15" y="244"/>
                    <a:pt x="6" y="221"/>
                    <a:pt x="3" y="200"/>
                  </a:cubicBezTo>
                  <a:cubicBezTo>
                    <a:pt x="0" y="164"/>
                    <a:pt x="8" y="127"/>
                    <a:pt x="21" y="93"/>
                  </a:cubicBezTo>
                  <a:cubicBezTo>
                    <a:pt x="23" y="88"/>
                    <a:pt x="25" y="83"/>
                    <a:pt x="28" y="79"/>
                  </a:cubicBezTo>
                  <a:cubicBezTo>
                    <a:pt x="28" y="77"/>
                    <a:pt x="31" y="76"/>
                    <a:pt x="32" y="78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5" y="90"/>
                    <a:pt x="49" y="88"/>
                    <a:pt x="48" y="85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6"/>
                    <a:pt x="39" y="55"/>
                    <a:pt x="39" y="55"/>
                  </a:cubicBezTo>
                  <a:cubicBezTo>
                    <a:pt x="49" y="37"/>
                    <a:pt x="59" y="19"/>
                    <a:pt x="70" y="2"/>
                  </a:cubicBezTo>
                  <a:cubicBezTo>
                    <a:pt x="71" y="0"/>
                    <a:pt x="74" y="0"/>
                    <a:pt x="75" y="3"/>
                  </a:cubicBezTo>
                  <a:cubicBezTo>
                    <a:pt x="84" y="35"/>
                    <a:pt x="93" y="92"/>
                    <a:pt x="96" y="122"/>
                  </a:cubicBezTo>
                  <a:cubicBezTo>
                    <a:pt x="97" y="133"/>
                    <a:pt x="97" y="144"/>
                    <a:pt x="97" y="155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" name="îṥḷidê"/>
            <p:cNvSpPr/>
            <p:nvPr/>
          </p:nvSpPr>
          <p:spPr bwMode="auto">
            <a:xfrm>
              <a:off x="666453" y="2559003"/>
              <a:ext cx="137931" cy="664573"/>
            </a:xfrm>
            <a:custGeom>
              <a:avLst/>
              <a:gdLst>
                <a:gd name="T0" fmla="*/ 1 w 37"/>
                <a:gd name="T1" fmla="*/ 179 h 179"/>
                <a:gd name="T2" fmla="*/ 32 w 37"/>
                <a:gd name="T3" fmla="*/ 0 h 179"/>
                <a:gd name="T4" fmla="*/ 37 w 37"/>
                <a:gd name="T5" fmla="*/ 2 h 179"/>
                <a:gd name="T6" fmla="*/ 6 w 37"/>
                <a:gd name="T7" fmla="*/ 179 h 179"/>
                <a:gd name="T8" fmla="*/ 1 w 3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9">
                  <a:moveTo>
                    <a:pt x="1" y="179"/>
                  </a:moveTo>
                  <a:cubicBezTo>
                    <a:pt x="0" y="119"/>
                    <a:pt x="11" y="57"/>
                    <a:pt x="32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16" y="58"/>
                    <a:pt x="5" y="119"/>
                    <a:pt x="6" y="179"/>
                  </a:cubicBezTo>
                  <a:lnTo>
                    <a:pt x="1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" name="ïšlîde"/>
            <p:cNvSpPr/>
            <p:nvPr/>
          </p:nvSpPr>
          <p:spPr bwMode="auto">
            <a:xfrm>
              <a:off x="539270" y="3108932"/>
              <a:ext cx="302730" cy="300938"/>
            </a:xfrm>
            <a:custGeom>
              <a:avLst/>
              <a:gdLst>
                <a:gd name="T0" fmla="*/ 41 w 81"/>
                <a:gd name="T1" fmla="*/ 81 h 81"/>
                <a:gd name="T2" fmla="*/ 41 w 81"/>
                <a:gd name="T3" fmla="*/ 81 h 81"/>
                <a:gd name="T4" fmla="*/ 10 w 81"/>
                <a:gd name="T5" fmla="*/ 56 h 81"/>
                <a:gd name="T6" fmla="*/ 0 w 81"/>
                <a:gd name="T7" fmla="*/ 0 h 81"/>
                <a:gd name="T8" fmla="*/ 81 w 81"/>
                <a:gd name="T9" fmla="*/ 0 h 81"/>
                <a:gd name="T10" fmla="*/ 71 w 81"/>
                <a:gd name="T11" fmla="*/ 56 h 81"/>
                <a:gd name="T12" fmla="*/ 41 w 81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1">
                  <a:moveTo>
                    <a:pt x="41" y="81"/>
                  </a:moveTo>
                  <a:cubicBezTo>
                    <a:pt x="41" y="81"/>
                    <a:pt x="41" y="81"/>
                    <a:pt x="41" y="81"/>
                  </a:cubicBezTo>
                  <a:cubicBezTo>
                    <a:pt x="26" y="81"/>
                    <a:pt x="13" y="70"/>
                    <a:pt x="1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71" y="56"/>
                    <a:pt x="71" y="56"/>
                    <a:pt x="71" y="56"/>
                  </a:cubicBezTo>
                  <a:cubicBezTo>
                    <a:pt x="68" y="70"/>
                    <a:pt x="55" y="81"/>
                    <a:pt x="41" y="81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1188615" y="2376167"/>
            <a:ext cx="388265" cy="894754"/>
            <a:chOff x="397758" y="2216865"/>
            <a:chExt cx="517686" cy="1193005"/>
          </a:xfrm>
        </p:grpSpPr>
        <p:sp>
          <p:nvSpPr>
            <p:cNvPr id="16" name="îşḻîḓè"/>
            <p:cNvSpPr/>
            <p:nvPr/>
          </p:nvSpPr>
          <p:spPr bwMode="auto">
            <a:xfrm>
              <a:off x="397758" y="2603785"/>
              <a:ext cx="245409" cy="705772"/>
            </a:xfrm>
            <a:custGeom>
              <a:avLst/>
              <a:gdLst>
                <a:gd name="T0" fmla="*/ 61 w 66"/>
                <a:gd name="T1" fmla="*/ 190 h 190"/>
                <a:gd name="T2" fmla="*/ 39 w 66"/>
                <a:gd name="T3" fmla="*/ 115 h 190"/>
                <a:gd name="T4" fmla="*/ 3 w 66"/>
                <a:gd name="T5" fmla="*/ 44 h 190"/>
                <a:gd name="T6" fmla="*/ 3 w 66"/>
                <a:gd name="T7" fmla="*/ 16 h 190"/>
                <a:gd name="T8" fmla="*/ 26 w 66"/>
                <a:gd name="T9" fmla="*/ 1 h 190"/>
                <a:gd name="T10" fmla="*/ 49 w 66"/>
                <a:gd name="T11" fmla="*/ 27 h 190"/>
                <a:gd name="T12" fmla="*/ 62 w 66"/>
                <a:gd name="T13" fmla="*/ 17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90">
                  <a:moveTo>
                    <a:pt x="61" y="190"/>
                  </a:moveTo>
                  <a:cubicBezTo>
                    <a:pt x="65" y="164"/>
                    <a:pt x="53" y="138"/>
                    <a:pt x="39" y="115"/>
                  </a:cubicBezTo>
                  <a:cubicBezTo>
                    <a:pt x="25" y="92"/>
                    <a:pt x="9" y="70"/>
                    <a:pt x="3" y="44"/>
                  </a:cubicBezTo>
                  <a:cubicBezTo>
                    <a:pt x="1" y="35"/>
                    <a:pt x="0" y="25"/>
                    <a:pt x="3" y="16"/>
                  </a:cubicBezTo>
                  <a:cubicBezTo>
                    <a:pt x="7" y="7"/>
                    <a:pt x="16" y="0"/>
                    <a:pt x="26" y="1"/>
                  </a:cubicBezTo>
                  <a:cubicBezTo>
                    <a:pt x="38" y="3"/>
                    <a:pt x="45" y="16"/>
                    <a:pt x="49" y="27"/>
                  </a:cubicBezTo>
                  <a:cubicBezTo>
                    <a:pt x="63" y="68"/>
                    <a:pt x="66" y="129"/>
                    <a:pt x="62" y="172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" name="îṧḻíḋê"/>
            <p:cNvSpPr/>
            <p:nvPr/>
          </p:nvSpPr>
          <p:spPr bwMode="auto">
            <a:xfrm>
              <a:off x="555392" y="2216865"/>
              <a:ext cx="360052" cy="936850"/>
            </a:xfrm>
            <a:custGeom>
              <a:avLst/>
              <a:gdLst>
                <a:gd name="T0" fmla="*/ 97 w 97"/>
                <a:gd name="T1" fmla="*/ 155 h 252"/>
                <a:gd name="T2" fmla="*/ 97 w 97"/>
                <a:gd name="T3" fmla="*/ 155 h 252"/>
                <a:gd name="T4" fmla="*/ 67 w 97"/>
                <a:gd name="T5" fmla="*/ 178 h 252"/>
                <a:gd name="T6" fmla="*/ 69 w 97"/>
                <a:gd name="T7" fmla="*/ 184 h 252"/>
                <a:gd name="T8" fmla="*/ 89 w 97"/>
                <a:gd name="T9" fmla="*/ 180 h 252"/>
                <a:gd name="T10" fmla="*/ 93 w 97"/>
                <a:gd name="T11" fmla="*/ 184 h 252"/>
                <a:gd name="T12" fmla="*/ 82 w 97"/>
                <a:gd name="T13" fmla="*/ 216 h 252"/>
                <a:gd name="T14" fmla="*/ 35 w 97"/>
                <a:gd name="T15" fmla="*/ 248 h 252"/>
                <a:gd name="T16" fmla="*/ 3 w 97"/>
                <a:gd name="T17" fmla="*/ 200 h 252"/>
                <a:gd name="T18" fmla="*/ 21 w 97"/>
                <a:gd name="T19" fmla="*/ 93 h 252"/>
                <a:gd name="T20" fmla="*/ 28 w 97"/>
                <a:gd name="T21" fmla="*/ 79 h 252"/>
                <a:gd name="T22" fmla="*/ 32 w 97"/>
                <a:gd name="T23" fmla="*/ 78 h 252"/>
                <a:gd name="T24" fmla="*/ 43 w 97"/>
                <a:gd name="T25" fmla="*/ 88 h 252"/>
                <a:gd name="T26" fmla="*/ 48 w 97"/>
                <a:gd name="T27" fmla="*/ 85 h 252"/>
                <a:gd name="T28" fmla="*/ 39 w 97"/>
                <a:gd name="T29" fmla="*/ 57 h 252"/>
                <a:gd name="T30" fmla="*/ 39 w 97"/>
                <a:gd name="T31" fmla="*/ 55 h 252"/>
                <a:gd name="T32" fmla="*/ 70 w 97"/>
                <a:gd name="T33" fmla="*/ 2 h 252"/>
                <a:gd name="T34" fmla="*/ 75 w 97"/>
                <a:gd name="T35" fmla="*/ 3 h 252"/>
                <a:gd name="T36" fmla="*/ 96 w 97"/>
                <a:gd name="T37" fmla="*/ 122 h 252"/>
                <a:gd name="T38" fmla="*/ 97 w 97"/>
                <a:gd name="T39" fmla="*/ 15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7" h="252">
                  <a:moveTo>
                    <a:pt x="97" y="155"/>
                  </a:moveTo>
                  <a:cubicBezTo>
                    <a:pt x="97" y="155"/>
                    <a:pt x="97" y="155"/>
                    <a:pt x="97" y="155"/>
                  </a:cubicBezTo>
                  <a:cubicBezTo>
                    <a:pt x="67" y="178"/>
                    <a:pt x="67" y="178"/>
                    <a:pt x="67" y="178"/>
                  </a:cubicBezTo>
                  <a:cubicBezTo>
                    <a:pt x="64" y="180"/>
                    <a:pt x="66" y="184"/>
                    <a:pt x="69" y="184"/>
                  </a:cubicBezTo>
                  <a:cubicBezTo>
                    <a:pt x="89" y="180"/>
                    <a:pt x="89" y="180"/>
                    <a:pt x="89" y="180"/>
                  </a:cubicBezTo>
                  <a:cubicBezTo>
                    <a:pt x="91" y="180"/>
                    <a:pt x="93" y="182"/>
                    <a:pt x="93" y="184"/>
                  </a:cubicBezTo>
                  <a:cubicBezTo>
                    <a:pt x="90" y="195"/>
                    <a:pt x="87" y="206"/>
                    <a:pt x="82" y="216"/>
                  </a:cubicBezTo>
                  <a:cubicBezTo>
                    <a:pt x="73" y="234"/>
                    <a:pt x="55" y="252"/>
                    <a:pt x="35" y="248"/>
                  </a:cubicBezTo>
                  <a:cubicBezTo>
                    <a:pt x="15" y="244"/>
                    <a:pt x="6" y="221"/>
                    <a:pt x="3" y="200"/>
                  </a:cubicBezTo>
                  <a:cubicBezTo>
                    <a:pt x="0" y="164"/>
                    <a:pt x="8" y="127"/>
                    <a:pt x="21" y="93"/>
                  </a:cubicBezTo>
                  <a:cubicBezTo>
                    <a:pt x="23" y="88"/>
                    <a:pt x="25" y="83"/>
                    <a:pt x="28" y="79"/>
                  </a:cubicBezTo>
                  <a:cubicBezTo>
                    <a:pt x="28" y="77"/>
                    <a:pt x="31" y="76"/>
                    <a:pt x="32" y="78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5" y="90"/>
                    <a:pt x="49" y="88"/>
                    <a:pt x="48" y="85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6"/>
                    <a:pt x="39" y="55"/>
                    <a:pt x="39" y="55"/>
                  </a:cubicBezTo>
                  <a:cubicBezTo>
                    <a:pt x="49" y="37"/>
                    <a:pt x="59" y="19"/>
                    <a:pt x="70" y="2"/>
                  </a:cubicBezTo>
                  <a:cubicBezTo>
                    <a:pt x="71" y="0"/>
                    <a:pt x="74" y="0"/>
                    <a:pt x="75" y="3"/>
                  </a:cubicBezTo>
                  <a:cubicBezTo>
                    <a:pt x="84" y="35"/>
                    <a:pt x="93" y="92"/>
                    <a:pt x="96" y="122"/>
                  </a:cubicBezTo>
                  <a:cubicBezTo>
                    <a:pt x="97" y="133"/>
                    <a:pt x="97" y="144"/>
                    <a:pt x="97" y="155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" name="îṥḷidê"/>
            <p:cNvSpPr/>
            <p:nvPr/>
          </p:nvSpPr>
          <p:spPr bwMode="auto">
            <a:xfrm>
              <a:off x="666453" y="2559003"/>
              <a:ext cx="137931" cy="664573"/>
            </a:xfrm>
            <a:custGeom>
              <a:avLst/>
              <a:gdLst>
                <a:gd name="T0" fmla="*/ 1 w 37"/>
                <a:gd name="T1" fmla="*/ 179 h 179"/>
                <a:gd name="T2" fmla="*/ 32 w 37"/>
                <a:gd name="T3" fmla="*/ 0 h 179"/>
                <a:gd name="T4" fmla="*/ 37 w 37"/>
                <a:gd name="T5" fmla="*/ 2 h 179"/>
                <a:gd name="T6" fmla="*/ 6 w 37"/>
                <a:gd name="T7" fmla="*/ 179 h 179"/>
                <a:gd name="T8" fmla="*/ 1 w 3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9">
                  <a:moveTo>
                    <a:pt x="1" y="179"/>
                  </a:moveTo>
                  <a:cubicBezTo>
                    <a:pt x="0" y="119"/>
                    <a:pt x="11" y="57"/>
                    <a:pt x="32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16" y="58"/>
                    <a:pt x="5" y="119"/>
                    <a:pt x="6" y="179"/>
                  </a:cubicBezTo>
                  <a:lnTo>
                    <a:pt x="1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9" name="ïšlîde"/>
            <p:cNvSpPr/>
            <p:nvPr/>
          </p:nvSpPr>
          <p:spPr bwMode="auto">
            <a:xfrm>
              <a:off x="539270" y="3108932"/>
              <a:ext cx="302730" cy="300938"/>
            </a:xfrm>
            <a:custGeom>
              <a:avLst/>
              <a:gdLst>
                <a:gd name="T0" fmla="*/ 41 w 81"/>
                <a:gd name="T1" fmla="*/ 81 h 81"/>
                <a:gd name="T2" fmla="*/ 41 w 81"/>
                <a:gd name="T3" fmla="*/ 81 h 81"/>
                <a:gd name="T4" fmla="*/ 10 w 81"/>
                <a:gd name="T5" fmla="*/ 56 h 81"/>
                <a:gd name="T6" fmla="*/ 0 w 81"/>
                <a:gd name="T7" fmla="*/ 0 h 81"/>
                <a:gd name="T8" fmla="*/ 81 w 81"/>
                <a:gd name="T9" fmla="*/ 0 h 81"/>
                <a:gd name="T10" fmla="*/ 71 w 81"/>
                <a:gd name="T11" fmla="*/ 56 h 81"/>
                <a:gd name="T12" fmla="*/ 41 w 81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1">
                  <a:moveTo>
                    <a:pt x="41" y="81"/>
                  </a:moveTo>
                  <a:cubicBezTo>
                    <a:pt x="41" y="81"/>
                    <a:pt x="41" y="81"/>
                    <a:pt x="41" y="81"/>
                  </a:cubicBezTo>
                  <a:cubicBezTo>
                    <a:pt x="26" y="81"/>
                    <a:pt x="13" y="70"/>
                    <a:pt x="1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71" y="56"/>
                    <a:pt x="71" y="56"/>
                    <a:pt x="71" y="56"/>
                  </a:cubicBezTo>
                  <a:cubicBezTo>
                    <a:pt x="68" y="70"/>
                    <a:pt x="55" y="81"/>
                    <a:pt x="41" y="81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502444" y="847725"/>
            <a:ext cx="8137922" cy="37552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652806" y="2918482"/>
            <a:ext cx="2905654" cy="23315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125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50" marR="0" lvl="0" indent="-17145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52806" y="2696278"/>
            <a:ext cx="2905654" cy="22220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125" b="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652806" y="1181630"/>
            <a:ext cx="2905654" cy="999711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76" name="矩形 75"/>
          <p:cNvSpPr/>
          <p:nvPr userDrawn="1"/>
        </p:nvSpPr>
        <p:spPr>
          <a:xfrm>
            <a:off x="0" y="3752217"/>
            <a:ext cx="9144000" cy="1390930"/>
          </a:xfrm>
          <a:prstGeom prst="rect">
            <a:avLst/>
          </a:prstGeom>
          <a:solidFill>
            <a:srgbClr val="DB3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思源黑体 Normal" panose="020B0400000000000000" pitchFamily="34" charset="-122"/>
            </a:endParaRPr>
          </a:p>
        </p:txBody>
      </p:sp>
      <p:grpSp>
        <p:nvGrpSpPr>
          <p:cNvPr id="77" name="1ba05097-6074-4acd-bd7a-0d987f80d9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725031" y="1134177"/>
            <a:ext cx="3766164" cy="3238501"/>
            <a:chOff x="3582988" y="1587500"/>
            <a:chExt cx="4781550" cy="4111625"/>
          </a:xfrm>
        </p:grpSpPr>
        <p:sp>
          <p:nvSpPr>
            <p:cNvPr id="78" name="îšľïḓe"/>
            <p:cNvSpPr/>
            <p:nvPr/>
          </p:nvSpPr>
          <p:spPr bwMode="auto">
            <a:xfrm>
              <a:off x="6097588" y="3817938"/>
              <a:ext cx="1122363" cy="1733550"/>
            </a:xfrm>
            <a:custGeom>
              <a:avLst/>
              <a:gdLst>
                <a:gd name="T0" fmla="*/ 121 w 340"/>
                <a:gd name="T1" fmla="*/ 217 h 526"/>
                <a:gd name="T2" fmla="*/ 37 w 340"/>
                <a:gd name="T3" fmla="*/ 229 h 526"/>
                <a:gd name="T4" fmla="*/ 37 w 340"/>
                <a:gd name="T5" fmla="*/ 229 h 526"/>
                <a:gd name="T6" fmla="*/ 121 w 340"/>
                <a:gd name="T7" fmla="*/ 217 h 526"/>
                <a:gd name="T8" fmla="*/ 122 w 340"/>
                <a:gd name="T9" fmla="*/ 217 h 526"/>
                <a:gd name="T10" fmla="*/ 122 w 340"/>
                <a:gd name="T11" fmla="*/ 217 h 526"/>
                <a:gd name="T12" fmla="*/ 122 w 340"/>
                <a:gd name="T13" fmla="*/ 217 h 526"/>
                <a:gd name="T14" fmla="*/ 124 w 340"/>
                <a:gd name="T15" fmla="*/ 217 h 526"/>
                <a:gd name="T16" fmla="*/ 123 w 340"/>
                <a:gd name="T17" fmla="*/ 217 h 526"/>
                <a:gd name="T18" fmla="*/ 124 w 340"/>
                <a:gd name="T19" fmla="*/ 217 h 526"/>
                <a:gd name="T20" fmla="*/ 79 w 340"/>
                <a:gd name="T21" fmla="*/ 137 h 526"/>
                <a:gd name="T22" fmla="*/ 0 w 340"/>
                <a:gd name="T23" fmla="*/ 144 h 526"/>
                <a:gd name="T24" fmla="*/ 0 w 340"/>
                <a:gd name="T25" fmla="*/ 144 h 526"/>
                <a:gd name="T26" fmla="*/ 79 w 340"/>
                <a:gd name="T27" fmla="*/ 137 h 526"/>
                <a:gd name="T28" fmla="*/ 293 w 340"/>
                <a:gd name="T29" fmla="*/ 0 h 526"/>
                <a:gd name="T30" fmla="*/ 73 w 340"/>
                <a:gd name="T31" fmla="*/ 0 h 526"/>
                <a:gd name="T32" fmla="*/ 74 w 340"/>
                <a:gd name="T33" fmla="*/ 9 h 526"/>
                <a:gd name="T34" fmla="*/ 71 w 340"/>
                <a:gd name="T35" fmla="*/ 34 h 526"/>
                <a:gd name="T36" fmla="*/ 70 w 340"/>
                <a:gd name="T37" fmla="*/ 35 h 526"/>
                <a:gd name="T38" fmla="*/ 42 w 340"/>
                <a:gd name="T39" fmla="*/ 66 h 526"/>
                <a:gd name="T40" fmla="*/ 39 w 340"/>
                <a:gd name="T41" fmla="*/ 66 h 526"/>
                <a:gd name="T42" fmla="*/ 34 w 340"/>
                <a:gd name="T43" fmla="*/ 67 h 526"/>
                <a:gd name="T44" fmla="*/ 17 w 340"/>
                <a:gd name="T45" fmla="*/ 63 h 526"/>
                <a:gd name="T46" fmla="*/ 17 w 340"/>
                <a:gd name="T47" fmla="*/ 64 h 526"/>
                <a:gd name="T48" fmla="*/ 17 w 340"/>
                <a:gd name="T49" fmla="*/ 64 h 526"/>
                <a:gd name="T50" fmla="*/ 17 w 340"/>
                <a:gd name="T51" fmla="*/ 80 h 526"/>
                <a:gd name="T52" fmla="*/ 17 w 340"/>
                <a:gd name="T53" fmla="*/ 92 h 526"/>
                <a:gd name="T54" fmla="*/ 81 w 340"/>
                <a:gd name="T55" fmla="*/ 137 h 526"/>
                <a:gd name="T56" fmla="*/ 81 w 340"/>
                <a:gd name="T57" fmla="*/ 137 h 526"/>
                <a:gd name="T58" fmla="*/ 81 w 340"/>
                <a:gd name="T59" fmla="*/ 137 h 526"/>
                <a:gd name="T60" fmla="*/ 82 w 340"/>
                <a:gd name="T61" fmla="*/ 138 h 526"/>
                <a:gd name="T62" fmla="*/ 127 w 340"/>
                <a:gd name="T63" fmla="*/ 216 h 526"/>
                <a:gd name="T64" fmla="*/ 124 w 340"/>
                <a:gd name="T65" fmla="*/ 217 h 526"/>
                <a:gd name="T66" fmla="*/ 127 w 340"/>
                <a:gd name="T67" fmla="*/ 216 h 526"/>
                <a:gd name="T68" fmla="*/ 134 w 340"/>
                <a:gd name="T69" fmla="*/ 262 h 526"/>
                <a:gd name="T70" fmla="*/ 112 w 340"/>
                <a:gd name="T71" fmla="*/ 334 h 526"/>
                <a:gd name="T72" fmla="*/ 117 w 340"/>
                <a:gd name="T73" fmla="*/ 373 h 526"/>
                <a:gd name="T74" fmla="*/ 112 w 340"/>
                <a:gd name="T75" fmla="*/ 402 h 526"/>
                <a:gd name="T76" fmla="*/ 167 w 340"/>
                <a:gd name="T77" fmla="*/ 466 h 526"/>
                <a:gd name="T78" fmla="*/ 153 w 340"/>
                <a:gd name="T79" fmla="*/ 523 h 526"/>
                <a:gd name="T80" fmla="*/ 216 w 340"/>
                <a:gd name="T81" fmla="*/ 526 h 526"/>
                <a:gd name="T82" fmla="*/ 340 w 340"/>
                <a:gd name="T83" fmla="*/ 515 h 526"/>
                <a:gd name="T84" fmla="*/ 340 w 340"/>
                <a:gd name="T85" fmla="*/ 514 h 526"/>
                <a:gd name="T86" fmla="*/ 294 w 340"/>
                <a:gd name="T87" fmla="*/ 334 h 526"/>
                <a:gd name="T88" fmla="*/ 283 w 340"/>
                <a:gd name="T89" fmla="*/ 338 h 526"/>
                <a:gd name="T90" fmla="*/ 278 w 340"/>
                <a:gd name="T91" fmla="*/ 340 h 526"/>
                <a:gd name="T92" fmla="*/ 270 w 340"/>
                <a:gd name="T93" fmla="*/ 333 h 526"/>
                <a:gd name="T94" fmla="*/ 252 w 340"/>
                <a:gd name="T95" fmla="*/ 228 h 526"/>
                <a:gd name="T96" fmla="*/ 275 w 340"/>
                <a:gd name="T97" fmla="*/ 72 h 526"/>
                <a:gd name="T98" fmla="*/ 293 w 340"/>
                <a:gd name="T99" fmla="*/ 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0" h="526">
                  <a:moveTo>
                    <a:pt x="121" y="217"/>
                  </a:moveTo>
                  <a:cubicBezTo>
                    <a:pt x="93" y="223"/>
                    <a:pt x="65" y="227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65" y="227"/>
                    <a:pt x="93" y="223"/>
                    <a:pt x="121" y="217"/>
                  </a:cubicBezTo>
                  <a:moveTo>
                    <a:pt x="122" y="217"/>
                  </a:moveTo>
                  <a:cubicBezTo>
                    <a:pt x="122" y="217"/>
                    <a:pt x="122" y="217"/>
                    <a:pt x="122" y="217"/>
                  </a:cubicBezTo>
                  <a:cubicBezTo>
                    <a:pt x="122" y="217"/>
                    <a:pt x="122" y="217"/>
                    <a:pt x="122" y="217"/>
                  </a:cubicBezTo>
                  <a:moveTo>
                    <a:pt x="124" y="217"/>
                  </a:moveTo>
                  <a:cubicBezTo>
                    <a:pt x="123" y="217"/>
                    <a:pt x="123" y="217"/>
                    <a:pt x="123" y="217"/>
                  </a:cubicBezTo>
                  <a:cubicBezTo>
                    <a:pt x="123" y="217"/>
                    <a:pt x="123" y="217"/>
                    <a:pt x="124" y="217"/>
                  </a:cubicBezTo>
                  <a:moveTo>
                    <a:pt x="79" y="137"/>
                  </a:moveTo>
                  <a:cubicBezTo>
                    <a:pt x="53" y="141"/>
                    <a:pt x="27" y="143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27" y="143"/>
                    <a:pt x="53" y="141"/>
                    <a:pt x="79" y="137"/>
                  </a:cubicBezTo>
                  <a:moveTo>
                    <a:pt x="29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4" y="3"/>
                    <a:pt x="74" y="6"/>
                    <a:pt x="74" y="9"/>
                  </a:cubicBezTo>
                  <a:cubicBezTo>
                    <a:pt x="74" y="18"/>
                    <a:pt x="73" y="27"/>
                    <a:pt x="71" y="34"/>
                  </a:cubicBezTo>
                  <a:cubicBezTo>
                    <a:pt x="71" y="35"/>
                    <a:pt x="71" y="35"/>
                    <a:pt x="70" y="35"/>
                  </a:cubicBezTo>
                  <a:cubicBezTo>
                    <a:pt x="66" y="49"/>
                    <a:pt x="56" y="62"/>
                    <a:pt x="42" y="66"/>
                  </a:cubicBezTo>
                  <a:cubicBezTo>
                    <a:pt x="41" y="66"/>
                    <a:pt x="40" y="66"/>
                    <a:pt x="39" y="66"/>
                  </a:cubicBezTo>
                  <a:cubicBezTo>
                    <a:pt x="37" y="67"/>
                    <a:pt x="35" y="67"/>
                    <a:pt x="34" y="67"/>
                  </a:cubicBezTo>
                  <a:cubicBezTo>
                    <a:pt x="28" y="67"/>
                    <a:pt x="22" y="65"/>
                    <a:pt x="17" y="63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9"/>
                    <a:pt x="17" y="75"/>
                    <a:pt x="17" y="80"/>
                  </a:cubicBezTo>
                  <a:cubicBezTo>
                    <a:pt x="17" y="81"/>
                    <a:pt x="17" y="86"/>
                    <a:pt x="17" y="92"/>
                  </a:cubicBezTo>
                  <a:cubicBezTo>
                    <a:pt x="42" y="100"/>
                    <a:pt x="63" y="118"/>
                    <a:pt x="81" y="137"/>
                  </a:cubicBezTo>
                  <a:cubicBezTo>
                    <a:pt x="81" y="137"/>
                    <a:pt x="81" y="137"/>
                    <a:pt x="81" y="137"/>
                  </a:cubicBezTo>
                  <a:cubicBezTo>
                    <a:pt x="81" y="137"/>
                    <a:pt x="81" y="137"/>
                    <a:pt x="81" y="137"/>
                  </a:cubicBezTo>
                  <a:cubicBezTo>
                    <a:pt x="81" y="137"/>
                    <a:pt x="82" y="138"/>
                    <a:pt x="82" y="138"/>
                  </a:cubicBezTo>
                  <a:cubicBezTo>
                    <a:pt x="102" y="161"/>
                    <a:pt x="118" y="188"/>
                    <a:pt x="127" y="216"/>
                  </a:cubicBezTo>
                  <a:cubicBezTo>
                    <a:pt x="126" y="216"/>
                    <a:pt x="125" y="217"/>
                    <a:pt x="124" y="217"/>
                  </a:cubicBezTo>
                  <a:cubicBezTo>
                    <a:pt x="125" y="217"/>
                    <a:pt x="126" y="216"/>
                    <a:pt x="127" y="216"/>
                  </a:cubicBezTo>
                  <a:cubicBezTo>
                    <a:pt x="131" y="231"/>
                    <a:pt x="134" y="246"/>
                    <a:pt x="134" y="262"/>
                  </a:cubicBezTo>
                  <a:cubicBezTo>
                    <a:pt x="134" y="287"/>
                    <a:pt x="126" y="312"/>
                    <a:pt x="112" y="334"/>
                  </a:cubicBezTo>
                  <a:cubicBezTo>
                    <a:pt x="115" y="346"/>
                    <a:pt x="117" y="360"/>
                    <a:pt x="117" y="373"/>
                  </a:cubicBezTo>
                  <a:cubicBezTo>
                    <a:pt x="117" y="383"/>
                    <a:pt x="115" y="393"/>
                    <a:pt x="112" y="402"/>
                  </a:cubicBezTo>
                  <a:cubicBezTo>
                    <a:pt x="131" y="413"/>
                    <a:pt x="160" y="435"/>
                    <a:pt x="167" y="466"/>
                  </a:cubicBezTo>
                  <a:cubicBezTo>
                    <a:pt x="171" y="485"/>
                    <a:pt x="164" y="506"/>
                    <a:pt x="153" y="523"/>
                  </a:cubicBezTo>
                  <a:cubicBezTo>
                    <a:pt x="174" y="525"/>
                    <a:pt x="195" y="526"/>
                    <a:pt x="216" y="526"/>
                  </a:cubicBezTo>
                  <a:cubicBezTo>
                    <a:pt x="258" y="526"/>
                    <a:pt x="300" y="522"/>
                    <a:pt x="340" y="515"/>
                  </a:cubicBezTo>
                  <a:cubicBezTo>
                    <a:pt x="340" y="515"/>
                    <a:pt x="340" y="514"/>
                    <a:pt x="340" y="514"/>
                  </a:cubicBezTo>
                  <a:cubicBezTo>
                    <a:pt x="318" y="456"/>
                    <a:pt x="303" y="395"/>
                    <a:pt x="294" y="334"/>
                  </a:cubicBezTo>
                  <a:cubicBezTo>
                    <a:pt x="290" y="335"/>
                    <a:pt x="287" y="336"/>
                    <a:pt x="283" y="338"/>
                  </a:cubicBezTo>
                  <a:cubicBezTo>
                    <a:pt x="282" y="339"/>
                    <a:pt x="280" y="340"/>
                    <a:pt x="278" y="340"/>
                  </a:cubicBezTo>
                  <a:cubicBezTo>
                    <a:pt x="274" y="340"/>
                    <a:pt x="271" y="337"/>
                    <a:pt x="270" y="333"/>
                  </a:cubicBezTo>
                  <a:cubicBezTo>
                    <a:pt x="257" y="300"/>
                    <a:pt x="252" y="264"/>
                    <a:pt x="252" y="228"/>
                  </a:cubicBezTo>
                  <a:cubicBezTo>
                    <a:pt x="252" y="176"/>
                    <a:pt x="262" y="123"/>
                    <a:pt x="275" y="72"/>
                  </a:cubicBezTo>
                  <a:cubicBezTo>
                    <a:pt x="280" y="48"/>
                    <a:pt x="287" y="24"/>
                    <a:pt x="293" y="0"/>
                  </a:cubicBezTo>
                </a:path>
              </a:pathLst>
            </a:custGeom>
            <a:solidFill>
              <a:srgbClr val="E76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79" name="íSḻiḓè"/>
            <p:cNvSpPr/>
            <p:nvPr/>
          </p:nvSpPr>
          <p:spPr bwMode="auto">
            <a:xfrm>
              <a:off x="6140450" y="4005263"/>
              <a:ext cx="939800" cy="511175"/>
            </a:xfrm>
            <a:custGeom>
              <a:avLst/>
              <a:gdLst>
                <a:gd name="T0" fmla="*/ 245 w 285"/>
                <a:gd name="T1" fmla="*/ 155 h 155"/>
                <a:gd name="T2" fmla="*/ 40 w 285"/>
                <a:gd name="T3" fmla="*/ 155 h 155"/>
                <a:gd name="T4" fmla="*/ 0 w 285"/>
                <a:gd name="T5" fmla="*/ 115 h 155"/>
                <a:gd name="T6" fmla="*/ 0 w 285"/>
                <a:gd name="T7" fmla="*/ 40 h 155"/>
                <a:gd name="T8" fmla="*/ 40 w 285"/>
                <a:gd name="T9" fmla="*/ 0 h 155"/>
                <a:gd name="T10" fmla="*/ 245 w 285"/>
                <a:gd name="T11" fmla="*/ 0 h 155"/>
                <a:gd name="T12" fmla="*/ 285 w 285"/>
                <a:gd name="T13" fmla="*/ 40 h 155"/>
                <a:gd name="T14" fmla="*/ 285 w 285"/>
                <a:gd name="T15" fmla="*/ 115 h 155"/>
                <a:gd name="T16" fmla="*/ 245 w 285"/>
                <a:gd name="T17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55">
                  <a:moveTo>
                    <a:pt x="245" y="155"/>
                  </a:moveTo>
                  <a:cubicBezTo>
                    <a:pt x="40" y="155"/>
                    <a:pt x="40" y="155"/>
                    <a:pt x="40" y="155"/>
                  </a:cubicBezTo>
                  <a:cubicBezTo>
                    <a:pt x="17" y="155"/>
                    <a:pt x="0" y="137"/>
                    <a:pt x="0" y="11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7" y="0"/>
                    <a:pt x="40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68" y="0"/>
                    <a:pt x="285" y="18"/>
                    <a:pt x="285" y="40"/>
                  </a:cubicBezTo>
                  <a:cubicBezTo>
                    <a:pt x="285" y="115"/>
                    <a:pt x="285" y="115"/>
                    <a:pt x="285" y="115"/>
                  </a:cubicBezTo>
                  <a:cubicBezTo>
                    <a:pt x="285" y="137"/>
                    <a:pt x="268" y="155"/>
                    <a:pt x="245" y="155"/>
                  </a:cubicBezTo>
                  <a:close/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0" name="ïṧlïdé"/>
            <p:cNvSpPr/>
            <p:nvPr/>
          </p:nvSpPr>
          <p:spPr bwMode="auto">
            <a:xfrm>
              <a:off x="6140450" y="4678363"/>
              <a:ext cx="939800" cy="514350"/>
            </a:xfrm>
            <a:custGeom>
              <a:avLst/>
              <a:gdLst>
                <a:gd name="T0" fmla="*/ 245 w 285"/>
                <a:gd name="T1" fmla="*/ 156 h 156"/>
                <a:gd name="T2" fmla="*/ 40 w 285"/>
                <a:gd name="T3" fmla="*/ 156 h 156"/>
                <a:gd name="T4" fmla="*/ 0 w 285"/>
                <a:gd name="T5" fmla="*/ 116 h 156"/>
                <a:gd name="T6" fmla="*/ 0 w 285"/>
                <a:gd name="T7" fmla="*/ 40 h 156"/>
                <a:gd name="T8" fmla="*/ 40 w 285"/>
                <a:gd name="T9" fmla="*/ 0 h 156"/>
                <a:gd name="T10" fmla="*/ 245 w 285"/>
                <a:gd name="T11" fmla="*/ 0 h 156"/>
                <a:gd name="T12" fmla="*/ 285 w 285"/>
                <a:gd name="T13" fmla="*/ 40 h 156"/>
                <a:gd name="T14" fmla="*/ 285 w 285"/>
                <a:gd name="T15" fmla="*/ 116 h 156"/>
                <a:gd name="T16" fmla="*/ 245 w 285"/>
                <a:gd name="T17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56">
                  <a:moveTo>
                    <a:pt x="245" y="156"/>
                  </a:moveTo>
                  <a:cubicBezTo>
                    <a:pt x="40" y="156"/>
                    <a:pt x="40" y="156"/>
                    <a:pt x="40" y="156"/>
                  </a:cubicBezTo>
                  <a:cubicBezTo>
                    <a:pt x="17" y="156"/>
                    <a:pt x="0" y="138"/>
                    <a:pt x="0" y="11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7" y="0"/>
                    <a:pt x="40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68" y="0"/>
                    <a:pt x="285" y="18"/>
                    <a:pt x="285" y="40"/>
                  </a:cubicBezTo>
                  <a:cubicBezTo>
                    <a:pt x="285" y="116"/>
                    <a:pt x="285" y="116"/>
                    <a:pt x="285" y="116"/>
                  </a:cubicBezTo>
                  <a:cubicBezTo>
                    <a:pt x="285" y="138"/>
                    <a:pt x="268" y="156"/>
                    <a:pt x="245" y="156"/>
                  </a:cubicBezTo>
                  <a:close/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1" name="ïṧḷíďè"/>
            <p:cNvSpPr/>
            <p:nvPr/>
          </p:nvSpPr>
          <p:spPr bwMode="auto">
            <a:xfrm>
              <a:off x="3622675" y="3609975"/>
              <a:ext cx="2019300" cy="1555750"/>
            </a:xfrm>
            <a:custGeom>
              <a:avLst/>
              <a:gdLst>
                <a:gd name="T0" fmla="*/ 530 w 612"/>
                <a:gd name="T1" fmla="*/ 457 h 472"/>
                <a:gd name="T2" fmla="*/ 513 w 612"/>
                <a:gd name="T3" fmla="*/ 461 h 472"/>
                <a:gd name="T4" fmla="*/ 448 w 612"/>
                <a:gd name="T5" fmla="*/ 461 h 472"/>
                <a:gd name="T6" fmla="*/ 446 w 612"/>
                <a:gd name="T7" fmla="*/ 468 h 472"/>
                <a:gd name="T8" fmla="*/ 533 w 612"/>
                <a:gd name="T9" fmla="*/ 467 h 472"/>
                <a:gd name="T10" fmla="*/ 530 w 612"/>
                <a:gd name="T11" fmla="*/ 457 h 472"/>
                <a:gd name="T12" fmla="*/ 572 w 612"/>
                <a:gd name="T13" fmla="*/ 0 h 472"/>
                <a:gd name="T14" fmla="*/ 40 w 612"/>
                <a:gd name="T15" fmla="*/ 0 h 472"/>
                <a:gd name="T16" fmla="*/ 0 w 612"/>
                <a:gd name="T17" fmla="*/ 40 h 472"/>
                <a:gd name="T18" fmla="*/ 0 w 612"/>
                <a:gd name="T19" fmla="*/ 394 h 472"/>
                <a:gd name="T20" fmla="*/ 81 w 612"/>
                <a:gd name="T21" fmla="*/ 472 h 472"/>
                <a:gd name="T22" fmla="*/ 95 w 612"/>
                <a:gd name="T23" fmla="*/ 461 h 472"/>
                <a:gd name="T24" fmla="*/ 58 w 612"/>
                <a:gd name="T25" fmla="*/ 421 h 472"/>
                <a:gd name="T26" fmla="*/ 58 w 612"/>
                <a:gd name="T27" fmla="*/ 330 h 472"/>
                <a:gd name="T28" fmla="*/ 98 w 612"/>
                <a:gd name="T29" fmla="*/ 290 h 472"/>
                <a:gd name="T30" fmla="*/ 170 w 612"/>
                <a:gd name="T31" fmla="*/ 290 h 472"/>
                <a:gd name="T32" fmla="*/ 172 w 612"/>
                <a:gd name="T33" fmla="*/ 283 h 472"/>
                <a:gd name="T34" fmla="*/ 180 w 612"/>
                <a:gd name="T35" fmla="*/ 262 h 472"/>
                <a:gd name="T36" fmla="*/ 192 w 612"/>
                <a:gd name="T37" fmla="*/ 236 h 472"/>
                <a:gd name="T38" fmla="*/ 98 w 612"/>
                <a:gd name="T39" fmla="*/ 236 h 472"/>
                <a:gd name="T40" fmla="*/ 58 w 612"/>
                <a:gd name="T41" fmla="*/ 196 h 472"/>
                <a:gd name="T42" fmla="*/ 58 w 612"/>
                <a:gd name="T43" fmla="*/ 105 h 472"/>
                <a:gd name="T44" fmla="*/ 98 w 612"/>
                <a:gd name="T45" fmla="*/ 65 h 472"/>
                <a:gd name="T46" fmla="*/ 305 w 612"/>
                <a:gd name="T47" fmla="*/ 65 h 472"/>
                <a:gd name="T48" fmla="*/ 344 w 612"/>
                <a:gd name="T49" fmla="*/ 14 h 472"/>
                <a:gd name="T50" fmla="*/ 363 w 612"/>
                <a:gd name="T51" fmla="*/ 10 h 472"/>
                <a:gd name="T52" fmla="*/ 407 w 612"/>
                <a:gd name="T53" fmla="*/ 37 h 472"/>
                <a:gd name="T54" fmla="*/ 415 w 612"/>
                <a:gd name="T55" fmla="*/ 65 h 472"/>
                <a:gd name="T56" fmla="*/ 513 w 612"/>
                <a:gd name="T57" fmla="*/ 65 h 472"/>
                <a:gd name="T58" fmla="*/ 553 w 612"/>
                <a:gd name="T59" fmla="*/ 105 h 472"/>
                <a:gd name="T60" fmla="*/ 553 w 612"/>
                <a:gd name="T61" fmla="*/ 196 h 472"/>
                <a:gd name="T62" fmla="*/ 513 w 612"/>
                <a:gd name="T63" fmla="*/ 236 h 472"/>
                <a:gd name="T64" fmla="*/ 449 w 612"/>
                <a:gd name="T65" fmla="*/ 236 h 472"/>
                <a:gd name="T66" fmla="*/ 471 w 612"/>
                <a:gd name="T67" fmla="*/ 290 h 472"/>
                <a:gd name="T68" fmla="*/ 513 w 612"/>
                <a:gd name="T69" fmla="*/ 290 h 472"/>
                <a:gd name="T70" fmla="*/ 553 w 612"/>
                <a:gd name="T71" fmla="*/ 330 h 472"/>
                <a:gd name="T72" fmla="*/ 553 w 612"/>
                <a:gd name="T73" fmla="*/ 345 h 472"/>
                <a:gd name="T74" fmla="*/ 570 w 612"/>
                <a:gd name="T75" fmla="*/ 323 h 472"/>
                <a:gd name="T76" fmla="*/ 581 w 612"/>
                <a:gd name="T77" fmla="*/ 283 h 472"/>
                <a:gd name="T78" fmla="*/ 588 w 612"/>
                <a:gd name="T79" fmla="*/ 262 h 472"/>
                <a:gd name="T80" fmla="*/ 612 w 612"/>
                <a:gd name="T81" fmla="*/ 218 h 472"/>
                <a:gd name="T82" fmla="*/ 612 w 612"/>
                <a:gd name="T83" fmla="*/ 40 h 472"/>
                <a:gd name="T84" fmla="*/ 572 w 612"/>
                <a:gd name="T85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12" h="472">
                  <a:moveTo>
                    <a:pt x="530" y="457"/>
                  </a:moveTo>
                  <a:cubicBezTo>
                    <a:pt x="525" y="460"/>
                    <a:pt x="519" y="461"/>
                    <a:pt x="513" y="461"/>
                  </a:cubicBezTo>
                  <a:cubicBezTo>
                    <a:pt x="448" y="461"/>
                    <a:pt x="448" y="461"/>
                    <a:pt x="448" y="461"/>
                  </a:cubicBezTo>
                  <a:cubicBezTo>
                    <a:pt x="447" y="463"/>
                    <a:pt x="446" y="465"/>
                    <a:pt x="446" y="468"/>
                  </a:cubicBezTo>
                  <a:cubicBezTo>
                    <a:pt x="475" y="468"/>
                    <a:pt x="504" y="467"/>
                    <a:pt x="533" y="467"/>
                  </a:cubicBezTo>
                  <a:cubicBezTo>
                    <a:pt x="531" y="464"/>
                    <a:pt x="530" y="461"/>
                    <a:pt x="530" y="457"/>
                  </a:cubicBezTo>
                  <a:moveTo>
                    <a:pt x="572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394"/>
                    <a:pt x="0" y="394"/>
                    <a:pt x="0" y="394"/>
                  </a:cubicBezTo>
                  <a:cubicBezTo>
                    <a:pt x="24" y="422"/>
                    <a:pt x="51" y="449"/>
                    <a:pt x="81" y="472"/>
                  </a:cubicBezTo>
                  <a:cubicBezTo>
                    <a:pt x="85" y="468"/>
                    <a:pt x="90" y="464"/>
                    <a:pt x="95" y="461"/>
                  </a:cubicBezTo>
                  <a:cubicBezTo>
                    <a:pt x="74" y="459"/>
                    <a:pt x="58" y="442"/>
                    <a:pt x="58" y="421"/>
                  </a:cubicBezTo>
                  <a:cubicBezTo>
                    <a:pt x="58" y="330"/>
                    <a:pt x="58" y="330"/>
                    <a:pt x="58" y="330"/>
                  </a:cubicBezTo>
                  <a:cubicBezTo>
                    <a:pt x="58" y="308"/>
                    <a:pt x="76" y="290"/>
                    <a:pt x="98" y="290"/>
                  </a:cubicBezTo>
                  <a:cubicBezTo>
                    <a:pt x="170" y="290"/>
                    <a:pt x="170" y="290"/>
                    <a:pt x="170" y="290"/>
                  </a:cubicBezTo>
                  <a:cubicBezTo>
                    <a:pt x="171" y="288"/>
                    <a:pt x="171" y="285"/>
                    <a:pt x="172" y="283"/>
                  </a:cubicBezTo>
                  <a:cubicBezTo>
                    <a:pt x="174" y="276"/>
                    <a:pt x="177" y="269"/>
                    <a:pt x="180" y="262"/>
                  </a:cubicBezTo>
                  <a:cubicBezTo>
                    <a:pt x="183" y="253"/>
                    <a:pt x="187" y="245"/>
                    <a:pt x="192" y="236"/>
                  </a:cubicBezTo>
                  <a:cubicBezTo>
                    <a:pt x="98" y="236"/>
                    <a:pt x="98" y="236"/>
                    <a:pt x="98" y="236"/>
                  </a:cubicBezTo>
                  <a:cubicBezTo>
                    <a:pt x="76" y="236"/>
                    <a:pt x="58" y="218"/>
                    <a:pt x="58" y="19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83"/>
                    <a:pt x="76" y="65"/>
                    <a:pt x="98" y="65"/>
                  </a:cubicBezTo>
                  <a:cubicBezTo>
                    <a:pt x="305" y="65"/>
                    <a:pt x="305" y="65"/>
                    <a:pt x="305" y="65"/>
                  </a:cubicBezTo>
                  <a:cubicBezTo>
                    <a:pt x="313" y="43"/>
                    <a:pt x="324" y="24"/>
                    <a:pt x="344" y="14"/>
                  </a:cubicBezTo>
                  <a:cubicBezTo>
                    <a:pt x="350" y="11"/>
                    <a:pt x="357" y="10"/>
                    <a:pt x="363" y="10"/>
                  </a:cubicBezTo>
                  <a:cubicBezTo>
                    <a:pt x="381" y="10"/>
                    <a:pt x="398" y="20"/>
                    <a:pt x="407" y="37"/>
                  </a:cubicBezTo>
                  <a:cubicBezTo>
                    <a:pt x="411" y="45"/>
                    <a:pt x="414" y="55"/>
                    <a:pt x="415" y="65"/>
                  </a:cubicBezTo>
                  <a:cubicBezTo>
                    <a:pt x="513" y="65"/>
                    <a:pt x="513" y="65"/>
                    <a:pt x="513" y="65"/>
                  </a:cubicBezTo>
                  <a:cubicBezTo>
                    <a:pt x="535" y="65"/>
                    <a:pt x="553" y="83"/>
                    <a:pt x="553" y="105"/>
                  </a:cubicBezTo>
                  <a:cubicBezTo>
                    <a:pt x="553" y="196"/>
                    <a:pt x="553" y="196"/>
                    <a:pt x="553" y="196"/>
                  </a:cubicBezTo>
                  <a:cubicBezTo>
                    <a:pt x="553" y="218"/>
                    <a:pt x="535" y="236"/>
                    <a:pt x="513" y="236"/>
                  </a:cubicBezTo>
                  <a:cubicBezTo>
                    <a:pt x="449" y="236"/>
                    <a:pt x="449" y="236"/>
                    <a:pt x="449" y="236"/>
                  </a:cubicBezTo>
                  <a:cubicBezTo>
                    <a:pt x="459" y="253"/>
                    <a:pt x="467" y="271"/>
                    <a:pt x="471" y="290"/>
                  </a:cubicBezTo>
                  <a:cubicBezTo>
                    <a:pt x="513" y="290"/>
                    <a:pt x="513" y="290"/>
                    <a:pt x="513" y="290"/>
                  </a:cubicBezTo>
                  <a:cubicBezTo>
                    <a:pt x="535" y="290"/>
                    <a:pt x="553" y="308"/>
                    <a:pt x="553" y="330"/>
                  </a:cubicBezTo>
                  <a:cubicBezTo>
                    <a:pt x="553" y="345"/>
                    <a:pt x="553" y="345"/>
                    <a:pt x="553" y="345"/>
                  </a:cubicBezTo>
                  <a:cubicBezTo>
                    <a:pt x="558" y="337"/>
                    <a:pt x="564" y="330"/>
                    <a:pt x="570" y="323"/>
                  </a:cubicBezTo>
                  <a:cubicBezTo>
                    <a:pt x="573" y="309"/>
                    <a:pt x="576" y="296"/>
                    <a:pt x="581" y="283"/>
                  </a:cubicBezTo>
                  <a:cubicBezTo>
                    <a:pt x="583" y="276"/>
                    <a:pt x="585" y="269"/>
                    <a:pt x="588" y="262"/>
                  </a:cubicBezTo>
                  <a:cubicBezTo>
                    <a:pt x="594" y="247"/>
                    <a:pt x="602" y="232"/>
                    <a:pt x="612" y="218"/>
                  </a:cubicBezTo>
                  <a:cubicBezTo>
                    <a:pt x="612" y="40"/>
                    <a:pt x="612" y="40"/>
                    <a:pt x="612" y="40"/>
                  </a:cubicBezTo>
                  <a:cubicBezTo>
                    <a:pt x="612" y="18"/>
                    <a:pt x="594" y="0"/>
                    <a:pt x="572" y="0"/>
                  </a:cubicBezTo>
                </a:path>
              </a:pathLst>
            </a:custGeom>
            <a:solidFill>
              <a:srgbClr val="E76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2" name="isļïḓè"/>
            <p:cNvSpPr/>
            <p:nvPr/>
          </p:nvSpPr>
          <p:spPr bwMode="auto">
            <a:xfrm>
              <a:off x="3814763" y="3824288"/>
              <a:ext cx="1633538" cy="563563"/>
            </a:xfrm>
            <a:custGeom>
              <a:avLst/>
              <a:gdLst>
                <a:gd name="T0" fmla="*/ 455 w 495"/>
                <a:gd name="T1" fmla="*/ 171 h 171"/>
                <a:gd name="T2" fmla="*/ 40 w 495"/>
                <a:gd name="T3" fmla="*/ 171 h 171"/>
                <a:gd name="T4" fmla="*/ 0 w 495"/>
                <a:gd name="T5" fmla="*/ 131 h 171"/>
                <a:gd name="T6" fmla="*/ 0 w 495"/>
                <a:gd name="T7" fmla="*/ 40 h 171"/>
                <a:gd name="T8" fmla="*/ 40 w 495"/>
                <a:gd name="T9" fmla="*/ 0 h 171"/>
                <a:gd name="T10" fmla="*/ 455 w 495"/>
                <a:gd name="T11" fmla="*/ 0 h 171"/>
                <a:gd name="T12" fmla="*/ 495 w 495"/>
                <a:gd name="T13" fmla="*/ 40 h 171"/>
                <a:gd name="T14" fmla="*/ 495 w 495"/>
                <a:gd name="T15" fmla="*/ 131 h 171"/>
                <a:gd name="T16" fmla="*/ 455 w 495"/>
                <a:gd name="T1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5" h="171">
                  <a:moveTo>
                    <a:pt x="455" y="171"/>
                  </a:moveTo>
                  <a:cubicBezTo>
                    <a:pt x="40" y="171"/>
                    <a:pt x="40" y="171"/>
                    <a:pt x="40" y="171"/>
                  </a:cubicBezTo>
                  <a:cubicBezTo>
                    <a:pt x="18" y="171"/>
                    <a:pt x="0" y="153"/>
                    <a:pt x="0" y="13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455" y="0"/>
                    <a:pt x="455" y="0"/>
                    <a:pt x="455" y="0"/>
                  </a:cubicBezTo>
                  <a:cubicBezTo>
                    <a:pt x="477" y="0"/>
                    <a:pt x="495" y="18"/>
                    <a:pt x="495" y="40"/>
                  </a:cubicBezTo>
                  <a:cubicBezTo>
                    <a:pt x="495" y="131"/>
                    <a:pt x="495" y="131"/>
                    <a:pt x="495" y="131"/>
                  </a:cubicBezTo>
                  <a:cubicBezTo>
                    <a:pt x="495" y="153"/>
                    <a:pt x="477" y="171"/>
                    <a:pt x="455" y="171"/>
                  </a:cubicBezTo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3" name="íṣļïḍé"/>
            <p:cNvSpPr/>
            <p:nvPr/>
          </p:nvSpPr>
          <p:spPr bwMode="auto">
            <a:xfrm>
              <a:off x="3814763" y="4565650"/>
              <a:ext cx="1633538" cy="563563"/>
            </a:xfrm>
            <a:custGeom>
              <a:avLst/>
              <a:gdLst>
                <a:gd name="T0" fmla="*/ 455 w 495"/>
                <a:gd name="T1" fmla="*/ 171 h 171"/>
                <a:gd name="T2" fmla="*/ 40 w 495"/>
                <a:gd name="T3" fmla="*/ 171 h 171"/>
                <a:gd name="T4" fmla="*/ 0 w 495"/>
                <a:gd name="T5" fmla="*/ 131 h 171"/>
                <a:gd name="T6" fmla="*/ 0 w 495"/>
                <a:gd name="T7" fmla="*/ 40 h 171"/>
                <a:gd name="T8" fmla="*/ 40 w 495"/>
                <a:gd name="T9" fmla="*/ 0 h 171"/>
                <a:gd name="T10" fmla="*/ 455 w 495"/>
                <a:gd name="T11" fmla="*/ 0 h 171"/>
                <a:gd name="T12" fmla="*/ 495 w 495"/>
                <a:gd name="T13" fmla="*/ 40 h 171"/>
                <a:gd name="T14" fmla="*/ 495 w 495"/>
                <a:gd name="T15" fmla="*/ 131 h 171"/>
                <a:gd name="T16" fmla="*/ 455 w 495"/>
                <a:gd name="T1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5" h="171">
                  <a:moveTo>
                    <a:pt x="455" y="171"/>
                  </a:moveTo>
                  <a:cubicBezTo>
                    <a:pt x="40" y="171"/>
                    <a:pt x="40" y="171"/>
                    <a:pt x="40" y="171"/>
                  </a:cubicBezTo>
                  <a:cubicBezTo>
                    <a:pt x="18" y="171"/>
                    <a:pt x="0" y="153"/>
                    <a:pt x="0" y="13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455" y="0"/>
                    <a:pt x="455" y="0"/>
                    <a:pt x="455" y="0"/>
                  </a:cubicBezTo>
                  <a:cubicBezTo>
                    <a:pt x="477" y="0"/>
                    <a:pt x="495" y="18"/>
                    <a:pt x="495" y="40"/>
                  </a:cubicBezTo>
                  <a:cubicBezTo>
                    <a:pt x="495" y="131"/>
                    <a:pt x="495" y="131"/>
                    <a:pt x="495" y="131"/>
                  </a:cubicBezTo>
                  <a:cubicBezTo>
                    <a:pt x="495" y="153"/>
                    <a:pt x="477" y="171"/>
                    <a:pt x="455" y="171"/>
                  </a:cubicBezTo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4" name="îşḷïdê"/>
            <p:cNvSpPr/>
            <p:nvPr/>
          </p:nvSpPr>
          <p:spPr bwMode="auto">
            <a:xfrm>
              <a:off x="7499350" y="1738313"/>
              <a:ext cx="709613" cy="712788"/>
            </a:xfrm>
            <a:custGeom>
              <a:avLst/>
              <a:gdLst>
                <a:gd name="T0" fmla="*/ 107 w 215"/>
                <a:gd name="T1" fmla="*/ 0 h 216"/>
                <a:gd name="T2" fmla="*/ 0 w 215"/>
                <a:gd name="T3" fmla="*/ 91 h 216"/>
                <a:gd name="T4" fmla="*/ 11 w 215"/>
                <a:gd name="T5" fmla="*/ 101 h 216"/>
                <a:gd name="T6" fmla="*/ 42 w 215"/>
                <a:gd name="T7" fmla="*/ 149 h 216"/>
                <a:gd name="T8" fmla="*/ 87 w 215"/>
                <a:gd name="T9" fmla="*/ 183 h 216"/>
                <a:gd name="T10" fmla="*/ 97 w 215"/>
                <a:gd name="T11" fmla="*/ 216 h 216"/>
                <a:gd name="T12" fmla="*/ 107 w 215"/>
                <a:gd name="T13" fmla="*/ 216 h 216"/>
                <a:gd name="T14" fmla="*/ 215 w 215"/>
                <a:gd name="T15" fmla="*/ 108 h 216"/>
                <a:gd name="T16" fmla="*/ 107 w 215"/>
                <a:gd name="T17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216">
                  <a:moveTo>
                    <a:pt x="107" y="0"/>
                  </a:moveTo>
                  <a:cubicBezTo>
                    <a:pt x="53" y="0"/>
                    <a:pt x="8" y="39"/>
                    <a:pt x="0" y="91"/>
                  </a:cubicBezTo>
                  <a:cubicBezTo>
                    <a:pt x="4" y="94"/>
                    <a:pt x="8" y="97"/>
                    <a:pt x="11" y="101"/>
                  </a:cubicBezTo>
                  <a:cubicBezTo>
                    <a:pt x="23" y="116"/>
                    <a:pt x="28" y="135"/>
                    <a:pt x="42" y="149"/>
                  </a:cubicBezTo>
                  <a:cubicBezTo>
                    <a:pt x="55" y="162"/>
                    <a:pt x="76" y="168"/>
                    <a:pt x="87" y="183"/>
                  </a:cubicBezTo>
                  <a:cubicBezTo>
                    <a:pt x="93" y="193"/>
                    <a:pt x="95" y="204"/>
                    <a:pt x="97" y="216"/>
                  </a:cubicBezTo>
                  <a:cubicBezTo>
                    <a:pt x="100" y="216"/>
                    <a:pt x="104" y="216"/>
                    <a:pt x="107" y="216"/>
                  </a:cubicBezTo>
                  <a:cubicBezTo>
                    <a:pt x="167" y="216"/>
                    <a:pt x="215" y="168"/>
                    <a:pt x="215" y="108"/>
                  </a:cubicBezTo>
                  <a:cubicBezTo>
                    <a:pt x="215" y="48"/>
                    <a:pt x="167" y="0"/>
                    <a:pt x="107" y="0"/>
                  </a:cubicBezTo>
                </a:path>
              </a:pathLst>
            </a:custGeom>
            <a:solidFill>
              <a:srgbClr val="E76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5" name="íṧľïḋè"/>
            <p:cNvSpPr/>
            <p:nvPr/>
          </p:nvSpPr>
          <p:spPr bwMode="auto">
            <a:xfrm>
              <a:off x="7615238" y="1857375"/>
              <a:ext cx="474663" cy="474663"/>
            </a:xfrm>
            <a:prstGeom prst="ellipse">
              <a:avLst/>
            </a:pr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6" name="îṣlíďe"/>
            <p:cNvSpPr/>
            <p:nvPr/>
          </p:nvSpPr>
          <p:spPr bwMode="auto">
            <a:xfrm>
              <a:off x="7847013" y="1946275"/>
              <a:ext cx="123825" cy="158750"/>
            </a:xfrm>
            <a:custGeom>
              <a:avLst/>
              <a:gdLst>
                <a:gd name="T0" fmla="*/ 78 w 78"/>
                <a:gd name="T1" fmla="*/ 100 h 100"/>
                <a:gd name="T2" fmla="*/ 0 w 78"/>
                <a:gd name="T3" fmla="*/ 100 h 100"/>
                <a:gd name="T4" fmla="*/ 0 w 78"/>
                <a:gd name="T5" fmla="*/ 0 h 100"/>
                <a:gd name="T6" fmla="*/ 10 w 78"/>
                <a:gd name="T7" fmla="*/ 0 h 100"/>
                <a:gd name="T8" fmla="*/ 10 w 78"/>
                <a:gd name="T9" fmla="*/ 89 h 100"/>
                <a:gd name="T10" fmla="*/ 78 w 78"/>
                <a:gd name="T11" fmla="*/ 89 h 100"/>
                <a:gd name="T12" fmla="*/ 78 w 78"/>
                <a:gd name="T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100">
                  <a:moveTo>
                    <a:pt x="78" y="100"/>
                  </a:moveTo>
                  <a:lnTo>
                    <a:pt x="0" y="100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89"/>
                  </a:lnTo>
                  <a:lnTo>
                    <a:pt x="78" y="89"/>
                  </a:lnTo>
                  <a:lnTo>
                    <a:pt x="78" y="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7" name="íṩḻiḓé"/>
            <p:cNvSpPr/>
            <p:nvPr/>
          </p:nvSpPr>
          <p:spPr bwMode="auto">
            <a:xfrm>
              <a:off x="4173538" y="1735138"/>
              <a:ext cx="2413000" cy="1549400"/>
            </a:xfrm>
            <a:custGeom>
              <a:avLst/>
              <a:gdLst>
                <a:gd name="T0" fmla="*/ 731 w 731"/>
                <a:gd name="T1" fmla="*/ 0 h 470"/>
                <a:gd name="T2" fmla="*/ 731 w 731"/>
                <a:gd name="T3" fmla="*/ 450 h 470"/>
                <a:gd name="T4" fmla="*/ 711 w 731"/>
                <a:gd name="T5" fmla="*/ 470 h 470"/>
                <a:gd name="T6" fmla="*/ 20 w 731"/>
                <a:gd name="T7" fmla="*/ 470 h 470"/>
                <a:gd name="T8" fmla="*/ 0 w 731"/>
                <a:gd name="T9" fmla="*/ 450 h 470"/>
                <a:gd name="T10" fmla="*/ 0 w 731"/>
                <a:gd name="T11" fmla="*/ 0 h 470"/>
                <a:gd name="T12" fmla="*/ 731 w 731"/>
                <a:gd name="T13" fmla="*/ 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1" h="470">
                  <a:moveTo>
                    <a:pt x="731" y="0"/>
                  </a:moveTo>
                  <a:cubicBezTo>
                    <a:pt x="731" y="450"/>
                    <a:pt x="731" y="450"/>
                    <a:pt x="731" y="450"/>
                  </a:cubicBezTo>
                  <a:cubicBezTo>
                    <a:pt x="731" y="461"/>
                    <a:pt x="722" y="470"/>
                    <a:pt x="711" y="470"/>
                  </a:cubicBezTo>
                  <a:cubicBezTo>
                    <a:pt x="20" y="470"/>
                    <a:pt x="20" y="470"/>
                    <a:pt x="20" y="470"/>
                  </a:cubicBezTo>
                  <a:cubicBezTo>
                    <a:pt x="9" y="470"/>
                    <a:pt x="0" y="461"/>
                    <a:pt x="0" y="45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31" y="0"/>
                    <a:pt x="731" y="0"/>
                    <a:pt x="731" y="0"/>
                  </a:cubicBezTo>
                </a:path>
              </a:pathLst>
            </a:custGeom>
            <a:solidFill>
              <a:srgbClr val="FE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8" name="îṥlíḑe"/>
            <p:cNvSpPr/>
            <p:nvPr/>
          </p:nvSpPr>
          <p:spPr bwMode="auto">
            <a:xfrm>
              <a:off x="4071938" y="1587500"/>
              <a:ext cx="2616200" cy="147638"/>
            </a:xfrm>
            <a:custGeom>
              <a:avLst/>
              <a:gdLst>
                <a:gd name="T0" fmla="*/ 771 w 793"/>
                <a:gd name="T1" fmla="*/ 45 h 45"/>
                <a:gd name="T2" fmla="*/ 22 w 793"/>
                <a:gd name="T3" fmla="*/ 45 h 45"/>
                <a:gd name="T4" fmla="*/ 0 w 793"/>
                <a:gd name="T5" fmla="*/ 22 h 45"/>
                <a:gd name="T6" fmla="*/ 22 w 793"/>
                <a:gd name="T7" fmla="*/ 0 h 45"/>
                <a:gd name="T8" fmla="*/ 771 w 793"/>
                <a:gd name="T9" fmla="*/ 0 h 45"/>
                <a:gd name="T10" fmla="*/ 793 w 793"/>
                <a:gd name="T11" fmla="*/ 22 h 45"/>
                <a:gd name="T12" fmla="*/ 771 w 793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3" h="45">
                  <a:moveTo>
                    <a:pt x="771" y="45"/>
                  </a:moveTo>
                  <a:cubicBezTo>
                    <a:pt x="22" y="45"/>
                    <a:pt x="22" y="45"/>
                    <a:pt x="22" y="45"/>
                  </a:cubicBezTo>
                  <a:cubicBezTo>
                    <a:pt x="10" y="45"/>
                    <a:pt x="0" y="35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771" y="0"/>
                    <a:pt x="771" y="0"/>
                    <a:pt x="771" y="0"/>
                  </a:cubicBezTo>
                  <a:cubicBezTo>
                    <a:pt x="783" y="0"/>
                    <a:pt x="793" y="10"/>
                    <a:pt x="793" y="22"/>
                  </a:cubicBezTo>
                  <a:cubicBezTo>
                    <a:pt x="793" y="35"/>
                    <a:pt x="783" y="45"/>
                    <a:pt x="771" y="45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9" name="ïşľîḋe"/>
            <p:cNvSpPr/>
            <p:nvPr/>
          </p:nvSpPr>
          <p:spPr bwMode="auto">
            <a:xfrm>
              <a:off x="6265863" y="1735138"/>
              <a:ext cx="320675" cy="1074738"/>
            </a:xfrm>
            <a:custGeom>
              <a:avLst/>
              <a:gdLst>
                <a:gd name="T0" fmla="*/ 97 w 97"/>
                <a:gd name="T1" fmla="*/ 0 h 326"/>
                <a:gd name="T2" fmla="*/ 18 w 97"/>
                <a:gd name="T3" fmla="*/ 0 h 326"/>
                <a:gd name="T4" fmla="*/ 33 w 97"/>
                <a:gd name="T5" fmla="*/ 77 h 326"/>
                <a:gd name="T6" fmla="*/ 1 w 97"/>
                <a:gd name="T7" fmla="*/ 131 h 326"/>
                <a:gd name="T8" fmla="*/ 38 w 97"/>
                <a:gd name="T9" fmla="*/ 182 h 326"/>
                <a:gd name="T10" fmla="*/ 44 w 97"/>
                <a:gd name="T11" fmla="*/ 243 h 326"/>
                <a:gd name="T12" fmla="*/ 95 w 97"/>
                <a:gd name="T13" fmla="*/ 325 h 326"/>
                <a:gd name="T14" fmla="*/ 97 w 97"/>
                <a:gd name="T15" fmla="*/ 326 h 326"/>
                <a:gd name="T16" fmla="*/ 97 w 97"/>
                <a:gd name="T17" fmla="*/ 264 h 326"/>
                <a:gd name="T18" fmla="*/ 62 w 97"/>
                <a:gd name="T19" fmla="*/ 181 h 326"/>
                <a:gd name="T20" fmla="*/ 60 w 97"/>
                <a:gd name="T21" fmla="*/ 175 h 326"/>
                <a:gd name="T22" fmla="*/ 64 w 97"/>
                <a:gd name="T23" fmla="*/ 164 h 326"/>
                <a:gd name="T24" fmla="*/ 90 w 97"/>
                <a:gd name="T25" fmla="*/ 150 h 326"/>
                <a:gd name="T26" fmla="*/ 95 w 97"/>
                <a:gd name="T27" fmla="*/ 149 h 326"/>
                <a:gd name="T28" fmla="*/ 97 w 97"/>
                <a:gd name="T29" fmla="*/ 149 h 326"/>
                <a:gd name="T30" fmla="*/ 97 w 97"/>
                <a:gd name="T31" fmla="*/ 0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7" h="326">
                  <a:moveTo>
                    <a:pt x="97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26"/>
                    <a:pt x="42" y="52"/>
                    <a:pt x="33" y="77"/>
                  </a:cubicBezTo>
                  <a:cubicBezTo>
                    <a:pt x="25" y="97"/>
                    <a:pt x="0" y="110"/>
                    <a:pt x="1" y="131"/>
                  </a:cubicBezTo>
                  <a:cubicBezTo>
                    <a:pt x="1" y="153"/>
                    <a:pt x="27" y="163"/>
                    <a:pt x="38" y="182"/>
                  </a:cubicBezTo>
                  <a:cubicBezTo>
                    <a:pt x="48" y="200"/>
                    <a:pt x="43" y="223"/>
                    <a:pt x="44" y="243"/>
                  </a:cubicBezTo>
                  <a:cubicBezTo>
                    <a:pt x="46" y="277"/>
                    <a:pt x="66" y="309"/>
                    <a:pt x="95" y="325"/>
                  </a:cubicBezTo>
                  <a:cubicBezTo>
                    <a:pt x="96" y="325"/>
                    <a:pt x="97" y="326"/>
                    <a:pt x="97" y="326"/>
                  </a:cubicBezTo>
                  <a:cubicBezTo>
                    <a:pt x="97" y="264"/>
                    <a:pt x="97" y="264"/>
                    <a:pt x="97" y="264"/>
                  </a:cubicBezTo>
                  <a:cubicBezTo>
                    <a:pt x="83" y="238"/>
                    <a:pt x="71" y="210"/>
                    <a:pt x="62" y="181"/>
                  </a:cubicBezTo>
                  <a:cubicBezTo>
                    <a:pt x="61" y="179"/>
                    <a:pt x="61" y="177"/>
                    <a:pt x="60" y="175"/>
                  </a:cubicBezTo>
                  <a:cubicBezTo>
                    <a:pt x="59" y="171"/>
                    <a:pt x="61" y="166"/>
                    <a:pt x="64" y="164"/>
                  </a:cubicBezTo>
                  <a:cubicBezTo>
                    <a:pt x="73" y="159"/>
                    <a:pt x="82" y="155"/>
                    <a:pt x="90" y="150"/>
                  </a:cubicBezTo>
                  <a:cubicBezTo>
                    <a:pt x="92" y="149"/>
                    <a:pt x="93" y="149"/>
                    <a:pt x="95" y="149"/>
                  </a:cubicBezTo>
                  <a:cubicBezTo>
                    <a:pt x="96" y="149"/>
                    <a:pt x="97" y="149"/>
                    <a:pt x="97" y="149"/>
                  </a:cubicBezTo>
                  <a:cubicBezTo>
                    <a:pt x="97" y="0"/>
                    <a:pt x="97" y="0"/>
                    <a:pt x="97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0" name="ïšḷïďe"/>
            <p:cNvSpPr/>
            <p:nvPr/>
          </p:nvSpPr>
          <p:spPr bwMode="auto">
            <a:xfrm>
              <a:off x="4478338" y="2189163"/>
              <a:ext cx="762000" cy="508000"/>
            </a:xfrm>
            <a:custGeom>
              <a:avLst/>
              <a:gdLst>
                <a:gd name="T0" fmla="*/ 6 w 480"/>
                <a:gd name="T1" fmla="*/ 320 h 320"/>
                <a:gd name="T2" fmla="*/ 0 w 480"/>
                <a:gd name="T3" fmla="*/ 314 h 320"/>
                <a:gd name="T4" fmla="*/ 212 w 480"/>
                <a:gd name="T5" fmla="*/ 102 h 320"/>
                <a:gd name="T6" fmla="*/ 253 w 480"/>
                <a:gd name="T7" fmla="*/ 221 h 320"/>
                <a:gd name="T8" fmla="*/ 471 w 480"/>
                <a:gd name="T9" fmla="*/ 0 h 320"/>
                <a:gd name="T10" fmla="*/ 480 w 480"/>
                <a:gd name="T11" fmla="*/ 9 h 320"/>
                <a:gd name="T12" fmla="*/ 249 w 480"/>
                <a:gd name="T13" fmla="*/ 239 h 320"/>
                <a:gd name="T14" fmla="*/ 207 w 480"/>
                <a:gd name="T15" fmla="*/ 121 h 320"/>
                <a:gd name="T16" fmla="*/ 6 w 480"/>
                <a:gd name="T17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0" h="320">
                  <a:moveTo>
                    <a:pt x="6" y="320"/>
                  </a:moveTo>
                  <a:lnTo>
                    <a:pt x="0" y="314"/>
                  </a:lnTo>
                  <a:lnTo>
                    <a:pt x="212" y="102"/>
                  </a:lnTo>
                  <a:lnTo>
                    <a:pt x="253" y="221"/>
                  </a:lnTo>
                  <a:lnTo>
                    <a:pt x="471" y="0"/>
                  </a:lnTo>
                  <a:lnTo>
                    <a:pt x="480" y="9"/>
                  </a:lnTo>
                  <a:lnTo>
                    <a:pt x="249" y="239"/>
                  </a:lnTo>
                  <a:lnTo>
                    <a:pt x="207" y="121"/>
                  </a:lnTo>
                  <a:lnTo>
                    <a:pt x="6" y="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1" name="ïṡḷiḋe"/>
            <p:cNvSpPr/>
            <p:nvPr/>
          </p:nvSpPr>
          <p:spPr bwMode="auto">
            <a:xfrm>
              <a:off x="5176838" y="2127250"/>
              <a:ext cx="128588" cy="128588"/>
            </a:xfrm>
            <a:custGeom>
              <a:avLst/>
              <a:gdLst>
                <a:gd name="T0" fmla="*/ 0 w 81"/>
                <a:gd name="T1" fmla="*/ 25 h 81"/>
                <a:gd name="T2" fmla="*/ 56 w 81"/>
                <a:gd name="T3" fmla="*/ 81 h 81"/>
                <a:gd name="T4" fmla="*/ 81 w 81"/>
                <a:gd name="T5" fmla="*/ 0 h 81"/>
                <a:gd name="T6" fmla="*/ 0 w 81"/>
                <a:gd name="T7" fmla="*/ 2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81">
                  <a:moveTo>
                    <a:pt x="0" y="25"/>
                  </a:moveTo>
                  <a:lnTo>
                    <a:pt x="56" y="81"/>
                  </a:lnTo>
                  <a:lnTo>
                    <a:pt x="81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2" name="isḷíḍê"/>
            <p:cNvSpPr/>
            <p:nvPr/>
          </p:nvSpPr>
          <p:spPr bwMode="auto">
            <a:xfrm>
              <a:off x="5645150" y="2451100"/>
              <a:ext cx="471488" cy="469900"/>
            </a:xfrm>
            <a:custGeom>
              <a:avLst/>
              <a:gdLst>
                <a:gd name="T0" fmla="*/ 143 w 143"/>
                <a:gd name="T1" fmla="*/ 71 h 143"/>
                <a:gd name="T2" fmla="*/ 123 w 143"/>
                <a:gd name="T3" fmla="*/ 121 h 143"/>
                <a:gd name="T4" fmla="*/ 72 w 143"/>
                <a:gd name="T5" fmla="*/ 143 h 143"/>
                <a:gd name="T6" fmla="*/ 0 w 143"/>
                <a:gd name="T7" fmla="*/ 71 h 143"/>
                <a:gd name="T8" fmla="*/ 2 w 143"/>
                <a:gd name="T9" fmla="*/ 54 h 143"/>
                <a:gd name="T10" fmla="*/ 72 w 143"/>
                <a:gd name="T11" fmla="*/ 0 h 143"/>
                <a:gd name="T12" fmla="*/ 143 w 143"/>
                <a:gd name="T13" fmla="*/ 7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cubicBezTo>
                    <a:pt x="143" y="91"/>
                    <a:pt x="135" y="108"/>
                    <a:pt x="123" y="121"/>
                  </a:cubicBezTo>
                  <a:cubicBezTo>
                    <a:pt x="110" y="134"/>
                    <a:pt x="92" y="143"/>
                    <a:pt x="72" y="143"/>
                  </a:cubicBezTo>
                  <a:cubicBezTo>
                    <a:pt x="32" y="143"/>
                    <a:pt x="0" y="111"/>
                    <a:pt x="0" y="71"/>
                  </a:cubicBezTo>
                  <a:cubicBezTo>
                    <a:pt x="0" y="65"/>
                    <a:pt x="1" y="60"/>
                    <a:pt x="2" y="54"/>
                  </a:cubicBezTo>
                  <a:cubicBezTo>
                    <a:pt x="10" y="23"/>
                    <a:pt x="38" y="0"/>
                    <a:pt x="72" y="0"/>
                  </a:cubicBezTo>
                  <a:cubicBezTo>
                    <a:pt x="111" y="0"/>
                    <a:pt x="143" y="32"/>
                    <a:pt x="143" y="71"/>
                  </a:cubicBezTo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3" name="îṥlïḍé"/>
            <p:cNvSpPr/>
            <p:nvPr/>
          </p:nvSpPr>
          <p:spPr bwMode="auto">
            <a:xfrm>
              <a:off x="5883275" y="2097088"/>
              <a:ext cx="233363" cy="234950"/>
            </a:xfrm>
            <a:custGeom>
              <a:avLst/>
              <a:gdLst>
                <a:gd name="T0" fmla="*/ 71 w 71"/>
                <a:gd name="T1" fmla="*/ 35 h 71"/>
                <a:gd name="T2" fmla="*/ 52 w 71"/>
                <a:gd name="T3" fmla="*/ 67 h 71"/>
                <a:gd name="T4" fmla="*/ 35 w 71"/>
                <a:gd name="T5" fmla="*/ 71 h 71"/>
                <a:gd name="T6" fmla="*/ 0 w 71"/>
                <a:gd name="T7" fmla="*/ 35 h 71"/>
                <a:gd name="T8" fmla="*/ 4 w 71"/>
                <a:gd name="T9" fmla="*/ 19 h 71"/>
                <a:gd name="T10" fmla="*/ 35 w 71"/>
                <a:gd name="T11" fmla="*/ 0 h 71"/>
                <a:gd name="T12" fmla="*/ 71 w 71"/>
                <a:gd name="T13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71">
                  <a:moveTo>
                    <a:pt x="71" y="35"/>
                  </a:moveTo>
                  <a:cubicBezTo>
                    <a:pt x="71" y="49"/>
                    <a:pt x="63" y="61"/>
                    <a:pt x="52" y="67"/>
                  </a:cubicBezTo>
                  <a:cubicBezTo>
                    <a:pt x="47" y="70"/>
                    <a:pt x="41" y="71"/>
                    <a:pt x="35" y="71"/>
                  </a:cubicBezTo>
                  <a:cubicBezTo>
                    <a:pt x="16" y="71"/>
                    <a:pt x="0" y="55"/>
                    <a:pt x="0" y="35"/>
                  </a:cubicBezTo>
                  <a:cubicBezTo>
                    <a:pt x="0" y="29"/>
                    <a:pt x="1" y="24"/>
                    <a:pt x="4" y="19"/>
                  </a:cubicBezTo>
                  <a:cubicBezTo>
                    <a:pt x="10" y="7"/>
                    <a:pt x="22" y="0"/>
                    <a:pt x="35" y="0"/>
                  </a:cubicBezTo>
                  <a:cubicBezTo>
                    <a:pt x="55" y="0"/>
                    <a:pt x="71" y="16"/>
                    <a:pt x="71" y="35"/>
                  </a:cubicBezTo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4" name="íš1íďè"/>
            <p:cNvSpPr/>
            <p:nvPr/>
          </p:nvSpPr>
          <p:spPr bwMode="auto">
            <a:xfrm>
              <a:off x="5470525" y="2420938"/>
              <a:ext cx="119063" cy="119063"/>
            </a:xfrm>
            <a:prstGeom prst="ellipse">
              <a:avLst/>
            </a:pr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5" name="ïşliḑê"/>
            <p:cNvSpPr/>
            <p:nvPr/>
          </p:nvSpPr>
          <p:spPr bwMode="auto">
            <a:xfrm>
              <a:off x="5021263" y="2641600"/>
              <a:ext cx="109538" cy="107950"/>
            </a:xfrm>
            <a:custGeom>
              <a:avLst/>
              <a:gdLst>
                <a:gd name="T0" fmla="*/ 0 w 69"/>
                <a:gd name="T1" fmla="*/ 21 h 68"/>
                <a:gd name="T2" fmla="*/ 48 w 69"/>
                <a:gd name="T3" fmla="*/ 68 h 68"/>
                <a:gd name="T4" fmla="*/ 69 w 69"/>
                <a:gd name="T5" fmla="*/ 0 h 68"/>
                <a:gd name="T6" fmla="*/ 0 w 69"/>
                <a:gd name="T7" fmla="*/ 2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68">
                  <a:moveTo>
                    <a:pt x="0" y="21"/>
                  </a:moveTo>
                  <a:lnTo>
                    <a:pt x="48" y="68"/>
                  </a:lnTo>
                  <a:lnTo>
                    <a:pt x="6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6" name="íṡļîdè"/>
            <p:cNvSpPr/>
            <p:nvPr/>
          </p:nvSpPr>
          <p:spPr bwMode="auto">
            <a:xfrm>
              <a:off x="4895850" y="2700338"/>
              <a:ext cx="176213" cy="174625"/>
            </a:xfrm>
            <a:custGeom>
              <a:avLst/>
              <a:gdLst>
                <a:gd name="T0" fmla="*/ 9 w 111"/>
                <a:gd name="T1" fmla="*/ 110 h 110"/>
                <a:gd name="T2" fmla="*/ 0 w 111"/>
                <a:gd name="T3" fmla="*/ 102 h 110"/>
                <a:gd name="T4" fmla="*/ 104 w 111"/>
                <a:gd name="T5" fmla="*/ 0 h 110"/>
                <a:gd name="T6" fmla="*/ 111 w 111"/>
                <a:gd name="T7" fmla="*/ 7 h 110"/>
                <a:gd name="T8" fmla="*/ 9 w 111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10">
                  <a:moveTo>
                    <a:pt x="9" y="110"/>
                  </a:moveTo>
                  <a:lnTo>
                    <a:pt x="0" y="102"/>
                  </a:lnTo>
                  <a:lnTo>
                    <a:pt x="104" y="0"/>
                  </a:lnTo>
                  <a:lnTo>
                    <a:pt x="111" y="7"/>
                  </a:lnTo>
                  <a:lnTo>
                    <a:pt x="9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7" name="ïṡliḋé"/>
            <p:cNvSpPr/>
            <p:nvPr/>
          </p:nvSpPr>
          <p:spPr bwMode="auto">
            <a:xfrm>
              <a:off x="4724400" y="2008188"/>
              <a:ext cx="109538" cy="109538"/>
            </a:xfrm>
            <a:custGeom>
              <a:avLst/>
              <a:gdLst>
                <a:gd name="T0" fmla="*/ 0 w 69"/>
                <a:gd name="T1" fmla="*/ 21 h 69"/>
                <a:gd name="T2" fmla="*/ 48 w 69"/>
                <a:gd name="T3" fmla="*/ 69 h 69"/>
                <a:gd name="T4" fmla="*/ 69 w 69"/>
                <a:gd name="T5" fmla="*/ 0 h 69"/>
                <a:gd name="T6" fmla="*/ 0 w 69"/>
                <a:gd name="T7" fmla="*/ 2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69">
                  <a:moveTo>
                    <a:pt x="0" y="21"/>
                  </a:moveTo>
                  <a:lnTo>
                    <a:pt x="48" y="69"/>
                  </a:lnTo>
                  <a:lnTo>
                    <a:pt x="6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8" name="íṩļîďê"/>
            <p:cNvSpPr/>
            <p:nvPr/>
          </p:nvSpPr>
          <p:spPr bwMode="auto">
            <a:xfrm>
              <a:off x="4598988" y="2068513"/>
              <a:ext cx="176213" cy="174625"/>
            </a:xfrm>
            <a:custGeom>
              <a:avLst/>
              <a:gdLst>
                <a:gd name="T0" fmla="*/ 9 w 111"/>
                <a:gd name="T1" fmla="*/ 110 h 110"/>
                <a:gd name="T2" fmla="*/ 0 w 111"/>
                <a:gd name="T3" fmla="*/ 101 h 110"/>
                <a:gd name="T4" fmla="*/ 104 w 111"/>
                <a:gd name="T5" fmla="*/ 0 h 110"/>
                <a:gd name="T6" fmla="*/ 111 w 111"/>
                <a:gd name="T7" fmla="*/ 6 h 110"/>
                <a:gd name="T8" fmla="*/ 9 w 111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10">
                  <a:moveTo>
                    <a:pt x="9" y="110"/>
                  </a:moveTo>
                  <a:lnTo>
                    <a:pt x="0" y="101"/>
                  </a:lnTo>
                  <a:lnTo>
                    <a:pt x="104" y="0"/>
                  </a:lnTo>
                  <a:lnTo>
                    <a:pt x="111" y="6"/>
                  </a:lnTo>
                  <a:lnTo>
                    <a:pt x="9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9" name="ïšļiḍe"/>
            <p:cNvSpPr/>
            <p:nvPr/>
          </p:nvSpPr>
          <p:spPr bwMode="auto">
            <a:xfrm>
              <a:off x="5645150" y="2628900"/>
              <a:ext cx="406400" cy="292100"/>
            </a:xfrm>
            <a:custGeom>
              <a:avLst/>
              <a:gdLst>
                <a:gd name="T0" fmla="*/ 2 w 123"/>
                <a:gd name="T1" fmla="*/ 0 h 89"/>
                <a:gd name="T2" fmla="*/ 2 w 123"/>
                <a:gd name="T3" fmla="*/ 0 h 89"/>
                <a:gd name="T4" fmla="*/ 2 w 123"/>
                <a:gd name="T5" fmla="*/ 0 h 89"/>
                <a:gd name="T6" fmla="*/ 0 w 123"/>
                <a:gd name="T7" fmla="*/ 17 h 89"/>
                <a:gd name="T8" fmla="*/ 72 w 123"/>
                <a:gd name="T9" fmla="*/ 89 h 89"/>
                <a:gd name="T10" fmla="*/ 123 w 123"/>
                <a:gd name="T11" fmla="*/ 67 h 89"/>
                <a:gd name="T12" fmla="*/ 77 w 123"/>
                <a:gd name="T13" fmla="*/ 46 h 89"/>
                <a:gd name="T14" fmla="*/ 73 w 123"/>
                <a:gd name="T15" fmla="*/ 46 h 89"/>
                <a:gd name="T16" fmla="*/ 52 w 123"/>
                <a:gd name="T17" fmla="*/ 48 h 89"/>
                <a:gd name="T18" fmla="*/ 33 w 123"/>
                <a:gd name="T19" fmla="*/ 42 h 89"/>
                <a:gd name="T20" fmla="*/ 16 w 123"/>
                <a:gd name="T21" fmla="*/ 5 h 89"/>
                <a:gd name="T22" fmla="*/ 2 w 123"/>
                <a:gd name="T2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" h="89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57"/>
                    <a:pt x="32" y="89"/>
                    <a:pt x="72" y="89"/>
                  </a:cubicBezTo>
                  <a:cubicBezTo>
                    <a:pt x="92" y="89"/>
                    <a:pt x="110" y="80"/>
                    <a:pt x="123" y="67"/>
                  </a:cubicBezTo>
                  <a:cubicBezTo>
                    <a:pt x="112" y="54"/>
                    <a:pt x="94" y="46"/>
                    <a:pt x="77" y="46"/>
                  </a:cubicBezTo>
                  <a:cubicBezTo>
                    <a:pt x="75" y="46"/>
                    <a:pt x="74" y="46"/>
                    <a:pt x="73" y="46"/>
                  </a:cubicBezTo>
                  <a:cubicBezTo>
                    <a:pt x="66" y="47"/>
                    <a:pt x="58" y="48"/>
                    <a:pt x="52" y="48"/>
                  </a:cubicBezTo>
                  <a:cubicBezTo>
                    <a:pt x="44" y="48"/>
                    <a:pt x="38" y="47"/>
                    <a:pt x="33" y="42"/>
                  </a:cubicBezTo>
                  <a:cubicBezTo>
                    <a:pt x="23" y="32"/>
                    <a:pt x="25" y="15"/>
                    <a:pt x="16" y="5"/>
                  </a:cubicBezTo>
                  <a:cubicBezTo>
                    <a:pt x="12" y="2"/>
                    <a:pt x="7" y="0"/>
                    <a:pt x="2" y="0"/>
                  </a:cubicBezTo>
                </a:path>
              </a:pathLst>
            </a:custGeom>
            <a:solidFill>
              <a:srgbClr val="AD77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0" name="iṣľíḋè"/>
            <p:cNvSpPr/>
            <p:nvPr/>
          </p:nvSpPr>
          <p:spPr bwMode="auto">
            <a:xfrm>
              <a:off x="5883275" y="2160588"/>
              <a:ext cx="171450" cy="171450"/>
            </a:xfrm>
            <a:custGeom>
              <a:avLst/>
              <a:gdLst>
                <a:gd name="T0" fmla="*/ 4 w 52"/>
                <a:gd name="T1" fmla="*/ 0 h 52"/>
                <a:gd name="T2" fmla="*/ 4 w 52"/>
                <a:gd name="T3" fmla="*/ 0 h 52"/>
                <a:gd name="T4" fmla="*/ 0 w 52"/>
                <a:gd name="T5" fmla="*/ 16 h 52"/>
                <a:gd name="T6" fmla="*/ 35 w 52"/>
                <a:gd name="T7" fmla="*/ 52 h 52"/>
                <a:gd name="T8" fmla="*/ 52 w 52"/>
                <a:gd name="T9" fmla="*/ 48 h 52"/>
                <a:gd name="T10" fmla="*/ 47 w 52"/>
                <a:gd name="T11" fmla="*/ 42 h 52"/>
                <a:gd name="T12" fmla="*/ 20 w 52"/>
                <a:gd name="T13" fmla="*/ 25 h 52"/>
                <a:gd name="T14" fmla="*/ 13 w 52"/>
                <a:gd name="T15" fmla="*/ 8 h 52"/>
                <a:gd name="T16" fmla="*/ 4 w 52"/>
                <a:gd name="T1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5"/>
                    <a:pt x="0" y="10"/>
                    <a:pt x="0" y="16"/>
                  </a:cubicBezTo>
                  <a:cubicBezTo>
                    <a:pt x="0" y="36"/>
                    <a:pt x="16" y="52"/>
                    <a:pt x="35" y="52"/>
                  </a:cubicBezTo>
                  <a:cubicBezTo>
                    <a:pt x="41" y="52"/>
                    <a:pt x="47" y="51"/>
                    <a:pt x="52" y="48"/>
                  </a:cubicBezTo>
                  <a:cubicBezTo>
                    <a:pt x="51" y="46"/>
                    <a:pt x="49" y="44"/>
                    <a:pt x="47" y="42"/>
                  </a:cubicBezTo>
                  <a:cubicBezTo>
                    <a:pt x="39" y="35"/>
                    <a:pt x="26" y="34"/>
                    <a:pt x="20" y="25"/>
                  </a:cubicBezTo>
                  <a:cubicBezTo>
                    <a:pt x="16" y="20"/>
                    <a:pt x="16" y="13"/>
                    <a:pt x="13" y="8"/>
                  </a:cubicBezTo>
                  <a:cubicBezTo>
                    <a:pt x="11" y="4"/>
                    <a:pt x="8" y="1"/>
                    <a:pt x="4" y="0"/>
                  </a:cubicBezTo>
                </a:path>
              </a:pathLst>
            </a:custGeom>
            <a:solidFill>
              <a:srgbClr val="DA95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1" name="ï$ļïďe"/>
            <p:cNvSpPr/>
            <p:nvPr/>
          </p:nvSpPr>
          <p:spPr bwMode="auto">
            <a:xfrm>
              <a:off x="4173538" y="2200275"/>
              <a:ext cx="1089025" cy="1084263"/>
            </a:xfrm>
            <a:custGeom>
              <a:avLst/>
              <a:gdLst>
                <a:gd name="T0" fmla="*/ 0 w 330"/>
                <a:gd name="T1" fmla="*/ 0 h 329"/>
                <a:gd name="T2" fmla="*/ 0 w 330"/>
                <a:gd name="T3" fmla="*/ 309 h 329"/>
                <a:gd name="T4" fmla="*/ 20 w 330"/>
                <a:gd name="T5" fmla="*/ 329 h 329"/>
                <a:gd name="T6" fmla="*/ 330 w 330"/>
                <a:gd name="T7" fmla="*/ 329 h 329"/>
                <a:gd name="T8" fmla="*/ 327 w 330"/>
                <a:gd name="T9" fmla="*/ 318 h 329"/>
                <a:gd name="T10" fmla="*/ 242 w 330"/>
                <a:gd name="T11" fmla="*/ 258 h 329"/>
                <a:gd name="T12" fmla="*/ 222 w 330"/>
                <a:gd name="T13" fmla="*/ 261 h 329"/>
                <a:gd name="T14" fmla="*/ 177 w 330"/>
                <a:gd name="T15" fmla="*/ 278 h 329"/>
                <a:gd name="T16" fmla="*/ 158 w 330"/>
                <a:gd name="T17" fmla="*/ 281 h 329"/>
                <a:gd name="T18" fmla="*/ 132 w 330"/>
                <a:gd name="T19" fmla="*/ 273 h 329"/>
                <a:gd name="T20" fmla="*/ 103 w 330"/>
                <a:gd name="T21" fmla="*/ 220 h 329"/>
                <a:gd name="T22" fmla="*/ 52 w 330"/>
                <a:gd name="T23" fmla="*/ 192 h 329"/>
                <a:gd name="T24" fmla="*/ 31 w 330"/>
                <a:gd name="T25" fmla="*/ 134 h 329"/>
                <a:gd name="T26" fmla="*/ 41 w 330"/>
                <a:gd name="T27" fmla="*/ 71 h 329"/>
                <a:gd name="T28" fmla="*/ 25 w 330"/>
                <a:gd name="T29" fmla="*/ 11 h 329"/>
                <a:gd name="T30" fmla="*/ 0 w 330"/>
                <a:gd name="T31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0" h="329">
                  <a:moveTo>
                    <a:pt x="0" y="0"/>
                  </a:moveTo>
                  <a:cubicBezTo>
                    <a:pt x="0" y="309"/>
                    <a:pt x="0" y="309"/>
                    <a:pt x="0" y="309"/>
                  </a:cubicBezTo>
                  <a:cubicBezTo>
                    <a:pt x="0" y="320"/>
                    <a:pt x="9" y="329"/>
                    <a:pt x="20" y="329"/>
                  </a:cubicBezTo>
                  <a:cubicBezTo>
                    <a:pt x="330" y="329"/>
                    <a:pt x="330" y="329"/>
                    <a:pt x="330" y="329"/>
                  </a:cubicBezTo>
                  <a:cubicBezTo>
                    <a:pt x="329" y="325"/>
                    <a:pt x="328" y="321"/>
                    <a:pt x="327" y="318"/>
                  </a:cubicBezTo>
                  <a:cubicBezTo>
                    <a:pt x="315" y="283"/>
                    <a:pt x="279" y="258"/>
                    <a:pt x="242" y="258"/>
                  </a:cubicBezTo>
                  <a:cubicBezTo>
                    <a:pt x="236" y="258"/>
                    <a:pt x="229" y="259"/>
                    <a:pt x="222" y="261"/>
                  </a:cubicBezTo>
                  <a:cubicBezTo>
                    <a:pt x="207" y="265"/>
                    <a:pt x="193" y="274"/>
                    <a:pt x="177" y="278"/>
                  </a:cubicBezTo>
                  <a:cubicBezTo>
                    <a:pt x="171" y="280"/>
                    <a:pt x="164" y="281"/>
                    <a:pt x="158" y="281"/>
                  </a:cubicBezTo>
                  <a:cubicBezTo>
                    <a:pt x="148" y="281"/>
                    <a:pt x="139" y="279"/>
                    <a:pt x="132" y="273"/>
                  </a:cubicBezTo>
                  <a:cubicBezTo>
                    <a:pt x="117" y="260"/>
                    <a:pt x="117" y="235"/>
                    <a:pt x="103" y="220"/>
                  </a:cubicBezTo>
                  <a:cubicBezTo>
                    <a:pt x="90" y="206"/>
                    <a:pt x="67" y="205"/>
                    <a:pt x="52" y="192"/>
                  </a:cubicBezTo>
                  <a:cubicBezTo>
                    <a:pt x="35" y="179"/>
                    <a:pt x="30" y="156"/>
                    <a:pt x="31" y="134"/>
                  </a:cubicBezTo>
                  <a:cubicBezTo>
                    <a:pt x="32" y="113"/>
                    <a:pt x="39" y="92"/>
                    <a:pt x="41" y="71"/>
                  </a:cubicBezTo>
                  <a:cubicBezTo>
                    <a:pt x="43" y="50"/>
                    <a:pt x="40" y="26"/>
                    <a:pt x="25" y="11"/>
                  </a:cubicBezTo>
                  <a:cubicBezTo>
                    <a:pt x="19" y="5"/>
                    <a:pt x="9" y="1"/>
                    <a:pt x="0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2" name="ísľïdê"/>
            <p:cNvSpPr/>
            <p:nvPr/>
          </p:nvSpPr>
          <p:spPr bwMode="auto">
            <a:xfrm>
              <a:off x="3797300" y="5076825"/>
              <a:ext cx="2871788" cy="622300"/>
            </a:xfrm>
            <a:custGeom>
              <a:avLst/>
              <a:gdLst>
                <a:gd name="T0" fmla="*/ 734 w 870"/>
                <a:gd name="T1" fmla="*/ 184 h 189"/>
                <a:gd name="T2" fmla="*/ 828 w 870"/>
                <a:gd name="T3" fmla="*/ 166 h 189"/>
                <a:gd name="T4" fmla="*/ 864 w 870"/>
                <a:gd name="T5" fmla="*/ 84 h 189"/>
                <a:gd name="T6" fmla="*/ 792 w 870"/>
                <a:gd name="T7" fmla="*/ 12 h 189"/>
                <a:gd name="T8" fmla="*/ 602 w 870"/>
                <a:gd name="T9" fmla="*/ 19 h 189"/>
                <a:gd name="T10" fmla="*/ 377 w 870"/>
                <a:gd name="T11" fmla="*/ 23 h 189"/>
                <a:gd name="T12" fmla="*/ 213 w 870"/>
                <a:gd name="T13" fmla="*/ 19 h 189"/>
                <a:gd name="T14" fmla="*/ 136 w 870"/>
                <a:gd name="T15" fmla="*/ 12 h 189"/>
                <a:gd name="T16" fmla="*/ 45 w 870"/>
                <a:gd name="T17" fmla="*/ 14 h 189"/>
                <a:gd name="T18" fmla="*/ 5 w 870"/>
                <a:gd name="T19" fmla="*/ 73 h 189"/>
                <a:gd name="T20" fmla="*/ 38 w 870"/>
                <a:gd name="T21" fmla="*/ 161 h 189"/>
                <a:gd name="T22" fmla="*/ 109 w 870"/>
                <a:gd name="T23" fmla="*/ 182 h 189"/>
                <a:gd name="T24" fmla="*/ 421 w 870"/>
                <a:gd name="T25" fmla="*/ 160 h 189"/>
                <a:gd name="T26" fmla="*/ 734 w 870"/>
                <a:gd name="T27" fmla="*/ 184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0" h="189">
                  <a:moveTo>
                    <a:pt x="734" y="184"/>
                  </a:moveTo>
                  <a:cubicBezTo>
                    <a:pt x="766" y="186"/>
                    <a:pt x="799" y="188"/>
                    <a:pt x="828" y="166"/>
                  </a:cubicBezTo>
                  <a:cubicBezTo>
                    <a:pt x="851" y="147"/>
                    <a:pt x="870" y="113"/>
                    <a:pt x="864" y="84"/>
                  </a:cubicBezTo>
                  <a:cubicBezTo>
                    <a:pt x="855" y="41"/>
                    <a:pt x="801" y="14"/>
                    <a:pt x="792" y="12"/>
                  </a:cubicBezTo>
                  <a:cubicBezTo>
                    <a:pt x="730" y="0"/>
                    <a:pt x="665" y="17"/>
                    <a:pt x="602" y="19"/>
                  </a:cubicBezTo>
                  <a:cubicBezTo>
                    <a:pt x="527" y="21"/>
                    <a:pt x="452" y="22"/>
                    <a:pt x="377" y="23"/>
                  </a:cubicBezTo>
                  <a:cubicBezTo>
                    <a:pt x="322" y="23"/>
                    <a:pt x="268" y="22"/>
                    <a:pt x="213" y="19"/>
                  </a:cubicBezTo>
                  <a:cubicBezTo>
                    <a:pt x="188" y="17"/>
                    <a:pt x="162" y="16"/>
                    <a:pt x="136" y="12"/>
                  </a:cubicBezTo>
                  <a:cubicBezTo>
                    <a:pt x="107" y="8"/>
                    <a:pt x="73" y="0"/>
                    <a:pt x="45" y="14"/>
                  </a:cubicBezTo>
                  <a:cubicBezTo>
                    <a:pt x="23" y="26"/>
                    <a:pt x="9" y="49"/>
                    <a:pt x="5" y="73"/>
                  </a:cubicBezTo>
                  <a:cubicBezTo>
                    <a:pt x="0" y="108"/>
                    <a:pt x="16" y="144"/>
                    <a:pt x="38" y="161"/>
                  </a:cubicBezTo>
                  <a:cubicBezTo>
                    <a:pt x="59" y="178"/>
                    <a:pt x="84" y="180"/>
                    <a:pt x="109" y="182"/>
                  </a:cubicBezTo>
                  <a:cubicBezTo>
                    <a:pt x="215" y="189"/>
                    <a:pt x="316" y="169"/>
                    <a:pt x="421" y="160"/>
                  </a:cubicBezTo>
                  <a:cubicBezTo>
                    <a:pt x="524" y="151"/>
                    <a:pt x="632" y="175"/>
                    <a:pt x="734" y="184"/>
                  </a:cubicBezTo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3" name="í$ļîďé"/>
            <p:cNvSpPr/>
            <p:nvPr/>
          </p:nvSpPr>
          <p:spPr bwMode="auto">
            <a:xfrm>
              <a:off x="7054850" y="4819650"/>
              <a:ext cx="290513" cy="755650"/>
            </a:xfrm>
            <a:custGeom>
              <a:avLst/>
              <a:gdLst>
                <a:gd name="T0" fmla="*/ 0 w 88"/>
                <a:gd name="T1" fmla="*/ 0 h 229"/>
                <a:gd name="T2" fmla="*/ 53 w 88"/>
                <a:gd name="T3" fmla="*/ 218 h 229"/>
                <a:gd name="T4" fmla="*/ 70 w 88"/>
                <a:gd name="T5" fmla="*/ 229 h 229"/>
                <a:gd name="T6" fmla="*/ 70 w 88"/>
                <a:gd name="T7" fmla="*/ 228 h 229"/>
                <a:gd name="T8" fmla="*/ 86 w 88"/>
                <a:gd name="T9" fmla="*/ 208 h 229"/>
                <a:gd name="T10" fmla="*/ 81 w 88"/>
                <a:gd name="T11" fmla="*/ 24 h 229"/>
                <a:gd name="T12" fmla="*/ 0 w 88"/>
                <a:gd name="T13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229">
                  <a:moveTo>
                    <a:pt x="0" y="0"/>
                  </a:moveTo>
                  <a:cubicBezTo>
                    <a:pt x="8" y="74"/>
                    <a:pt x="26" y="148"/>
                    <a:pt x="53" y="218"/>
                  </a:cubicBezTo>
                  <a:cubicBezTo>
                    <a:pt x="55" y="225"/>
                    <a:pt x="62" y="229"/>
                    <a:pt x="70" y="229"/>
                  </a:cubicBezTo>
                  <a:cubicBezTo>
                    <a:pt x="70" y="228"/>
                    <a:pt x="70" y="228"/>
                    <a:pt x="70" y="228"/>
                  </a:cubicBezTo>
                  <a:cubicBezTo>
                    <a:pt x="80" y="228"/>
                    <a:pt x="88" y="219"/>
                    <a:pt x="86" y="208"/>
                  </a:cubicBezTo>
                  <a:cubicBezTo>
                    <a:pt x="75" y="148"/>
                    <a:pt x="72" y="85"/>
                    <a:pt x="81" y="24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4" name="ïṩ1ídé"/>
            <p:cNvSpPr/>
            <p:nvPr/>
          </p:nvSpPr>
          <p:spPr bwMode="auto">
            <a:xfrm>
              <a:off x="7667625" y="4776788"/>
              <a:ext cx="379413" cy="722313"/>
            </a:xfrm>
            <a:custGeom>
              <a:avLst/>
              <a:gdLst>
                <a:gd name="T0" fmla="*/ 0 w 115"/>
                <a:gd name="T1" fmla="*/ 0 h 219"/>
                <a:gd name="T2" fmla="*/ 80 w 115"/>
                <a:gd name="T3" fmla="*/ 209 h 219"/>
                <a:gd name="T4" fmla="*/ 98 w 115"/>
                <a:gd name="T5" fmla="*/ 218 h 219"/>
                <a:gd name="T6" fmla="*/ 98 w 115"/>
                <a:gd name="T7" fmla="*/ 218 h 219"/>
                <a:gd name="T8" fmla="*/ 111 w 115"/>
                <a:gd name="T9" fmla="*/ 196 h 219"/>
                <a:gd name="T10" fmla="*/ 83 w 115"/>
                <a:gd name="T11" fmla="*/ 13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5" h="219">
                  <a:moveTo>
                    <a:pt x="0" y="0"/>
                  </a:moveTo>
                  <a:cubicBezTo>
                    <a:pt x="17" y="73"/>
                    <a:pt x="44" y="143"/>
                    <a:pt x="80" y="209"/>
                  </a:cubicBezTo>
                  <a:cubicBezTo>
                    <a:pt x="83" y="216"/>
                    <a:pt x="91" y="219"/>
                    <a:pt x="98" y="218"/>
                  </a:cubicBezTo>
                  <a:cubicBezTo>
                    <a:pt x="98" y="218"/>
                    <a:pt x="98" y="218"/>
                    <a:pt x="98" y="218"/>
                  </a:cubicBezTo>
                  <a:cubicBezTo>
                    <a:pt x="108" y="216"/>
                    <a:pt x="115" y="206"/>
                    <a:pt x="111" y="196"/>
                  </a:cubicBezTo>
                  <a:cubicBezTo>
                    <a:pt x="93" y="137"/>
                    <a:pt x="82" y="75"/>
                    <a:pt x="83" y="13"/>
                  </a:cubicBezTo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5" name="íśḻîḑè"/>
            <p:cNvSpPr/>
            <p:nvPr/>
          </p:nvSpPr>
          <p:spPr bwMode="auto">
            <a:xfrm>
              <a:off x="6915150" y="1992313"/>
              <a:ext cx="1089025" cy="958850"/>
            </a:xfrm>
            <a:custGeom>
              <a:avLst/>
              <a:gdLst>
                <a:gd name="T0" fmla="*/ 276 w 330"/>
                <a:gd name="T1" fmla="*/ 291 h 291"/>
                <a:gd name="T2" fmla="*/ 320 w 330"/>
                <a:gd name="T3" fmla="*/ 264 h 291"/>
                <a:gd name="T4" fmla="*/ 323 w 330"/>
                <a:gd name="T5" fmla="*/ 213 h 291"/>
                <a:gd name="T6" fmla="*/ 280 w 330"/>
                <a:gd name="T7" fmla="*/ 157 h 291"/>
                <a:gd name="T8" fmla="*/ 264 w 330"/>
                <a:gd name="T9" fmla="*/ 106 h 291"/>
                <a:gd name="T10" fmla="*/ 219 w 330"/>
                <a:gd name="T11" fmla="*/ 72 h 291"/>
                <a:gd name="T12" fmla="*/ 188 w 330"/>
                <a:gd name="T13" fmla="*/ 24 h 291"/>
                <a:gd name="T14" fmla="*/ 140 w 330"/>
                <a:gd name="T15" fmla="*/ 1 h 291"/>
                <a:gd name="T16" fmla="*/ 92 w 330"/>
                <a:gd name="T17" fmla="*/ 21 h 291"/>
                <a:gd name="T18" fmla="*/ 46 w 330"/>
                <a:gd name="T19" fmla="*/ 105 h 291"/>
                <a:gd name="T20" fmla="*/ 8 w 330"/>
                <a:gd name="T21" fmla="*/ 142 h 291"/>
                <a:gd name="T22" fmla="*/ 7 w 330"/>
                <a:gd name="T23" fmla="*/ 193 h 291"/>
                <a:gd name="T24" fmla="*/ 25 w 330"/>
                <a:gd name="T25" fmla="*/ 249 h 291"/>
                <a:gd name="T26" fmla="*/ 276 w 330"/>
                <a:gd name="T27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0" h="291">
                  <a:moveTo>
                    <a:pt x="276" y="291"/>
                  </a:moveTo>
                  <a:cubicBezTo>
                    <a:pt x="294" y="290"/>
                    <a:pt x="311" y="280"/>
                    <a:pt x="320" y="264"/>
                  </a:cubicBezTo>
                  <a:cubicBezTo>
                    <a:pt x="329" y="249"/>
                    <a:pt x="330" y="229"/>
                    <a:pt x="323" y="213"/>
                  </a:cubicBezTo>
                  <a:cubicBezTo>
                    <a:pt x="312" y="192"/>
                    <a:pt x="289" y="179"/>
                    <a:pt x="280" y="157"/>
                  </a:cubicBezTo>
                  <a:cubicBezTo>
                    <a:pt x="272" y="141"/>
                    <a:pt x="274" y="121"/>
                    <a:pt x="264" y="106"/>
                  </a:cubicBezTo>
                  <a:cubicBezTo>
                    <a:pt x="253" y="91"/>
                    <a:pt x="232" y="85"/>
                    <a:pt x="219" y="72"/>
                  </a:cubicBezTo>
                  <a:cubicBezTo>
                    <a:pt x="205" y="58"/>
                    <a:pt x="200" y="39"/>
                    <a:pt x="188" y="24"/>
                  </a:cubicBezTo>
                  <a:cubicBezTo>
                    <a:pt x="176" y="10"/>
                    <a:pt x="158" y="1"/>
                    <a:pt x="140" y="1"/>
                  </a:cubicBezTo>
                  <a:cubicBezTo>
                    <a:pt x="122" y="0"/>
                    <a:pt x="104" y="8"/>
                    <a:pt x="92" y="21"/>
                  </a:cubicBezTo>
                  <a:cubicBezTo>
                    <a:pt x="70" y="45"/>
                    <a:pt x="68" y="81"/>
                    <a:pt x="46" y="105"/>
                  </a:cubicBezTo>
                  <a:cubicBezTo>
                    <a:pt x="34" y="118"/>
                    <a:pt x="17" y="126"/>
                    <a:pt x="8" y="142"/>
                  </a:cubicBezTo>
                  <a:cubicBezTo>
                    <a:pt x="0" y="157"/>
                    <a:pt x="3" y="176"/>
                    <a:pt x="7" y="193"/>
                  </a:cubicBezTo>
                  <a:cubicBezTo>
                    <a:pt x="12" y="212"/>
                    <a:pt x="18" y="231"/>
                    <a:pt x="25" y="249"/>
                  </a:cubicBezTo>
                  <a:cubicBezTo>
                    <a:pt x="104" y="269"/>
                    <a:pt x="195" y="284"/>
                    <a:pt x="276" y="29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6" name="ïṩ1ïḍe"/>
            <p:cNvSpPr/>
            <p:nvPr/>
          </p:nvSpPr>
          <p:spPr bwMode="auto">
            <a:xfrm>
              <a:off x="7361238" y="2314575"/>
              <a:ext cx="284163" cy="465138"/>
            </a:xfrm>
            <a:custGeom>
              <a:avLst/>
              <a:gdLst>
                <a:gd name="T0" fmla="*/ 85 w 86"/>
                <a:gd name="T1" fmla="*/ 126 h 141"/>
                <a:gd name="T2" fmla="*/ 82 w 86"/>
                <a:gd name="T3" fmla="*/ 128 h 141"/>
                <a:gd name="T4" fmla="*/ 32 w 86"/>
                <a:gd name="T5" fmla="*/ 139 h 141"/>
                <a:gd name="T6" fmla="*/ 15 w 86"/>
                <a:gd name="T7" fmla="*/ 132 h 141"/>
                <a:gd name="T8" fmla="*/ 0 w 86"/>
                <a:gd name="T9" fmla="*/ 123 h 141"/>
                <a:gd name="T10" fmla="*/ 2 w 86"/>
                <a:gd name="T11" fmla="*/ 68 h 141"/>
                <a:gd name="T12" fmla="*/ 3 w 86"/>
                <a:gd name="T13" fmla="*/ 52 h 141"/>
                <a:gd name="T14" fmla="*/ 3 w 86"/>
                <a:gd name="T15" fmla="*/ 52 h 141"/>
                <a:gd name="T16" fmla="*/ 3 w 86"/>
                <a:gd name="T17" fmla="*/ 39 h 141"/>
                <a:gd name="T18" fmla="*/ 3 w 86"/>
                <a:gd name="T19" fmla="*/ 35 h 141"/>
                <a:gd name="T20" fmla="*/ 3 w 86"/>
                <a:gd name="T21" fmla="*/ 25 h 141"/>
                <a:gd name="T22" fmla="*/ 6 w 86"/>
                <a:gd name="T23" fmla="*/ 19 h 141"/>
                <a:gd name="T24" fmla="*/ 8 w 86"/>
                <a:gd name="T25" fmla="*/ 17 h 141"/>
                <a:gd name="T26" fmla="*/ 16 w 86"/>
                <a:gd name="T27" fmla="*/ 9 h 141"/>
                <a:gd name="T28" fmla="*/ 25 w 86"/>
                <a:gd name="T29" fmla="*/ 4 h 141"/>
                <a:gd name="T30" fmla="*/ 25 w 86"/>
                <a:gd name="T31" fmla="*/ 3 h 141"/>
                <a:gd name="T32" fmla="*/ 44 w 86"/>
                <a:gd name="T33" fmla="*/ 3 h 141"/>
                <a:gd name="T34" fmla="*/ 63 w 86"/>
                <a:gd name="T35" fmla="*/ 0 h 141"/>
                <a:gd name="T36" fmla="*/ 75 w 86"/>
                <a:gd name="T37" fmla="*/ 59 h 141"/>
                <a:gd name="T38" fmla="*/ 76 w 86"/>
                <a:gd name="T39" fmla="*/ 64 h 141"/>
                <a:gd name="T40" fmla="*/ 84 w 86"/>
                <a:gd name="T41" fmla="*/ 117 h 141"/>
                <a:gd name="T42" fmla="*/ 85 w 86"/>
                <a:gd name="T43" fmla="*/ 12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141">
                  <a:moveTo>
                    <a:pt x="85" y="126"/>
                  </a:moveTo>
                  <a:cubicBezTo>
                    <a:pt x="84" y="127"/>
                    <a:pt x="83" y="127"/>
                    <a:pt x="82" y="128"/>
                  </a:cubicBezTo>
                  <a:cubicBezTo>
                    <a:pt x="67" y="138"/>
                    <a:pt x="49" y="141"/>
                    <a:pt x="32" y="139"/>
                  </a:cubicBezTo>
                  <a:cubicBezTo>
                    <a:pt x="26" y="137"/>
                    <a:pt x="21" y="136"/>
                    <a:pt x="15" y="132"/>
                  </a:cubicBezTo>
                  <a:cubicBezTo>
                    <a:pt x="10" y="128"/>
                    <a:pt x="0" y="123"/>
                    <a:pt x="0" y="123"/>
                  </a:cubicBezTo>
                  <a:cubicBezTo>
                    <a:pt x="0" y="123"/>
                    <a:pt x="2" y="71"/>
                    <a:pt x="2" y="68"/>
                  </a:cubicBezTo>
                  <a:cubicBezTo>
                    <a:pt x="2" y="63"/>
                    <a:pt x="3" y="57"/>
                    <a:pt x="3" y="5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3" y="48"/>
                    <a:pt x="3" y="43"/>
                    <a:pt x="3" y="39"/>
                  </a:cubicBezTo>
                  <a:cubicBezTo>
                    <a:pt x="3" y="38"/>
                    <a:pt x="3" y="37"/>
                    <a:pt x="3" y="35"/>
                  </a:cubicBezTo>
                  <a:cubicBezTo>
                    <a:pt x="3" y="32"/>
                    <a:pt x="3" y="28"/>
                    <a:pt x="3" y="25"/>
                  </a:cubicBezTo>
                  <a:cubicBezTo>
                    <a:pt x="3" y="22"/>
                    <a:pt x="5" y="21"/>
                    <a:pt x="6" y="19"/>
                  </a:cubicBezTo>
                  <a:cubicBezTo>
                    <a:pt x="7" y="18"/>
                    <a:pt x="7" y="18"/>
                    <a:pt x="8" y="17"/>
                  </a:cubicBezTo>
                  <a:cubicBezTo>
                    <a:pt x="10" y="15"/>
                    <a:pt x="13" y="12"/>
                    <a:pt x="16" y="9"/>
                  </a:cubicBezTo>
                  <a:cubicBezTo>
                    <a:pt x="19" y="7"/>
                    <a:pt x="22" y="5"/>
                    <a:pt x="25" y="4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9" y="2"/>
                    <a:pt x="36" y="2"/>
                    <a:pt x="44" y="3"/>
                  </a:cubicBezTo>
                  <a:cubicBezTo>
                    <a:pt x="55" y="4"/>
                    <a:pt x="63" y="0"/>
                    <a:pt x="63" y="0"/>
                  </a:cubicBezTo>
                  <a:cubicBezTo>
                    <a:pt x="75" y="59"/>
                    <a:pt x="75" y="59"/>
                    <a:pt x="75" y="59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84" y="117"/>
                    <a:pt x="84" y="117"/>
                    <a:pt x="84" y="117"/>
                  </a:cubicBezTo>
                  <a:cubicBezTo>
                    <a:pt x="84" y="117"/>
                    <a:pt x="86" y="123"/>
                    <a:pt x="85" y="126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7" name="ïṥľídê"/>
            <p:cNvSpPr/>
            <p:nvPr/>
          </p:nvSpPr>
          <p:spPr bwMode="auto">
            <a:xfrm>
              <a:off x="7189788" y="2054225"/>
              <a:ext cx="415925" cy="455613"/>
            </a:xfrm>
            <a:custGeom>
              <a:avLst/>
              <a:gdLst>
                <a:gd name="T0" fmla="*/ 2 w 126"/>
                <a:gd name="T1" fmla="*/ 99 h 138"/>
                <a:gd name="T2" fmla="*/ 2 w 126"/>
                <a:gd name="T3" fmla="*/ 100 h 138"/>
                <a:gd name="T4" fmla="*/ 29 w 126"/>
                <a:gd name="T5" fmla="*/ 131 h 138"/>
                <a:gd name="T6" fmla="*/ 33 w 126"/>
                <a:gd name="T7" fmla="*/ 132 h 138"/>
                <a:gd name="T8" fmla="*/ 65 w 126"/>
                <a:gd name="T9" fmla="*/ 124 h 138"/>
                <a:gd name="T10" fmla="*/ 83 w 126"/>
                <a:gd name="T11" fmla="*/ 106 h 138"/>
                <a:gd name="T12" fmla="*/ 89 w 126"/>
                <a:gd name="T13" fmla="*/ 99 h 138"/>
                <a:gd name="T14" fmla="*/ 122 w 126"/>
                <a:gd name="T15" fmla="*/ 111 h 138"/>
                <a:gd name="T16" fmla="*/ 75 w 126"/>
                <a:gd name="T17" fmla="*/ 13 h 138"/>
                <a:gd name="T18" fmla="*/ 12 w 126"/>
                <a:gd name="T19" fmla="*/ 33 h 138"/>
                <a:gd name="T20" fmla="*/ 0 w 126"/>
                <a:gd name="T21" fmla="*/ 74 h 138"/>
                <a:gd name="T22" fmla="*/ 2 w 126"/>
                <a:gd name="T23" fmla="*/ 9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138">
                  <a:moveTo>
                    <a:pt x="2" y="99"/>
                  </a:moveTo>
                  <a:cubicBezTo>
                    <a:pt x="2" y="99"/>
                    <a:pt x="2" y="99"/>
                    <a:pt x="2" y="100"/>
                  </a:cubicBezTo>
                  <a:cubicBezTo>
                    <a:pt x="6" y="113"/>
                    <a:pt x="16" y="127"/>
                    <a:pt x="29" y="131"/>
                  </a:cubicBezTo>
                  <a:cubicBezTo>
                    <a:pt x="30" y="132"/>
                    <a:pt x="32" y="132"/>
                    <a:pt x="33" y="132"/>
                  </a:cubicBezTo>
                  <a:cubicBezTo>
                    <a:pt x="44" y="134"/>
                    <a:pt x="56" y="131"/>
                    <a:pt x="65" y="124"/>
                  </a:cubicBezTo>
                  <a:cubicBezTo>
                    <a:pt x="72" y="119"/>
                    <a:pt x="78" y="113"/>
                    <a:pt x="83" y="106"/>
                  </a:cubicBezTo>
                  <a:cubicBezTo>
                    <a:pt x="85" y="104"/>
                    <a:pt x="87" y="101"/>
                    <a:pt x="89" y="99"/>
                  </a:cubicBezTo>
                  <a:cubicBezTo>
                    <a:pt x="89" y="99"/>
                    <a:pt x="126" y="138"/>
                    <a:pt x="122" y="111"/>
                  </a:cubicBezTo>
                  <a:cubicBezTo>
                    <a:pt x="114" y="71"/>
                    <a:pt x="108" y="31"/>
                    <a:pt x="75" y="13"/>
                  </a:cubicBezTo>
                  <a:cubicBezTo>
                    <a:pt x="53" y="0"/>
                    <a:pt x="24" y="11"/>
                    <a:pt x="12" y="33"/>
                  </a:cubicBezTo>
                  <a:cubicBezTo>
                    <a:pt x="5" y="44"/>
                    <a:pt x="1" y="59"/>
                    <a:pt x="0" y="74"/>
                  </a:cubicBezTo>
                  <a:cubicBezTo>
                    <a:pt x="0" y="82"/>
                    <a:pt x="0" y="91"/>
                    <a:pt x="2" y="99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8" name="íşḷîḓe"/>
            <p:cNvSpPr/>
            <p:nvPr/>
          </p:nvSpPr>
          <p:spPr bwMode="auto">
            <a:xfrm>
              <a:off x="7400925" y="2274888"/>
              <a:ext cx="85725" cy="85725"/>
            </a:xfrm>
            <a:custGeom>
              <a:avLst/>
              <a:gdLst>
                <a:gd name="T0" fmla="*/ 1 w 26"/>
                <a:gd name="T1" fmla="*/ 14 h 26"/>
                <a:gd name="T2" fmla="*/ 14 w 26"/>
                <a:gd name="T3" fmla="*/ 25 h 26"/>
                <a:gd name="T4" fmla="*/ 25 w 26"/>
                <a:gd name="T5" fmla="*/ 12 h 26"/>
                <a:gd name="T6" fmla="*/ 12 w 26"/>
                <a:gd name="T7" fmla="*/ 1 h 26"/>
                <a:gd name="T8" fmla="*/ 1 w 26"/>
                <a:gd name="T9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1" y="14"/>
                  </a:moveTo>
                  <a:cubicBezTo>
                    <a:pt x="1" y="21"/>
                    <a:pt x="7" y="26"/>
                    <a:pt x="14" y="25"/>
                  </a:cubicBezTo>
                  <a:cubicBezTo>
                    <a:pt x="21" y="25"/>
                    <a:pt x="26" y="19"/>
                    <a:pt x="25" y="12"/>
                  </a:cubicBezTo>
                  <a:cubicBezTo>
                    <a:pt x="25" y="5"/>
                    <a:pt x="19" y="0"/>
                    <a:pt x="12" y="1"/>
                  </a:cubicBezTo>
                  <a:cubicBezTo>
                    <a:pt x="5" y="1"/>
                    <a:pt x="0" y="7"/>
                    <a:pt x="1" y="14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9" name="íṥḷïḓê"/>
            <p:cNvSpPr/>
            <p:nvPr/>
          </p:nvSpPr>
          <p:spPr bwMode="auto">
            <a:xfrm>
              <a:off x="7189788" y="2295525"/>
              <a:ext cx="52388" cy="85725"/>
            </a:xfrm>
            <a:custGeom>
              <a:avLst/>
              <a:gdLst>
                <a:gd name="T0" fmla="*/ 2 w 16"/>
                <a:gd name="T1" fmla="*/ 26 h 26"/>
                <a:gd name="T2" fmla="*/ 4 w 16"/>
                <a:gd name="T3" fmla="*/ 26 h 26"/>
                <a:gd name="T4" fmla="*/ 16 w 16"/>
                <a:gd name="T5" fmla="*/ 12 h 26"/>
                <a:gd name="T6" fmla="*/ 2 w 16"/>
                <a:gd name="T7" fmla="*/ 0 h 26"/>
                <a:gd name="T8" fmla="*/ 0 w 16"/>
                <a:gd name="T9" fmla="*/ 1 h 26"/>
                <a:gd name="T10" fmla="*/ 2 w 16"/>
                <a:gd name="T1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6">
                  <a:moveTo>
                    <a:pt x="2" y="26"/>
                  </a:moveTo>
                  <a:cubicBezTo>
                    <a:pt x="3" y="26"/>
                    <a:pt x="4" y="26"/>
                    <a:pt x="4" y="26"/>
                  </a:cubicBezTo>
                  <a:cubicBezTo>
                    <a:pt x="11" y="25"/>
                    <a:pt x="16" y="19"/>
                    <a:pt x="16" y="12"/>
                  </a:cubicBezTo>
                  <a:cubicBezTo>
                    <a:pt x="15" y="5"/>
                    <a:pt x="9" y="0"/>
                    <a:pt x="2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9"/>
                    <a:pt x="0" y="18"/>
                    <a:pt x="2" y="26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0" name="íś1ïḍé"/>
            <p:cNvSpPr/>
            <p:nvPr/>
          </p:nvSpPr>
          <p:spPr bwMode="auto">
            <a:xfrm>
              <a:off x="7294563" y="2239963"/>
              <a:ext cx="36513" cy="71438"/>
            </a:xfrm>
            <a:custGeom>
              <a:avLst/>
              <a:gdLst>
                <a:gd name="T0" fmla="*/ 7 w 11"/>
                <a:gd name="T1" fmla="*/ 22 h 22"/>
                <a:gd name="T2" fmla="*/ 2 w 11"/>
                <a:gd name="T3" fmla="*/ 20 h 22"/>
                <a:gd name="T4" fmla="*/ 0 w 11"/>
                <a:gd name="T5" fmla="*/ 14 h 22"/>
                <a:gd name="T6" fmla="*/ 5 w 11"/>
                <a:gd name="T7" fmla="*/ 0 h 22"/>
                <a:gd name="T8" fmla="*/ 10 w 11"/>
                <a:gd name="T9" fmla="*/ 1 h 22"/>
                <a:gd name="T10" fmla="*/ 10 w 11"/>
                <a:gd name="T11" fmla="*/ 1 h 22"/>
                <a:gd name="T12" fmla="*/ 5 w 11"/>
                <a:gd name="T13" fmla="*/ 15 h 22"/>
                <a:gd name="T14" fmla="*/ 6 w 11"/>
                <a:gd name="T15" fmla="*/ 17 h 22"/>
                <a:gd name="T16" fmla="*/ 7 w 11"/>
                <a:gd name="T17" fmla="*/ 17 h 22"/>
                <a:gd name="T18" fmla="*/ 10 w 11"/>
                <a:gd name="T19" fmla="*/ 17 h 22"/>
                <a:gd name="T20" fmla="*/ 11 w 11"/>
                <a:gd name="T21" fmla="*/ 22 h 22"/>
                <a:gd name="T22" fmla="*/ 7 w 11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22">
                  <a:moveTo>
                    <a:pt x="7" y="22"/>
                  </a:moveTo>
                  <a:cubicBezTo>
                    <a:pt x="5" y="22"/>
                    <a:pt x="3" y="21"/>
                    <a:pt x="2" y="20"/>
                  </a:cubicBezTo>
                  <a:cubicBezTo>
                    <a:pt x="0" y="18"/>
                    <a:pt x="0" y="16"/>
                    <a:pt x="0" y="14"/>
                  </a:cubicBezTo>
                  <a:cubicBezTo>
                    <a:pt x="2" y="10"/>
                    <a:pt x="3" y="5"/>
                    <a:pt x="5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7"/>
                    <a:pt x="6" y="11"/>
                    <a:pt x="5" y="15"/>
                  </a:cubicBezTo>
                  <a:cubicBezTo>
                    <a:pt x="5" y="16"/>
                    <a:pt x="5" y="16"/>
                    <a:pt x="6" y="17"/>
                  </a:cubicBezTo>
                  <a:cubicBezTo>
                    <a:pt x="6" y="17"/>
                    <a:pt x="6" y="17"/>
                    <a:pt x="7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1" name="išļïdé"/>
            <p:cNvSpPr/>
            <p:nvPr/>
          </p:nvSpPr>
          <p:spPr bwMode="auto">
            <a:xfrm>
              <a:off x="7358063" y="2239963"/>
              <a:ext cx="19050" cy="19050"/>
            </a:xfrm>
            <a:custGeom>
              <a:avLst/>
              <a:gdLst>
                <a:gd name="T0" fmla="*/ 0 w 6"/>
                <a:gd name="T1" fmla="*/ 3 h 6"/>
                <a:gd name="T2" fmla="*/ 3 w 6"/>
                <a:gd name="T3" fmla="*/ 6 h 6"/>
                <a:gd name="T4" fmla="*/ 6 w 6"/>
                <a:gd name="T5" fmla="*/ 2 h 6"/>
                <a:gd name="T6" fmla="*/ 3 w 6"/>
                <a:gd name="T7" fmla="*/ 0 h 6"/>
                <a:gd name="T8" fmla="*/ 0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0" y="5"/>
                    <a:pt x="1" y="6"/>
                    <a:pt x="3" y="6"/>
                  </a:cubicBezTo>
                  <a:cubicBezTo>
                    <a:pt x="5" y="5"/>
                    <a:pt x="6" y="4"/>
                    <a:pt x="6" y="2"/>
                  </a:cubicBezTo>
                  <a:cubicBezTo>
                    <a:pt x="6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2" name="ïṥḷîḑè"/>
            <p:cNvSpPr/>
            <p:nvPr/>
          </p:nvSpPr>
          <p:spPr bwMode="auto">
            <a:xfrm>
              <a:off x="7262813" y="2228850"/>
              <a:ext cx="19050" cy="20638"/>
            </a:xfrm>
            <a:custGeom>
              <a:avLst/>
              <a:gdLst>
                <a:gd name="T0" fmla="*/ 0 w 6"/>
                <a:gd name="T1" fmla="*/ 3 h 6"/>
                <a:gd name="T2" fmla="*/ 3 w 6"/>
                <a:gd name="T3" fmla="*/ 6 h 6"/>
                <a:gd name="T4" fmla="*/ 5 w 6"/>
                <a:gd name="T5" fmla="*/ 3 h 6"/>
                <a:gd name="T6" fmla="*/ 2 w 6"/>
                <a:gd name="T7" fmla="*/ 0 h 6"/>
                <a:gd name="T8" fmla="*/ 0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0" y="5"/>
                    <a:pt x="1" y="6"/>
                    <a:pt x="3" y="6"/>
                  </a:cubicBezTo>
                  <a:cubicBezTo>
                    <a:pt x="4" y="6"/>
                    <a:pt x="6" y="4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3" name="iślide"/>
            <p:cNvSpPr/>
            <p:nvPr/>
          </p:nvSpPr>
          <p:spPr bwMode="auto">
            <a:xfrm>
              <a:off x="8169275" y="3808413"/>
              <a:ext cx="109538" cy="250825"/>
            </a:xfrm>
            <a:custGeom>
              <a:avLst/>
              <a:gdLst>
                <a:gd name="T0" fmla="*/ 10 w 33"/>
                <a:gd name="T1" fmla="*/ 4 h 76"/>
                <a:gd name="T2" fmla="*/ 0 w 33"/>
                <a:gd name="T3" fmla="*/ 42 h 76"/>
                <a:gd name="T4" fmla="*/ 4 w 33"/>
                <a:gd name="T5" fmla="*/ 44 h 76"/>
                <a:gd name="T6" fmla="*/ 7 w 33"/>
                <a:gd name="T7" fmla="*/ 38 h 76"/>
                <a:gd name="T8" fmla="*/ 8 w 33"/>
                <a:gd name="T9" fmla="*/ 69 h 76"/>
                <a:gd name="T10" fmla="*/ 13 w 33"/>
                <a:gd name="T11" fmla="*/ 75 h 76"/>
                <a:gd name="T12" fmla="*/ 21 w 33"/>
                <a:gd name="T13" fmla="*/ 69 h 76"/>
                <a:gd name="T14" fmla="*/ 28 w 33"/>
                <a:gd name="T15" fmla="*/ 0 h 76"/>
                <a:gd name="T16" fmla="*/ 10 w 33"/>
                <a:gd name="T17" fmla="*/ 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76">
                  <a:moveTo>
                    <a:pt x="10" y="4"/>
                  </a:moveTo>
                  <a:cubicBezTo>
                    <a:pt x="4" y="16"/>
                    <a:pt x="0" y="29"/>
                    <a:pt x="0" y="42"/>
                  </a:cubicBezTo>
                  <a:cubicBezTo>
                    <a:pt x="0" y="44"/>
                    <a:pt x="2" y="45"/>
                    <a:pt x="4" y="44"/>
                  </a:cubicBezTo>
                  <a:cubicBezTo>
                    <a:pt x="5" y="42"/>
                    <a:pt x="6" y="41"/>
                    <a:pt x="7" y="38"/>
                  </a:cubicBezTo>
                  <a:cubicBezTo>
                    <a:pt x="6" y="47"/>
                    <a:pt x="5" y="53"/>
                    <a:pt x="8" y="69"/>
                  </a:cubicBezTo>
                  <a:cubicBezTo>
                    <a:pt x="8" y="72"/>
                    <a:pt x="10" y="74"/>
                    <a:pt x="13" y="75"/>
                  </a:cubicBezTo>
                  <a:cubicBezTo>
                    <a:pt x="18" y="76"/>
                    <a:pt x="20" y="72"/>
                    <a:pt x="21" y="69"/>
                  </a:cubicBezTo>
                  <a:cubicBezTo>
                    <a:pt x="30" y="47"/>
                    <a:pt x="33" y="23"/>
                    <a:pt x="28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4" name="ïšļîḋe"/>
            <p:cNvSpPr/>
            <p:nvPr/>
          </p:nvSpPr>
          <p:spPr bwMode="auto">
            <a:xfrm>
              <a:off x="6410325" y="2041525"/>
              <a:ext cx="142875" cy="241300"/>
            </a:xfrm>
            <a:custGeom>
              <a:avLst/>
              <a:gdLst>
                <a:gd name="T0" fmla="*/ 43 w 43"/>
                <a:gd name="T1" fmla="*/ 61 h 73"/>
                <a:gd name="T2" fmla="*/ 32 w 43"/>
                <a:gd name="T3" fmla="*/ 22 h 73"/>
                <a:gd name="T4" fmla="*/ 28 w 43"/>
                <a:gd name="T5" fmla="*/ 23 h 73"/>
                <a:gd name="T6" fmla="*/ 28 w 43"/>
                <a:gd name="T7" fmla="*/ 30 h 73"/>
                <a:gd name="T8" fmla="*/ 12 w 43"/>
                <a:gd name="T9" fmla="*/ 3 h 73"/>
                <a:gd name="T10" fmla="*/ 4 w 43"/>
                <a:gd name="T11" fmla="*/ 1 h 73"/>
                <a:gd name="T12" fmla="*/ 1 w 43"/>
                <a:gd name="T13" fmla="*/ 10 h 73"/>
                <a:gd name="T14" fmla="*/ 28 w 43"/>
                <a:gd name="T15" fmla="*/ 73 h 73"/>
                <a:gd name="T16" fmla="*/ 43 w 43"/>
                <a:gd name="T17" fmla="*/ 6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3">
                  <a:moveTo>
                    <a:pt x="43" y="61"/>
                  </a:moveTo>
                  <a:cubicBezTo>
                    <a:pt x="42" y="47"/>
                    <a:pt x="38" y="34"/>
                    <a:pt x="32" y="22"/>
                  </a:cubicBezTo>
                  <a:cubicBezTo>
                    <a:pt x="31" y="21"/>
                    <a:pt x="29" y="21"/>
                    <a:pt x="28" y="23"/>
                  </a:cubicBezTo>
                  <a:cubicBezTo>
                    <a:pt x="28" y="25"/>
                    <a:pt x="28" y="27"/>
                    <a:pt x="28" y="30"/>
                  </a:cubicBezTo>
                  <a:cubicBezTo>
                    <a:pt x="25" y="21"/>
                    <a:pt x="22" y="16"/>
                    <a:pt x="12" y="3"/>
                  </a:cubicBezTo>
                  <a:cubicBezTo>
                    <a:pt x="10" y="1"/>
                    <a:pt x="7" y="0"/>
                    <a:pt x="4" y="1"/>
                  </a:cubicBezTo>
                  <a:cubicBezTo>
                    <a:pt x="0" y="2"/>
                    <a:pt x="0" y="6"/>
                    <a:pt x="1" y="10"/>
                  </a:cubicBezTo>
                  <a:cubicBezTo>
                    <a:pt x="3" y="33"/>
                    <a:pt x="13" y="56"/>
                    <a:pt x="28" y="73"/>
                  </a:cubicBezTo>
                  <a:lnTo>
                    <a:pt x="43" y="61"/>
                  </a:ln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5" name="îşḷíḑe"/>
            <p:cNvSpPr/>
            <p:nvPr/>
          </p:nvSpPr>
          <p:spPr bwMode="auto">
            <a:xfrm>
              <a:off x="7196138" y="2065338"/>
              <a:ext cx="363538" cy="180975"/>
            </a:xfrm>
            <a:custGeom>
              <a:avLst/>
              <a:gdLst>
                <a:gd name="T0" fmla="*/ 0 w 110"/>
                <a:gd name="T1" fmla="*/ 44 h 55"/>
                <a:gd name="T2" fmla="*/ 37 w 110"/>
                <a:gd name="T3" fmla="*/ 30 h 55"/>
                <a:gd name="T4" fmla="*/ 104 w 110"/>
                <a:gd name="T5" fmla="*/ 53 h 55"/>
                <a:gd name="T6" fmla="*/ 105 w 110"/>
                <a:gd name="T7" fmla="*/ 23 h 55"/>
                <a:gd name="T8" fmla="*/ 79 w 110"/>
                <a:gd name="T9" fmla="*/ 3 h 55"/>
                <a:gd name="T10" fmla="*/ 54 w 110"/>
                <a:gd name="T11" fmla="*/ 0 h 55"/>
                <a:gd name="T12" fmla="*/ 35 w 110"/>
                <a:gd name="T13" fmla="*/ 2 h 55"/>
                <a:gd name="T14" fmla="*/ 10 w 110"/>
                <a:gd name="T15" fmla="*/ 19 h 55"/>
                <a:gd name="T16" fmla="*/ 0 w 110"/>
                <a:gd name="T17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55">
                  <a:moveTo>
                    <a:pt x="0" y="44"/>
                  </a:moveTo>
                  <a:cubicBezTo>
                    <a:pt x="15" y="42"/>
                    <a:pt x="26" y="38"/>
                    <a:pt x="37" y="30"/>
                  </a:cubicBezTo>
                  <a:cubicBezTo>
                    <a:pt x="52" y="46"/>
                    <a:pt x="78" y="55"/>
                    <a:pt x="104" y="53"/>
                  </a:cubicBezTo>
                  <a:cubicBezTo>
                    <a:pt x="109" y="43"/>
                    <a:pt x="110" y="32"/>
                    <a:pt x="105" y="23"/>
                  </a:cubicBezTo>
                  <a:cubicBezTo>
                    <a:pt x="100" y="13"/>
                    <a:pt x="91" y="6"/>
                    <a:pt x="79" y="3"/>
                  </a:cubicBezTo>
                  <a:cubicBezTo>
                    <a:pt x="71" y="1"/>
                    <a:pt x="63" y="1"/>
                    <a:pt x="54" y="0"/>
                  </a:cubicBezTo>
                  <a:cubicBezTo>
                    <a:pt x="48" y="0"/>
                    <a:pt x="41" y="0"/>
                    <a:pt x="35" y="2"/>
                  </a:cubicBezTo>
                  <a:cubicBezTo>
                    <a:pt x="24" y="5"/>
                    <a:pt x="16" y="12"/>
                    <a:pt x="10" y="19"/>
                  </a:cubicBezTo>
                  <a:cubicBezTo>
                    <a:pt x="4" y="27"/>
                    <a:pt x="2" y="34"/>
                    <a:pt x="0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6" name="is1ïḋè"/>
            <p:cNvSpPr/>
            <p:nvPr/>
          </p:nvSpPr>
          <p:spPr bwMode="auto">
            <a:xfrm>
              <a:off x="7281863" y="2322513"/>
              <a:ext cx="85725" cy="61913"/>
            </a:xfrm>
            <a:custGeom>
              <a:avLst/>
              <a:gdLst>
                <a:gd name="T0" fmla="*/ 0 w 26"/>
                <a:gd name="T1" fmla="*/ 6 h 19"/>
                <a:gd name="T2" fmla="*/ 0 w 26"/>
                <a:gd name="T3" fmla="*/ 6 h 19"/>
                <a:gd name="T4" fmla="*/ 7 w 26"/>
                <a:gd name="T5" fmla="*/ 17 h 19"/>
                <a:gd name="T6" fmla="*/ 19 w 26"/>
                <a:gd name="T7" fmla="*/ 17 h 19"/>
                <a:gd name="T8" fmla="*/ 26 w 26"/>
                <a:gd name="T9" fmla="*/ 7 h 19"/>
                <a:gd name="T10" fmla="*/ 26 w 26"/>
                <a:gd name="T11" fmla="*/ 3 h 19"/>
                <a:gd name="T12" fmla="*/ 26 w 26"/>
                <a:gd name="T13" fmla="*/ 2 h 19"/>
                <a:gd name="T14" fmla="*/ 23 w 26"/>
                <a:gd name="T15" fmla="*/ 1 h 19"/>
                <a:gd name="T16" fmla="*/ 3 w 26"/>
                <a:gd name="T17" fmla="*/ 4 h 19"/>
                <a:gd name="T18" fmla="*/ 0 w 26"/>
                <a:gd name="T19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9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" y="11"/>
                    <a:pt x="3" y="15"/>
                    <a:pt x="7" y="17"/>
                  </a:cubicBezTo>
                  <a:cubicBezTo>
                    <a:pt x="11" y="19"/>
                    <a:pt x="16" y="19"/>
                    <a:pt x="19" y="17"/>
                  </a:cubicBezTo>
                  <a:cubicBezTo>
                    <a:pt x="23" y="15"/>
                    <a:pt x="25" y="11"/>
                    <a:pt x="26" y="7"/>
                  </a:cubicBezTo>
                  <a:cubicBezTo>
                    <a:pt x="26" y="6"/>
                    <a:pt x="26" y="4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5" y="1"/>
                    <a:pt x="24" y="0"/>
                    <a:pt x="23" y="1"/>
                  </a:cubicBezTo>
                  <a:cubicBezTo>
                    <a:pt x="17" y="4"/>
                    <a:pt x="9" y="5"/>
                    <a:pt x="3" y="4"/>
                  </a:cubicBezTo>
                  <a:cubicBezTo>
                    <a:pt x="1" y="4"/>
                    <a:pt x="0" y="5"/>
                    <a:pt x="0" y="6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7" name="íṩḷiḓè"/>
            <p:cNvSpPr/>
            <p:nvPr/>
          </p:nvSpPr>
          <p:spPr bwMode="auto">
            <a:xfrm>
              <a:off x="7510463" y="2222500"/>
              <a:ext cx="77788" cy="73025"/>
            </a:xfrm>
            <a:custGeom>
              <a:avLst/>
              <a:gdLst>
                <a:gd name="T0" fmla="*/ 0 w 24"/>
                <a:gd name="T1" fmla="*/ 8 h 22"/>
                <a:gd name="T2" fmla="*/ 9 w 24"/>
                <a:gd name="T3" fmla="*/ 1 h 22"/>
                <a:gd name="T4" fmla="*/ 21 w 24"/>
                <a:gd name="T5" fmla="*/ 5 h 22"/>
                <a:gd name="T6" fmla="*/ 22 w 24"/>
                <a:gd name="T7" fmla="*/ 16 h 22"/>
                <a:gd name="T8" fmla="*/ 11 w 24"/>
                <a:gd name="T9" fmla="*/ 21 h 22"/>
                <a:gd name="T10" fmla="*/ 0 w 24"/>
                <a:gd name="T11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2">
                  <a:moveTo>
                    <a:pt x="0" y="8"/>
                  </a:moveTo>
                  <a:cubicBezTo>
                    <a:pt x="2" y="4"/>
                    <a:pt x="5" y="1"/>
                    <a:pt x="9" y="1"/>
                  </a:cubicBezTo>
                  <a:cubicBezTo>
                    <a:pt x="13" y="0"/>
                    <a:pt x="18" y="1"/>
                    <a:pt x="21" y="5"/>
                  </a:cubicBezTo>
                  <a:cubicBezTo>
                    <a:pt x="23" y="8"/>
                    <a:pt x="24" y="13"/>
                    <a:pt x="22" y="16"/>
                  </a:cubicBezTo>
                  <a:cubicBezTo>
                    <a:pt x="20" y="20"/>
                    <a:pt x="15" y="22"/>
                    <a:pt x="11" y="21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8" name="íṧḻíḓè"/>
            <p:cNvSpPr/>
            <p:nvPr/>
          </p:nvSpPr>
          <p:spPr bwMode="auto">
            <a:xfrm>
              <a:off x="7532688" y="2239963"/>
              <a:ext cx="39688" cy="42863"/>
            </a:xfrm>
            <a:custGeom>
              <a:avLst/>
              <a:gdLst>
                <a:gd name="T0" fmla="*/ 4 w 12"/>
                <a:gd name="T1" fmla="*/ 13 h 13"/>
                <a:gd name="T2" fmla="*/ 3 w 12"/>
                <a:gd name="T3" fmla="*/ 13 h 13"/>
                <a:gd name="T4" fmla="*/ 4 w 12"/>
                <a:gd name="T5" fmla="*/ 8 h 13"/>
                <a:gd name="T6" fmla="*/ 6 w 12"/>
                <a:gd name="T7" fmla="*/ 7 h 13"/>
                <a:gd name="T8" fmla="*/ 6 w 12"/>
                <a:gd name="T9" fmla="*/ 6 h 13"/>
                <a:gd name="T10" fmla="*/ 5 w 12"/>
                <a:gd name="T11" fmla="*/ 5 h 13"/>
                <a:gd name="T12" fmla="*/ 3 w 12"/>
                <a:gd name="T13" fmla="*/ 6 h 13"/>
                <a:gd name="T14" fmla="*/ 0 w 12"/>
                <a:gd name="T15" fmla="*/ 2 h 13"/>
                <a:gd name="T16" fmla="*/ 5 w 12"/>
                <a:gd name="T17" fmla="*/ 0 h 13"/>
                <a:gd name="T18" fmla="*/ 10 w 12"/>
                <a:gd name="T19" fmla="*/ 2 h 13"/>
                <a:gd name="T20" fmla="*/ 10 w 12"/>
                <a:gd name="T21" fmla="*/ 10 h 13"/>
                <a:gd name="T22" fmla="*/ 4 w 12"/>
                <a:gd name="T23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3">
                  <a:moveTo>
                    <a:pt x="4" y="13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9"/>
                    <a:pt x="6" y="8"/>
                    <a:pt x="6" y="7"/>
                  </a:cubicBezTo>
                  <a:cubicBezTo>
                    <a:pt x="7" y="7"/>
                    <a:pt x="7" y="6"/>
                    <a:pt x="6" y="6"/>
                  </a:cubicBezTo>
                  <a:cubicBezTo>
                    <a:pt x="6" y="5"/>
                    <a:pt x="6" y="5"/>
                    <a:pt x="5" y="5"/>
                  </a:cubicBezTo>
                  <a:cubicBezTo>
                    <a:pt x="4" y="5"/>
                    <a:pt x="4" y="5"/>
                    <a:pt x="3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7" y="0"/>
                    <a:pt x="9" y="1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9" y="12"/>
                    <a:pt x="6" y="13"/>
                    <a:pt x="4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9" name="î$lïďé"/>
            <p:cNvSpPr/>
            <p:nvPr/>
          </p:nvSpPr>
          <p:spPr bwMode="auto">
            <a:xfrm>
              <a:off x="7351713" y="1876425"/>
              <a:ext cx="217488" cy="217488"/>
            </a:xfrm>
            <a:custGeom>
              <a:avLst/>
              <a:gdLst>
                <a:gd name="T0" fmla="*/ 13 w 66"/>
                <a:gd name="T1" fmla="*/ 50 h 66"/>
                <a:gd name="T2" fmla="*/ 41 w 66"/>
                <a:gd name="T3" fmla="*/ 64 h 66"/>
                <a:gd name="T4" fmla="*/ 64 w 66"/>
                <a:gd name="T5" fmla="*/ 42 h 66"/>
                <a:gd name="T6" fmla="*/ 50 w 66"/>
                <a:gd name="T7" fmla="*/ 13 h 66"/>
                <a:gd name="T8" fmla="*/ 13 w 66"/>
                <a:gd name="T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66">
                  <a:moveTo>
                    <a:pt x="13" y="50"/>
                  </a:moveTo>
                  <a:cubicBezTo>
                    <a:pt x="18" y="60"/>
                    <a:pt x="30" y="66"/>
                    <a:pt x="41" y="64"/>
                  </a:cubicBezTo>
                  <a:cubicBezTo>
                    <a:pt x="52" y="62"/>
                    <a:pt x="62" y="53"/>
                    <a:pt x="64" y="42"/>
                  </a:cubicBezTo>
                  <a:cubicBezTo>
                    <a:pt x="66" y="30"/>
                    <a:pt x="60" y="18"/>
                    <a:pt x="50" y="13"/>
                  </a:cubicBezTo>
                  <a:cubicBezTo>
                    <a:pt x="26" y="0"/>
                    <a:pt x="0" y="27"/>
                    <a:pt x="13" y="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0" name="iṩļîḋe"/>
            <p:cNvSpPr/>
            <p:nvPr/>
          </p:nvSpPr>
          <p:spPr bwMode="auto">
            <a:xfrm>
              <a:off x="6461125" y="2222500"/>
              <a:ext cx="1903413" cy="2719388"/>
            </a:xfrm>
            <a:custGeom>
              <a:avLst/>
              <a:gdLst>
                <a:gd name="T0" fmla="*/ 560 w 577"/>
                <a:gd name="T1" fmla="*/ 456 h 825"/>
                <a:gd name="T2" fmla="*/ 555 w 577"/>
                <a:gd name="T3" fmla="*/ 475 h 825"/>
                <a:gd name="T4" fmla="*/ 549 w 577"/>
                <a:gd name="T5" fmla="*/ 481 h 825"/>
                <a:gd name="T6" fmla="*/ 527 w 577"/>
                <a:gd name="T7" fmla="*/ 488 h 825"/>
                <a:gd name="T8" fmla="*/ 526 w 577"/>
                <a:gd name="T9" fmla="*/ 488 h 825"/>
                <a:gd name="T10" fmla="*/ 515 w 577"/>
                <a:gd name="T11" fmla="*/ 479 h 825"/>
                <a:gd name="T12" fmla="*/ 462 w 577"/>
                <a:gd name="T13" fmla="*/ 335 h 825"/>
                <a:gd name="T14" fmla="*/ 422 w 577"/>
                <a:gd name="T15" fmla="*/ 290 h 825"/>
                <a:gd name="T16" fmla="*/ 406 w 577"/>
                <a:gd name="T17" fmla="*/ 298 h 825"/>
                <a:gd name="T18" fmla="*/ 406 w 577"/>
                <a:gd name="T19" fmla="*/ 301 h 825"/>
                <a:gd name="T20" fmla="*/ 409 w 577"/>
                <a:gd name="T21" fmla="*/ 336 h 825"/>
                <a:gd name="T22" fmla="*/ 409 w 577"/>
                <a:gd name="T23" fmla="*/ 344 h 825"/>
                <a:gd name="T24" fmla="*/ 432 w 577"/>
                <a:gd name="T25" fmla="*/ 511 h 825"/>
                <a:gd name="T26" fmla="*/ 493 w 577"/>
                <a:gd name="T27" fmla="*/ 779 h 825"/>
                <a:gd name="T28" fmla="*/ 492 w 577"/>
                <a:gd name="T29" fmla="*/ 789 h 825"/>
                <a:gd name="T30" fmla="*/ 477 w 577"/>
                <a:gd name="T31" fmla="*/ 801 h 825"/>
                <a:gd name="T32" fmla="*/ 448 w 577"/>
                <a:gd name="T33" fmla="*/ 807 h 825"/>
                <a:gd name="T34" fmla="*/ 419 w 577"/>
                <a:gd name="T35" fmla="*/ 806 h 825"/>
                <a:gd name="T36" fmla="*/ 392 w 577"/>
                <a:gd name="T37" fmla="*/ 805 h 825"/>
                <a:gd name="T38" fmla="*/ 356 w 577"/>
                <a:gd name="T39" fmla="*/ 817 h 825"/>
                <a:gd name="T40" fmla="*/ 341 w 577"/>
                <a:gd name="T41" fmla="*/ 812 h 825"/>
                <a:gd name="T42" fmla="*/ 301 w 577"/>
                <a:gd name="T43" fmla="*/ 559 h 825"/>
                <a:gd name="T44" fmla="*/ 291 w 577"/>
                <a:gd name="T45" fmla="*/ 558 h 825"/>
                <a:gd name="T46" fmla="*/ 299 w 577"/>
                <a:gd name="T47" fmla="*/ 801 h 825"/>
                <a:gd name="T48" fmla="*/ 296 w 577"/>
                <a:gd name="T49" fmla="*/ 811 h 825"/>
                <a:gd name="T50" fmla="*/ 255 w 577"/>
                <a:gd name="T51" fmla="*/ 822 h 825"/>
                <a:gd name="T52" fmla="*/ 206 w 577"/>
                <a:gd name="T53" fmla="*/ 816 h 825"/>
                <a:gd name="T54" fmla="*/ 173 w 577"/>
                <a:gd name="T55" fmla="*/ 822 h 825"/>
                <a:gd name="T56" fmla="*/ 160 w 577"/>
                <a:gd name="T57" fmla="*/ 817 h 825"/>
                <a:gd name="T58" fmla="*/ 165 w 577"/>
                <a:gd name="T59" fmla="*/ 556 h 825"/>
                <a:gd name="T60" fmla="*/ 208 w 577"/>
                <a:gd name="T61" fmla="*/ 349 h 825"/>
                <a:gd name="T62" fmla="*/ 209 w 577"/>
                <a:gd name="T63" fmla="*/ 348 h 825"/>
                <a:gd name="T64" fmla="*/ 209 w 577"/>
                <a:gd name="T65" fmla="*/ 288 h 825"/>
                <a:gd name="T66" fmla="*/ 204 w 577"/>
                <a:gd name="T67" fmla="*/ 280 h 825"/>
                <a:gd name="T68" fmla="*/ 194 w 577"/>
                <a:gd name="T69" fmla="*/ 275 h 825"/>
                <a:gd name="T70" fmla="*/ 3 w 577"/>
                <a:gd name="T71" fmla="*/ 33 h 825"/>
                <a:gd name="T72" fmla="*/ 1 w 577"/>
                <a:gd name="T73" fmla="*/ 27 h 825"/>
                <a:gd name="T74" fmla="*/ 5 w 577"/>
                <a:gd name="T75" fmla="*/ 16 h 825"/>
                <a:gd name="T76" fmla="*/ 31 w 577"/>
                <a:gd name="T77" fmla="*/ 2 h 825"/>
                <a:gd name="T78" fmla="*/ 44 w 577"/>
                <a:gd name="T79" fmla="*/ 5 h 825"/>
                <a:gd name="T80" fmla="*/ 199 w 577"/>
                <a:gd name="T81" fmla="*/ 106 h 825"/>
                <a:gd name="T82" fmla="*/ 276 w 577"/>
                <a:gd name="T83" fmla="*/ 106 h 825"/>
                <a:gd name="T84" fmla="*/ 350 w 577"/>
                <a:gd name="T85" fmla="*/ 106 h 825"/>
                <a:gd name="T86" fmla="*/ 357 w 577"/>
                <a:gd name="T87" fmla="*/ 107 h 825"/>
                <a:gd name="T88" fmla="*/ 539 w 577"/>
                <a:gd name="T89" fmla="*/ 243 h 825"/>
                <a:gd name="T90" fmla="*/ 560 w 577"/>
                <a:gd name="T91" fmla="*/ 456 h 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77" h="825">
                  <a:moveTo>
                    <a:pt x="560" y="456"/>
                  </a:moveTo>
                  <a:cubicBezTo>
                    <a:pt x="559" y="462"/>
                    <a:pt x="557" y="469"/>
                    <a:pt x="555" y="475"/>
                  </a:cubicBezTo>
                  <a:cubicBezTo>
                    <a:pt x="554" y="478"/>
                    <a:pt x="552" y="481"/>
                    <a:pt x="549" y="481"/>
                  </a:cubicBezTo>
                  <a:cubicBezTo>
                    <a:pt x="542" y="483"/>
                    <a:pt x="534" y="486"/>
                    <a:pt x="527" y="488"/>
                  </a:cubicBezTo>
                  <a:cubicBezTo>
                    <a:pt x="527" y="488"/>
                    <a:pt x="526" y="488"/>
                    <a:pt x="526" y="488"/>
                  </a:cubicBezTo>
                  <a:cubicBezTo>
                    <a:pt x="521" y="489"/>
                    <a:pt x="516" y="485"/>
                    <a:pt x="515" y="479"/>
                  </a:cubicBezTo>
                  <a:cubicBezTo>
                    <a:pt x="511" y="427"/>
                    <a:pt x="492" y="377"/>
                    <a:pt x="462" y="335"/>
                  </a:cubicBezTo>
                  <a:cubicBezTo>
                    <a:pt x="450" y="319"/>
                    <a:pt x="436" y="304"/>
                    <a:pt x="422" y="290"/>
                  </a:cubicBezTo>
                  <a:cubicBezTo>
                    <a:pt x="415" y="285"/>
                    <a:pt x="405" y="289"/>
                    <a:pt x="406" y="298"/>
                  </a:cubicBezTo>
                  <a:cubicBezTo>
                    <a:pt x="406" y="299"/>
                    <a:pt x="406" y="300"/>
                    <a:pt x="406" y="301"/>
                  </a:cubicBezTo>
                  <a:cubicBezTo>
                    <a:pt x="407" y="314"/>
                    <a:pt x="408" y="326"/>
                    <a:pt x="409" y="336"/>
                  </a:cubicBezTo>
                  <a:cubicBezTo>
                    <a:pt x="409" y="339"/>
                    <a:pt x="409" y="342"/>
                    <a:pt x="409" y="344"/>
                  </a:cubicBezTo>
                  <a:cubicBezTo>
                    <a:pt x="416" y="424"/>
                    <a:pt x="425" y="445"/>
                    <a:pt x="432" y="511"/>
                  </a:cubicBezTo>
                  <a:cubicBezTo>
                    <a:pt x="441" y="591"/>
                    <a:pt x="453" y="708"/>
                    <a:pt x="493" y="779"/>
                  </a:cubicBezTo>
                  <a:cubicBezTo>
                    <a:pt x="495" y="782"/>
                    <a:pt x="495" y="786"/>
                    <a:pt x="492" y="789"/>
                  </a:cubicBezTo>
                  <a:cubicBezTo>
                    <a:pt x="488" y="794"/>
                    <a:pt x="483" y="798"/>
                    <a:pt x="477" y="801"/>
                  </a:cubicBezTo>
                  <a:cubicBezTo>
                    <a:pt x="468" y="805"/>
                    <a:pt x="458" y="807"/>
                    <a:pt x="448" y="807"/>
                  </a:cubicBezTo>
                  <a:cubicBezTo>
                    <a:pt x="438" y="808"/>
                    <a:pt x="429" y="807"/>
                    <a:pt x="419" y="806"/>
                  </a:cubicBezTo>
                  <a:cubicBezTo>
                    <a:pt x="410" y="805"/>
                    <a:pt x="401" y="805"/>
                    <a:pt x="392" y="805"/>
                  </a:cubicBezTo>
                  <a:cubicBezTo>
                    <a:pt x="379" y="806"/>
                    <a:pt x="366" y="809"/>
                    <a:pt x="356" y="817"/>
                  </a:cubicBezTo>
                  <a:cubicBezTo>
                    <a:pt x="351" y="821"/>
                    <a:pt x="343" y="818"/>
                    <a:pt x="341" y="812"/>
                  </a:cubicBezTo>
                  <a:cubicBezTo>
                    <a:pt x="317" y="731"/>
                    <a:pt x="301" y="644"/>
                    <a:pt x="301" y="559"/>
                  </a:cubicBezTo>
                  <a:cubicBezTo>
                    <a:pt x="301" y="553"/>
                    <a:pt x="292" y="553"/>
                    <a:pt x="291" y="558"/>
                  </a:cubicBezTo>
                  <a:cubicBezTo>
                    <a:pt x="276" y="638"/>
                    <a:pt x="281" y="722"/>
                    <a:pt x="299" y="801"/>
                  </a:cubicBezTo>
                  <a:cubicBezTo>
                    <a:pt x="300" y="805"/>
                    <a:pt x="299" y="808"/>
                    <a:pt x="296" y="811"/>
                  </a:cubicBezTo>
                  <a:cubicBezTo>
                    <a:pt x="285" y="820"/>
                    <a:pt x="269" y="822"/>
                    <a:pt x="255" y="822"/>
                  </a:cubicBezTo>
                  <a:cubicBezTo>
                    <a:pt x="239" y="821"/>
                    <a:pt x="222" y="817"/>
                    <a:pt x="206" y="816"/>
                  </a:cubicBezTo>
                  <a:cubicBezTo>
                    <a:pt x="193" y="816"/>
                    <a:pt x="182" y="817"/>
                    <a:pt x="173" y="822"/>
                  </a:cubicBezTo>
                  <a:cubicBezTo>
                    <a:pt x="168" y="825"/>
                    <a:pt x="162" y="823"/>
                    <a:pt x="160" y="817"/>
                  </a:cubicBezTo>
                  <a:cubicBezTo>
                    <a:pt x="129" y="735"/>
                    <a:pt x="143" y="642"/>
                    <a:pt x="165" y="556"/>
                  </a:cubicBezTo>
                  <a:cubicBezTo>
                    <a:pt x="181" y="488"/>
                    <a:pt x="203" y="419"/>
                    <a:pt x="208" y="349"/>
                  </a:cubicBezTo>
                  <a:cubicBezTo>
                    <a:pt x="208" y="349"/>
                    <a:pt x="208" y="348"/>
                    <a:pt x="209" y="348"/>
                  </a:cubicBezTo>
                  <a:cubicBezTo>
                    <a:pt x="210" y="328"/>
                    <a:pt x="210" y="308"/>
                    <a:pt x="209" y="288"/>
                  </a:cubicBezTo>
                  <a:cubicBezTo>
                    <a:pt x="209" y="285"/>
                    <a:pt x="207" y="282"/>
                    <a:pt x="204" y="280"/>
                  </a:cubicBezTo>
                  <a:cubicBezTo>
                    <a:pt x="201" y="279"/>
                    <a:pt x="198" y="277"/>
                    <a:pt x="194" y="275"/>
                  </a:cubicBezTo>
                  <a:cubicBezTo>
                    <a:pt x="103" y="223"/>
                    <a:pt x="34" y="133"/>
                    <a:pt x="3" y="33"/>
                  </a:cubicBezTo>
                  <a:cubicBezTo>
                    <a:pt x="2" y="31"/>
                    <a:pt x="2" y="29"/>
                    <a:pt x="1" y="27"/>
                  </a:cubicBezTo>
                  <a:cubicBezTo>
                    <a:pt x="0" y="23"/>
                    <a:pt x="2" y="18"/>
                    <a:pt x="5" y="16"/>
                  </a:cubicBezTo>
                  <a:cubicBezTo>
                    <a:pt x="14" y="11"/>
                    <a:pt x="23" y="7"/>
                    <a:pt x="31" y="2"/>
                  </a:cubicBezTo>
                  <a:cubicBezTo>
                    <a:pt x="36" y="0"/>
                    <a:pt x="41" y="1"/>
                    <a:pt x="44" y="5"/>
                  </a:cubicBezTo>
                  <a:cubicBezTo>
                    <a:pt x="77" y="60"/>
                    <a:pt x="136" y="99"/>
                    <a:pt x="199" y="106"/>
                  </a:cubicBezTo>
                  <a:cubicBezTo>
                    <a:pt x="225" y="110"/>
                    <a:pt x="250" y="108"/>
                    <a:pt x="276" y="106"/>
                  </a:cubicBezTo>
                  <a:cubicBezTo>
                    <a:pt x="301" y="105"/>
                    <a:pt x="325" y="103"/>
                    <a:pt x="350" y="106"/>
                  </a:cubicBezTo>
                  <a:cubicBezTo>
                    <a:pt x="352" y="106"/>
                    <a:pt x="355" y="106"/>
                    <a:pt x="357" y="107"/>
                  </a:cubicBezTo>
                  <a:cubicBezTo>
                    <a:pt x="435" y="118"/>
                    <a:pt x="504" y="172"/>
                    <a:pt x="539" y="243"/>
                  </a:cubicBezTo>
                  <a:cubicBezTo>
                    <a:pt x="572" y="308"/>
                    <a:pt x="577" y="385"/>
                    <a:pt x="560" y="456"/>
                  </a:cubicBezTo>
                </a:path>
              </a:pathLst>
            </a:custGeom>
            <a:solidFill>
              <a:srgbClr val="ABAB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1" name="ïṩḻïḑé"/>
            <p:cNvSpPr/>
            <p:nvPr/>
          </p:nvSpPr>
          <p:spPr bwMode="auto">
            <a:xfrm>
              <a:off x="7767638" y="5419725"/>
              <a:ext cx="282575" cy="236538"/>
            </a:xfrm>
            <a:custGeom>
              <a:avLst/>
              <a:gdLst>
                <a:gd name="T0" fmla="*/ 75 w 86"/>
                <a:gd name="T1" fmla="*/ 2 h 72"/>
                <a:gd name="T2" fmla="*/ 82 w 86"/>
                <a:gd name="T3" fmla="*/ 5 h 72"/>
                <a:gd name="T4" fmla="*/ 86 w 86"/>
                <a:gd name="T5" fmla="*/ 23 h 72"/>
                <a:gd name="T6" fmla="*/ 79 w 86"/>
                <a:gd name="T7" fmla="*/ 46 h 72"/>
                <a:gd name="T8" fmla="*/ 58 w 86"/>
                <a:gd name="T9" fmla="*/ 57 h 72"/>
                <a:gd name="T10" fmla="*/ 8 w 86"/>
                <a:gd name="T11" fmla="*/ 71 h 72"/>
                <a:gd name="T12" fmla="*/ 3 w 86"/>
                <a:gd name="T13" fmla="*/ 64 h 72"/>
                <a:gd name="T14" fmla="*/ 75 w 86"/>
                <a:gd name="T15" fmla="*/ 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72">
                  <a:moveTo>
                    <a:pt x="75" y="2"/>
                  </a:moveTo>
                  <a:cubicBezTo>
                    <a:pt x="78" y="0"/>
                    <a:pt x="81" y="2"/>
                    <a:pt x="82" y="5"/>
                  </a:cubicBezTo>
                  <a:cubicBezTo>
                    <a:pt x="84" y="11"/>
                    <a:pt x="85" y="17"/>
                    <a:pt x="86" y="23"/>
                  </a:cubicBezTo>
                  <a:cubicBezTo>
                    <a:pt x="86" y="31"/>
                    <a:pt x="84" y="39"/>
                    <a:pt x="79" y="46"/>
                  </a:cubicBezTo>
                  <a:cubicBezTo>
                    <a:pt x="74" y="52"/>
                    <a:pt x="66" y="55"/>
                    <a:pt x="58" y="57"/>
                  </a:cubicBezTo>
                  <a:cubicBezTo>
                    <a:pt x="42" y="63"/>
                    <a:pt x="25" y="68"/>
                    <a:pt x="8" y="71"/>
                  </a:cubicBezTo>
                  <a:cubicBezTo>
                    <a:pt x="3" y="72"/>
                    <a:pt x="0" y="67"/>
                    <a:pt x="3" y="64"/>
                  </a:cubicBezTo>
                  <a:cubicBezTo>
                    <a:pt x="23" y="41"/>
                    <a:pt x="51" y="18"/>
                    <a:pt x="75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2" name="i$ḻïďé"/>
            <p:cNvSpPr/>
            <p:nvPr/>
          </p:nvSpPr>
          <p:spPr bwMode="auto">
            <a:xfrm>
              <a:off x="7024688" y="5521325"/>
              <a:ext cx="317500" cy="168275"/>
            </a:xfrm>
            <a:custGeom>
              <a:avLst/>
              <a:gdLst>
                <a:gd name="T0" fmla="*/ 89 w 96"/>
                <a:gd name="T1" fmla="*/ 1 h 51"/>
                <a:gd name="T2" fmla="*/ 95 w 96"/>
                <a:gd name="T3" fmla="*/ 5 h 51"/>
                <a:gd name="T4" fmla="*/ 94 w 96"/>
                <a:gd name="T5" fmla="*/ 24 h 51"/>
                <a:gd name="T6" fmla="*/ 81 w 96"/>
                <a:gd name="T7" fmla="*/ 44 h 51"/>
                <a:gd name="T8" fmla="*/ 58 w 96"/>
                <a:gd name="T9" fmla="*/ 50 h 51"/>
                <a:gd name="T10" fmla="*/ 6 w 96"/>
                <a:gd name="T11" fmla="*/ 49 h 51"/>
                <a:gd name="T12" fmla="*/ 4 w 96"/>
                <a:gd name="T13" fmla="*/ 40 h 51"/>
                <a:gd name="T14" fmla="*/ 89 w 96"/>
                <a:gd name="T15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" h="51">
                  <a:moveTo>
                    <a:pt x="89" y="1"/>
                  </a:moveTo>
                  <a:cubicBezTo>
                    <a:pt x="92" y="0"/>
                    <a:pt x="95" y="2"/>
                    <a:pt x="95" y="5"/>
                  </a:cubicBezTo>
                  <a:cubicBezTo>
                    <a:pt x="96" y="12"/>
                    <a:pt x="95" y="18"/>
                    <a:pt x="94" y="24"/>
                  </a:cubicBezTo>
                  <a:cubicBezTo>
                    <a:pt x="92" y="32"/>
                    <a:pt x="88" y="39"/>
                    <a:pt x="81" y="44"/>
                  </a:cubicBezTo>
                  <a:cubicBezTo>
                    <a:pt x="75" y="48"/>
                    <a:pt x="66" y="49"/>
                    <a:pt x="58" y="50"/>
                  </a:cubicBezTo>
                  <a:cubicBezTo>
                    <a:pt x="41" y="51"/>
                    <a:pt x="23" y="51"/>
                    <a:pt x="6" y="49"/>
                  </a:cubicBezTo>
                  <a:cubicBezTo>
                    <a:pt x="1" y="49"/>
                    <a:pt x="0" y="43"/>
                    <a:pt x="4" y="40"/>
                  </a:cubicBezTo>
                  <a:cubicBezTo>
                    <a:pt x="29" y="24"/>
                    <a:pt x="62" y="10"/>
                    <a:pt x="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3" name="íš1iḋè"/>
            <p:cNvSpPr/>
            <p:nvPr/>
          </p:nvSpPr>
          <p:spPr bwMode="auto">
            <a:xfrm>
              <a:off x="6886575" y="3355975"/>
              <a:ext cx="1206500" cy="1585913"/>
            </a:xfrm>
            <a:custGeom>
              <a:avLst/>
              <a:gdLst>
                <a:gd name="T0" fmla="*/ 363 w 366"/>
                <a:gd name="T1" fmla="*/ 445 h 481"/>
                <a:gd name="T2" fmla="*/ 348 w 366"/>
                <a:gd name="T3" fmla="*/ 457 h 481"/>
                <a:gd name="T4" fmla="*/ 319 w 366"/>
                <a:gd name="T5" fmla="*/ 463 h 481"/>
                <a:gd name="T6" fmla="*/ 290 w 366"/>
                <a:gd name="T7" fmla="*/ 462 h 481"/>
                <a:gd name="T8" fmla="*/ 263 w 366"/>
                <a:gd name="T9" fmla="*/ 461 h 481"/>
                <a:gd name="T10" fmla="*/ 227 w 366"/>
                <a:gd name="T11" fmla="*/ 473 h 481"/>
                <a:gd name="T12" fmla="*/ 212 w 366"/>
                <a:gd name="T13" fmla="*/ 468 h 481"/>
                <a:gd name="T14" fmla="*/ 172 w 366"/>
                <a:gd name="T15" fmla="*/ 215 h 481"/>
                <a:gd name="T16" fmla="*/ 163 w 366"/>
                <a:gd name="T17" fmla="*/ 212 h 481"/>
                <a:gd name="T18" fmla="*/ 162 w 366"/>
                <a:gd name="T19" fmla="*/ 214 h 481"/>
                <a:gd name="T20" fmla="*/ 170 w 366"/>
                <a:gd name="T21" fmla="*/ 457 h 481"/>
                <a:gd name="T22" fmla="*/ 167 w 366"/>
                <a:gd name="T23" fmla="*/ 467 h 481"/>
                <a:gd name="T24" fmla="*/ 126 w 366"/>
                <a:gd name="T25" fmla="*/ 478 h 481"/>
                <a:gd name="T26" fmla="*/ 103 w 366"/>
                <a:gd name="T27" fmla="*/ 475 h 481"/>
                <a:gd name="T28" fmla="*/ 77 w 366"/>
                <a:gd name="T29" fmla="*/ 472 h 481"/>
                <a:gd name="T30" fmla="*/ 44 w 366"/>
                <a:gd name="T31" fmla="*/ 478 h 481"/>
                <a:gd name="T32" fmla="*/ 31 w 366"/>
                <a:gd name="T33" fmla="*/ 473 h 481"/>
                <a:gd name="T34" fmla="*/ 36 w 366"/>
                <a:gd name="T35" fmla="*/ 212 h 481"/>
                <a:gd name="T36" fmla="*/ 79 w 366"/>
                <a:gd name="T37" fmla="*/ 5 h 481"/>
                <a:gd name="T38" fmla="*/ 80 w 366"/>
                <a:gd name="T39" fmla="*/ 4 h 481"/>
                <a:gd name="T40" fmla="*/ 254 w 366"/>
                <a:gd name="T41" fmla="*/ 4 h 481"/>
                <a:gd name="T42" fmla="*/ 280 w 366"/>
                <a:gd name="T43" fmla="*/ 0 h 481"/>
                <a:gd name="T44" fmla="*/ 303 w 366"/>
                <a:gd name="T45" fmla="*/ 167 h 481"/>
                <a:gd name="T46" fmla="*/ 364 w 366"/>
                <a:gd name="T47" fmla="*/ 435 h 481"/>
                <a:gd name="T48" fmla="*/ 363 w 366"/>
                <a:gd name="T49" fmla="*/ 445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6" h="481">
                  <a:moveTo>
                    <a:pt x="363" y="445"/>
                  </a:moveTo>
                  <a:cubicBezTo>
                    <a:pt x="359" y="450"/>
                    <a:pt x="354" y="454"/>
                    <a:pt x="348" y="457"/>
                  </a:cubicBezTo>
                  <a:cubicBezTo>
                    <a:pt x="339" y="461"/>
                    <a:pt x="329" y="463"/>
                    <a:pt x="319" y="463"/>
                  </a:cubicBezTo>
                  <a:cubicBezTo>
                    <a:pt x="309" y="464"/>
                    <a:pt x="300" y="463"/>
                    <a:pt x="290" y="462"/>
                  </a:cubicBezTo>
                  <a:cubicBezTo>
                    <a:pt x="281" y="461"/>
                    <a:pt x="272" y="461"/>
                    <a:pt x="263" y="461"/>
                  </a:cubicBezTo>
                  <a:cubicBezTo>
                    <a:pt x="250" y="462"/>
                    <a:pt x="237" y="465"/>
                    <a:pt x="227" y="473"/>
                  </a:cubicBezTo>
                  <a:cubicBezTo>
                    <a:pt x="222" y="477"/>
                    <a:pt x="214" y="474"/>
                    <a:pt x="212" y="468"/>
                  </a:cubicBezTo>
                  <a:cubicBezTo>
                    <a:pt x="188" y="387"/>
                    <a:pt x="172" y="300"/>
                    <a:pt x="172" y="215"/>
                  </a:cubicBezTo>
                  <a:cubicBezTo>
                    <a:pt x="172" y="210"/>
                    <a:pt x="165" y="209"/>
                    <a:pt x="163" y="212"/>
                  </a:cubicBezTo>
                  <a:cubicBezTo>
                    <a:pt x="163" y="213"/>
                    <a:pt x="162" y="214"/>
                    <a:pt x="162" y="214"/>
                  </a:cubicBezTo>
                  <a:cubicBezTo>
                    <a:pt x="147" y="294"/>
                    <a:pt x="152" y="378"/>
                    <a:pt x="170" y="457"/>
                  </a:cubicBezTo>
                  <a:cubicBezTo>
                    <a:pt x="171" y="461"/>
                    <a:pt x="170" y="464"/>
                    <a:pt x="167" y="467"/>
                  </a:cubicBezTo>
                  <a:cubicBezTo>
                    <a:pt x="156" y="476"/>
                    <a:pt x="140" y="478"/>
                    <a:pt x="126" y="478"/>
                  </a:cubicBezTo>
                  <a:cubicBezTo>
                    <a:pt x="118" y="477"/>
                    <a:pt x="110" y="476"/>
                    <a:pt x="103" y="475"/>
                  </a:cubicBezTo>
                  <a:cubicBezTo>
                    <a:pt x="94" y="474"/>
                    <a:pt x="86" y="473"/>
                    <a:pt x="77" y="472"/>
                  </a:cubicBezTo>
                  <a:cubicBezTo>
                    <a:pt x="64" y="472"/>
                    <a:pt x="53" y="473"/>
                    <a:pt x="44" y="478"/>
                  </a:cubicBezTo>
                  <a:cubicBezTo>
                    <a:pt x="39" y="481"/>
                    <a:pt x="33" y="479"/>
                    <a:pt x="31" y="473"/>
                  </a:cubicBezTo>
                  <a:cubicBezTo>
                    <a:pt x="0" y="391"/>
                    <a:pt x="14" y="298"/>
                    <a:pt x="36" y="212"/>
                  </a:cubicBezTo>
                  <a:cubicBezTo>
                    <a:pt x="52" y="144"/>
                    <a:pt x="74" y="75"/>
                    <a:pt x="79" y="5"/>
                  </a:cubicBezTo>
                  <a:cubicBezTo>
                    <a:pt x="79" y="5"/>
                    <a:pt x="79" y="4"/>
                    <a:pt x="80" y="4"/>
                  </a:cubicBezTo>
                  <a:cubicBezTo>
                    <a:pt x="137" y="11"/>
                    <a:pt x="196" y="10"/>
                    <a:pt x="254" y="4"/>
                  </a:cubicBezTo>
                  <a:cubicBezTo>
                    <a:pt x="263" y="3"/>
                    <a:pt x="272" y="2"/>
                    <a:pt x="280" y="0"/>
                  </a:cubicBezTo>
                  <a:cubicBezTo>
                    <a:pt x="287" y="80"/>
                    <a:pt x="296" y="101"/>
                    <a:pt x="303" y="167"/>
                  </a:cubicBezTo>
                  <a:cubicBezTo>
                    <a:pt x="312" y="247"/>
                    <a:pt x="324" y="364"/>
                    <a:pt x="364" y="435"/>
                  </a:cubicBezTo>
                  <a:cubicBezTo>
                    <a:pt x="366" y="438"/>
                    <a:pt x="366" y="442"/>
                    <a:pt x="363" y="445"/>
                  </a:cubicBezTo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4" name="iṡlíḓè"/>
            <p:cNvSpPr/>
            <p:nvPr/>
          </p:nvSpPr>
          <p:spPr bwMode="auto">
            <a:xfrm>
              <a:off x="7621588" y="3521075"/>
              <a:ext cx="146050" cy="138113"/>
            </a:xfrm>
            <a:custGeom>
              <a:avLst/>
              <a:gdLst>
                <a:gd name="T0" fmla="*/ 42 w 44"/>
                <a:gd name="T1" fmla="*/ 42 h 42"/>
                <a:gd name="T2" fmla="*/ 13 w 44"/>
                <a:gd name="T3" fmla="*/ 30 h 42"/>
                <a:gd name="T4" fmla="*/ 0 w 44"/>
                <a:gd name="T5" fmla="*/ 0 h 42"/>
                <a:gd name="T6" fmla="*/ 5 w 44"/>
                <a:gd name="T7" fmla="*/ 0 h 42"/>
                <a:gd name="T8" fmla="*/ 16 w 44"/>
                <a:gd name="T9" fmla="*/ 27 h 42"/>
                <a:gd name="T10" fmla="*/ 44 w 44"/>
                <a:gd name="T11" fmla="*/ 37 h 42"/>
                <a:gd name="T12" fmla="*/ 44 w 44"/>
                <a:gd name="T13" fmla="*/ 42 h 42"/>
                <a:gd name="T14" fmla="*/ 42 w 44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42">
                  <a:moveTo>
                    <a:pt x="42" y="42"/>
                  </a:moveTo>
                  <a:cubicBezTo>
                    <a:pt x="31" y="42"/>
                    <a:pt x="21" y="38"/>
                    <a:pt x="13" y="30"/>
                  </a:cubicBezTo>
                  <a:cubicBezTo>
                    <a:pt x="5" y="23"/>
                    <a:pt x="0" y="11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10"/>
                    <a:pt x="9" y="20"/>
                    <a:pt x="16" y="27"/>
                  </a:cubicBezTo>
                  <a:cubicBezTo>
                    <a:pt x="23" y="34"/>
                    <a:pt x="34" y="37"/>
                    <a:pt x="44" y="37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3" y="42"/>
                    <a:pt x="43" y="42"/>
                    <a:pt x="42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5" name="ïslîḓê"/>
            <p:cNvSpPr/>
            <p:nvPr/>
          </p:nvSpPr>
          <p:spPr bwMode="auto">
            <a:xfrm>
              <a:off x="7156450" y="3521075"/>
              <a:ext cx="149225" cy="138113"/>
            </a:xfrm>
            <a:custGeom>
              <a:avLst/>
              <a:gdLst>
                <a:gd name="T0" fmla="*/ 2 w 45"/>
                <a:gd name="T1" fmla="*/ 42 h 42"/>
                <a:gd name="T2" fmla="*/ 0 w 45"/>
                <a:gd name="T3" fmla="*/ 42 h 42"/>
                <a:gd name="T4" fmla="*/ 1 w 45"/>
                <a:gd name="T5" fmla="*/ 37 h 42"/>
                <a:gd name="T6" fmla="*/ 28 w 45"/>
                <a:gd name="T7" fmla="*/ 27 h 42"/>
                <a:gd name="T8" fmla="*/ 40 w 45"/>
                <a:gd name="T9" fmla="*/ 0 h 42"/>
                <a:gd name="T10" fmla="*/ 45 w 45"/>
                <a:gd name="T11" fmla="*/ 0 h 42"/>
                <a:gd name="T12" fmla="*/ 32 w 45"/>
                <a:gd name="T13" fmla="*/ 30 h 42"/>
                <a:gd name="T14" fmla="*/ 2 w 45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42">
                  <a:moveTo>
                    <a:pt x="2" y="42"/>
                  </a:moveTo>
                  <a:cubicBezTo>
                    <a:pt x="2" y="42"/>
                    <a:pt x="1" y="42"/>
                    <a:pt x="0" y="42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1" y="37"/>
                    <a:pt x="21" y="34"/>
                    <a:pt x="28" y="27"/>
                  </a:cubicBezTo>
                  <a:cubicBezTo>
                    <a:pt x="35" y="20"/>
                    <a:pt x="40" y="10"/>
                    <a:pt x="4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1"/>
                    <a:pt x="40" y="23"/>
                    <a:pt x="32" y="30"/>
                  </a:cubicBezTo>
                  <a:cubicBezTo>
                    <a:pt x="24" y="38"/>
                    <a:pt x="13" y="42"/>
                    <a:pt x="2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6" name="îṧlîdè"/>
            <p:cNvSpPr/>
            <p:nvPr/>
          </p:nvSpPr>
          <p:spPr bwMode="auto">
            <a:xfrm>
              <a:off x="7724775" y="3214688"/>
              <a:ext cx="85725" cy="155575"/>
            </a:xfrm>
            <a:custGeom>
              <a:avLst/>
              <a:gdLst>
                <a:gd name="T0" fmla="*/ 23 w 26"/>
                <a:gd name="T1" fmla="*/ 0 h 47"/>
                <a:gd name="T2" fmla="*/ 0 w 26"/>
                <a:gd name="T3" fmla="*/ 38 h 47"/>
                <a:gd name="T4" fmla="*/ 0 w 26"/>
                <a:gd name="T5" fmla="*/ 47 h 47"/>
                <a:gd name="T6" fmla="*/ 0 w 26"/>
                <a:gd name="T7" fmla="*/ 47 h 47"/>
                <a:gd name="T8" fmla="*/ 26 w 26"/>
                <a:gd name="T9" fmla="*/ 43 h 47"/>
                <a:gd name="T10" fmla="*/ 26 w 26"/>
                <a:gd name="T11" fmla="*/ 35 h 47"/>
                <a:gd name="T12" fmla="*/ 23 w 26"/>
                <a:gd name="T13" fmla="*/ 0 h 47"/>
                <a:gd name="T14" fmla="*/ 23 w 26"/>
                <a:gd name="T1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47">
                  <a:moveTo>
                    <a:pt x="23" y="0"/>
                  </a:moveTo>
                  <a:cubicBezTo>
                    <a:pt x="10" y="7"/>
                    <a:pt x="1" y="23"/>
                    <a:pt x="0" y="38"/>
                  </a:cubicBezTo>
                  <a:cubicBezTo>
                    <a:pt x="0" y="41"/>
                    <a:pt x="0" y="44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9" y="46"/>
                    <a:pt x="18" y="45"/>
                    <a:pt x="26" y="43"/>
                  </a:cubicBezTo>
                  <a:cubicBezTo>
                    <a:pt x="26" y="41"/>
                    <a:pt x="26" y="38"/>
                    <a:pt x="26" y="35"/>
                  </a:cubicBezTo>
                  <a:cubicBezTo>
                    <a:pt x="25" y="25"/>
                    <a:pt x="24" y="13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7" name="íṣlídé"/>
            <p:cNvSpPr/>
            <p:nvPr/>
          </p:nvSpPr>
          <p:spPr bwMode="auto">
            <a:xfrm>
              <a:off x="7724775" y="3355975"/>
              <a:ext cx="368300" cy="1506538"/>
            </a:xfrm>
            <a:custGeom>
              <a:avLst/>
              <a:gdLst>
                <a:gd name="T0" fmla="*/ 26 w 112"/>
                <a:gd name="T1" fmla="*/ 0 h 457"/>
                <a:gd name="T2" fmla="*/ 26 w 112"/>
                <a:gd name="T3" fmla="*/ 0 h 457"/>
                <a:gd name="T4" fmla="*/ 0 w 112"/>
                <a:gd name="T5" fmla="*/ 4 h 457"/>
                <a:gd name="T6" fmla="*/ 13 w 112"/>
                <a:gd name="T7" fmla="*/ 54 h 457"/>
                <a:gd name="T8" fmla="*/ 19 w 112"/>
                <a:gd name="T9" fmla="*/ 114 h 457"/>
                <a:gd name="T10" fmla="*/ 9 w 112"/>
                <a:gd name="T11" fmla="*/ 167 h 457"/>
                <a:gd name="T12" fmla="*/ 33 w 112"/>
                <a:gd name="T13" fmla="*/ 205 h 457"/>
                <a:gd name="T14" fmla="*/ 29 w 112"/>
                <a:gd name="T15" fmla="*/ 288 h 457"/>
                <a:gd name="T16" fmla="*/ 49 w 112"/>
                <a:gd name="T17" fmla="*/ 332 h 457"/>
                <a:gd name="T18" fmla="*/ 55 w 112"/>
                <a:gd name="T19" fmla="*/ 402 h 457"/>
                <a:gd name="T20" fmla="*/ 94 w 112"/>
                <a:gd name="T21" fmla="*/ 457 h 457"/>
                <a:gd name="T22" fmla="*/ 109 w 112"/>
                <a:gd name="T23" fmla="*/ 445 h 457"/>
                <a:gd name="T24" fmla="*/ 112 w 112"/>
                <a:gd name="T25" fmla="*/ 439 h 457"/>
                <a:gd name="T26" fmla="*/ 110 w 112"/>
                <a:gd name="T27" fmla="*/ 435 h 457"/>
                <a:gd name="T28" fmla="*/ 49 w 112"/>
                <a:gd name="T29" fmla="*/ 167 h 457"/>
                <a:gd name="T30" fmla="*/ 26 w 112"/>
                <a:gd name="T31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2" h="45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8" y="2"/>
                    <a:pt x="9" y="3"/>
                    <a:pt x="0" y="4"/>
                  </a:cubicBezTo>
                  <a:cubicBezTo>
                    <a:pt x="1" y="21"/>
                    <a:pt x="8" y="38"/>
                    <a:pt x="13" y="54"/>
                  </a:cubicBezTo>
                  <a:cubicBezTo>
                    <a:pt x="20" y="74"/>
                    <a:pt x="26" y="95"/>
                    <a:pt x="19" y="114"/>
                  </a:cubicBezTo>
                  <a:cubicBezTo>
                    <a:pt x="13" y="132"/>
                    <a:pt x="4" y="149"/>
                    <a:pt x="9" y="167"/>
                  </a:cubicBezTo>
                  <a:cubicBezTo>
                    <a:pt x="13" y="183"/>
                    <a:pt x="25" y="190"/>
                    <a:pt x="33" y="205"/>
                  </a:cubicBezTo>
                  <a:cubicBezTo>
                    <a:pt x="47" y="229"/>
                    <a:pt x="25" y="260"/>
                    <a:pt x="29" y="288"/>
                  </a:cubicBezTo>
                  <a:cubicBezTo>
                    <a:pt x="32" y="304"/>
                    <a:pt x="44" y="317"/>
                    <a:pt x="49" y="332"/>
                  </a:cubicBezTo>
                  <a:cubicBezTo>
                    <a:pt x="57" y="354"/>
                    <a:pt x="51" y="379"/>
                    <a:pt x="55" y="402"/>
                  </a:cubicBezTo>
                  <a:cubicBezTo>
                    <a:pt x="59" y="425"/>
                    <a:pt x="74" y="445"/>
                    <a:pt x="94" y="457"/>
                  </a:cubicBezTo>
                  <a:cubicBezTo>
                    <a:pt x="100" y="454"/>
                    <a:pt x="105" y="450"/>
                    <a:pt x="109" y="445"/>
                  </a:cubicBezTo>
                  <a:cubicBezTo>
                    <a:pt x="111" y="444"/>
                    <a:pt x="112" y="441"/>
                    <a:pt x="112" y="439"/>
                  </a:cubicBezTo>
                  <a:cubicBezTo>
                    <a:pt x="112" y="438"/>
                    <a:pt x="111" y="436"/>
                    <a:pt x="110" y="435"/>
                  </a:cubicBezTo>
                  <a:cubicBezTo>
                    <a:pt x="70" y="364"/>
                    <a:pt x="58" y="247"/>
                    <a:pt x="49" y="167"/>
                  </a:cubicBezTo>
                  <a:cubicBezTo>
                    <a:pt x="42" y="101"/>
                    <a:pt x="33" y="80"/>
                    <a:pt x="26" y="0"/>
                  </a:cubicBezTo>
                </a:path>
              </a:pathLst>
            </a:custGeom>
            <a:solidFill>
              <a:srgbClr val="E19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8" name="íṣľîḑe"/>
            <p:cNvSpPr/>
            <p:nvPr/>
          </p:nvSpPr>
          <p:spPr bwMode="auto">
            <a:xfrm>
              <a:off x="7639050" y="2574925"/>
              <a:ext cx="168275" cy="100013"/>
            </a:xfrm>
            <a:custGeom>
              <a:avLst/>
              <a:gdLst>
                <a:gd name="T0" fmla="*/ 0 w 51"/>
                <a:gd name="T1" fmla="*/ 0 h 30"/>
                <a:gd name="T2" fmla="*/ 5 w 51"/>
                <a:gd name="T3" fmla="*/ 9 h 30"/>
                <a:gd name="T4" fmla="*/ 21 w 51"/>
                <a:gd name="T5" fmla="*/ 21 h 30"/>
                <a:gd name="T6" fmla="*/ 24 w 51"/>
                <a:gd name="T7" fmla="*/ 5 h 30"/>
                <a:gd name="T8" fmla="*/ 29 w 51"/>
                <a:gd name="T9" fmla="*/ 6 h 30"/>
                <a:gd name="T10" fmla="*/ 26 w 51"/>
                <a:gd name="T11" fmla="*/ 23 h 30"/>
                <a:gd name="T12" fmla="*/ 36 w 51"/>
                <a:gd name="T13" fmla="*/ 26 h 30"/>
                <a:gd name="T14" fmla="*/ 51 w 51"/>
                <a:gd name="T15" fmla="*/ 30 h 30"/>
                <a:gd name="T16" fmla="*/ 49 w 51"/>
                <a:gd name="T17" fmla="*/ 13 h 30"/>
                <a:gd name="T18" fmla="*/ 0 w 51"/>
                <a:gd name="T1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30">
                  <a:moveTo>
                    <a:pt x="0" y="0"/>
                  </a:moveTo>
                  <a:cubicBezTo>
                    <a:pt x="1" y="3"/>
                    <a:pt x="3" y="6"/>
                    <a:pt x="5" y="9"/>
                  </a:cubicBezTo>
                  <a:cubicBezTo>
                    <a:pt x="9" y="14"/>
                    <a:pt x="15" y="18"/>
                    <a:pt x="21" y="21"/>
                  </a:cubicBezTo>
                  <a:cubicBezTo>
                    <a:pt x="21" y="15"/>
                    <a:pt x="23" y="10"/>
                    <a:pt x="24" y="5"/>
                  </a:cubicBezTo>
                  <a:cubicBezTo>
                    <a:pt x="26" y="5"/>
                    <a:pt x="27" y="6"/>
                    <a:pt x="29" y="6"/>
                  </a:cubicBezTo>
                  <a:cubicBezTo>
                    <a:pt x="27" y="11"/>
                    <a:pt x="26" y="17"/>
                    <a:pt x="26" y="23"/>
                  </a:cubicBezTo>
                  <a:cubicBezTo>
                    <a:pt x="29" y="24"/>
                    <a:pt x="33" y="25"/>
                    <a:pt x="36" y="26"/>
                  </a:cubicBezTo>
                  <a:cubicBezTo>
                    <a:pt x="41" y="27"/>
                    <a:pt x="46" y="29"/>
                    <a:pt x="51" y="30"/>
                  </a:cubicBezTo>
                  <a:cubicBezTo>
                    <a:pt x="51" y="24"/>
                    <a:pt x="50" y="19"/>
                    <a:pt x="49" y="13"/>
                  </a:cubicBezTo>
                  <a:cubicBezTo>
                    <a:pt x="33" y="7"/>
                    <a:pt x="17" y="2"/>
                    <a:pt x="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9" name="íš1iḍê"/>
            <p:cNvSpPr/>
            <p:nvPr/>
          </p:nvSpPr>
          <p:spPr bwMode="auto">
            <a:xfrm>
              <a:off x="7816850" y="2625725"/>
              <a:ext cx="342900" cy="325438"/>
            </a:xfrm>
            <a:custGeom>
              <a:avLst/>
              <a:gdLst>
                <a:gd name="T0" fmla="*/ 0 w 104"/>
                <a:gd name="T1" fmla="*/ 0 h 99"/>
                <a:gd name="T2" fmla="*/ 3 w 104"/>
                <a:gd name="T3" fmla="*/ 18 h 99"/>
                <a:gd name="T4" fmla="*/ 15 w 104"/>
                <a:gd name="T5" fmla="*/ 26 h 99"/>
                <a:gd name="T6" fmla="*/ 48 w 104"/>
                <a:gd name="T7" fmla="*/ 80 h 99"/>
                <a:gd name="T8" fmla="*/ 87 w 104"/>
                <a:gd name="T9" fmla="*/ 99 h 99"/>
                <a:gd name="T10" fmla="*/ 87 w 104"/>
                <a:gd name="T11" fmla="*/ 99 h 99"/>
                <a:gd name="T12" fmla="*/ 104 w 104"/>
                <a:gd name="T13" fmla="*/ 81 h 99"/>
                <a:gd name="T14" fmla="*/ 0 w 104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99">
                  <a:moveTo>
                    <a:pt x="0" y="0"/>
                  </a:moveTo>
                  <a:cubicBezTo>
                    <a:pt x="1" y="6"/>
                    <a:pt x="2" y="12"/>
                    <a:pt x="3" y="18"/>
                  </a:cubicBezTo>
                  <a:cubicBezTo>
                    <a:pt x="7" y="20"/>
                    <a:pt x="11" y="22"/>
                    <a:pt x="15" y="26"/>
                  </a:cubicBezTo>
                  <a:cubicBezTo>
                    <a:pt x="30" y="40"/>
                    <a:pt x="31" y="67"/>
                    <a:pt x="48" y="80"/>
                  </a:cubicBezTo>
                  <a:cubicBezTo>
                    <a:pt x="60" y="88"/>
                    <a:pt x="77" y="8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93" y="93"/>
                    <a:pt x="99" y="88"/>
                    <a:pt x="104" y="81"/>
                  </a:cubicBezTo>
                  <a:cubicBezTo>
                    <a:pt x="77" y="46"/>
                    <a:pt x="41" y="17"/>
                    <a:pt x="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0" name="ïṣḷîďè"/>
            <p:cNvSpPr/>
            <p:nvPr/>
          </p:nvSpPr>
          <p:spPr bwMode="auto">
            <a:xfrm>
              <a:off x="8116888" y="2908300"/>
              <a:ext cx="155575" cy="187325"/>
            </a:xfrm>
            <a:custGeom>
              <a:avLst/>
              <a:gdLst>
                <a:gd name="T0" fmla="*/ 16 w 47"/>
                <a:gd name="T1" fmla="*/ 0 h 57"/>
                <a:gd name="T2" fmla="*/ 0 w 47"/>
                <a:gd name="T3" fmla="*/ 16 h 57"/>
                <a:gd name="T4" fmla="*/ 6 w 47"/>
                <a:gd name="T5" fmla="*/ 39 h 57"/>
                <a:gd name="T6" fmla="*/ 25 w 47"/>
                <a:gd name="T7" fmla="*/ 45 h 57"/>
                <a:gd name="T8" fmla="*/ 47 w 47"/>
                <a:gd name="T9" fmla="*/ 57 h 57"/>
                <a:gd name="T10" fmla="*/ 37 w 47"/>
                <a:gd name="T11" fmla="*/ 35 h 57"/>
                <a:gd name="T12" fmla="*/ 16 w 47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57">
                  <a:moveTo>
                    <a:pt x="16" y="0"/>
                  </a:moveTo>
                  <a:cubicBezTo>
                    <a:pt x="11" y="6"/>
                    <a:pt x="5" y="11"/>
                    <a:pt x="0" y="16"/>
                  </a:cubicBezTo>
                  <a:cubicBezTo>
                    <a:pt x="4" y="23"/>
                    <a:pt x="6" y="31"/>
                    <a:pt x="6" y="39"/>
                  </a:cubicBezTo>
                  <a:cubicBezTo>
                    <a:pt x="13" y="41"/>
                    <a:pt x="19" y="43"/>
                    <a:pt x="25" y="45"/>
                  </a:cubicBezTo>
                  <a:cubicBezTo>
                    <a:pt x="33" y="48"/>
                    <a:pt x="40" y="52"/>
                    <a:pt x="47" y="57"/>
                  </a:cubicBezTo>
                  <a:cubicBezTo>
                    <a:pt x="44" y="49"/>
                    <a:pt x="41" y="42"/>
                    <a:pt x="37" y="35"/>
                  </a:cubicBezTo>
                  <a:cubicBezTo>
                    <a:pt x="31" y="22"/>
                    <a:pt x="24" y="11"/>
                    <a:pt x="16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1" name="íṣļiḋe"/>
            <p:cNvSpPr/>
            <p:nvPr/>
          </p:nvSpPr>
          <p:spPr bwMode="auto">
            <a:xfrm>
              <a:off x="8139113" y="3052763"/>
              <a:ext cx="188913" cy="277813"/>
            </a:xfrm>
            <a:custGeom>
              <a:avLst/>
              <a:gdLst>
                <a:gd name="T0" fmla="*/ 0 w 57"/>
                <a:gd name="T1" fmla="*/ 0 h 84"/>
                <a:gd name="T2" fmla="*/ 7 w 57"/>
                <a:gd name="T3" fmla="*/ 40 h 84"/>
                <a:gd name="T4" fmla="*/ 35 w 57"/>
                <a:gd name="T5" fmla="*/ 69 h 84"/>
                <a:gd name="T6" fmla="*/ 40 w 57"/>
                <a:gd name="T7" fmla="*/ 84 h 84"/>
                <a:gd name="T8" fmla="*/ 57 w 57"/>
                <a:gd name="T9" fmla="*/ 73 h 84"/>
                <a:gd name="T10" fmla="*/ 43 w 57"/>
                <a:gd name="T11" fmla="*/ 21 h 84"/>
                <a:gd name="T12" fmla="*/ 16 w 57"/>
                <a:gd name="T13" fmla="*/ 6 h 84"/>
                <a:gd name="T14" fmla="*/ 0 w 57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84">
                  <a:moveTo>
                    <a:pt x="0" y="0"/>
                  </a:moveTo>
                  <a:cubicBezTo>
                    <a:pt x="0" y="14"/>
                    <a:pt x="0" y="29"/>
                    <a:pt x="7" y="40"/>
                  </a:cubicBezTo>
                  <a:cubicBezTo>
                    <a:pt x="14" y="51"/>
                    <a:pt x="28" y="57"/>
                    <a:pt x="35" y="69"/>
                  </a:cubicBezTo>
                  <a:cubicBezTo>
                    <a:pt x="38" y="73"/>
                    <a:pt x="39" y="78"/>
                    <a:pt x="40" y="84"/>
                  </a:cubicBezTo>
                  <a:cubicBezTo>
                    <a:pt x="45" y="80"/>
                    <a:pt x="51" y="76"/>
                    <a:pt x="57" y="73"/>
                  </a:cubicBezTo>
                  <a:cubicBezTo>
                    <a:pt x="54" y="55"/>
                    <a:pt x="49" y="38"/>
                    <a:pt x="43" y="21"/>
                  </a:cubicBezTo>
                  <a:cubicBezTo>
                    <a:pt x="35" y="15"/>
                    <a:pt x="26" y="9"/>
                    <a:pt x="16" y="6"/>
                  </a:cubicBezTo>
                  <a:cubicBezTo>
                    <a:pt x="11" y="3"/>
                    <a:pt x="5" y="2"/>
                    <a:pt x="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2" name="íṣḷîďé"/>
            <p:cNvSpPr/>
            <p:nvPr/>
          </p:nvSpPr>
          <p:spPr bwMode="auto">
            <a:xfrm>
              <a:off x="8221663" y="3309938"/>
              <a:ext cx="119063" cy="415925"/>
            </a:xfrm>
            <a:custGeom>
              <a:avLst/>
              <a:gdLst>
                <a:gd name="T0" fmla="*/ 32 w 36"/>
                <a:gd name="T1" fmla="*/ 0 h 126"/>
                <a:gd name="T2" fmla="*/ 15 w 36"/>
                <a:gd name="T3" fmla="*/ 12 h 126"/>
                <a:gd name="T4" fmla="*/ 5 w 36"/>
                <a:gd name="T5" fmla="*/ 58 h 126"/>
                <a:gd name="T6" fmla="*/ 26 w 36"/>
                <a:gd name="T7" fmla="*/ 125 h 126"/>
                <a:gd name="T8" fmla="*/ 26 w 36"/>
                <a:gd name="T9" fmla="*/ 126 h 126"/>
                <a:gd name="T10" fmla="*/ 36 w 36"/>
                <a:gd name="T11" fmla="*/ 46 h 126"/>
                <a:gd name="T12" fmla="*/ 32 w 36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6">
                  <a:moveTo>
                    <a:pt x="32" y="0"/>
                  </a:moveTo>
                  <a:cubicBezTo>
                    <a:pt x="26" y="3"/>
                    <a:pt x="20" y="7"/>
                    <a:pt x="15" y="12"/>
                  </a:cubicBezTo>
                  <a:cubicBezTo>
                    <a:pt x="14" y="27"/>
                    <a:pt x="7" y="43"/>
                    <a:pt x="5" y="58"/>
                  </a:cubicBezTo>
                  <a:cubicBezTo>
                    <a:pt x="0" y="82"/>
                    <a:pt x="9" y="108"/>
                    <a:pt x="26" y="125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33" y="100"/>
                    <a:pt x="36" y="73"/>
                    <a:pt x="36" y="46"/>
                  </a:cubicBezTo>
                  <a:cubicBezTo>
                    <a:pt x="36" y="31"/>
                    <a:pt x="35" y="15"/>
                    <a:pt x="32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3" name="iṧlîďe"/>
            <p:cNvSpPr/>
            <p:nvPr/>
          </p:nvSpPr>
          <p:spPr bwMode="auto">
            <a:xfrm>
              <a:off x="7799388" y="2617788"/>
              <a:ext cx="26988" cy="66675"/>
            </a:xfrm>
            <a:custGeom>
              <a:avLst/>
              <a:gdLst>
                <a:gd name="T0" fmla="*/ 0 w 8"/>
                <a:gd name="T1" fmla="*/ 0 h 20"/>
                <a:gd name="T2" fmla="*/ 0 w 8"/>
                <a:gd name="T3" fmla="*/ 0 h 20"/>
                <a:gd name="T4" fmla="*/ 2 w 8"/>
                <a:gd name="T5" fmla="*/ 17 h 20"/>
                <a:gd name="T6" fmla="*/ 8 w 8"/>
                <a:gd name="T7" fmla="*/ 20 h 20"/>
                <a:gd name="T8" fmla="*/ 5 w 8"/>
                <a:gd name="T9" fmla="*/ 2 h 20"/>
                <a:gd name="T10" fmla="*/ 5 w 8"/>
                <a:gd name="T11" fmla="*/ 2 h 20"/>
                <a:gd name="T12" fmla="*/ 0 w 8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6"/>
                    <a:pt x="2" y="11"/>
                    <a:pt x="2" y="17"/>
                  </a:cubicBezTo>
                  <a:cubicBezTo>
                    <a:pt x="4" y="18"/>
                    <a:pt x="6" y="19"/>
                    <a:pt x="8" y="20"/>
                  </a:cubicBezTo>
                  <a:cubicBezTo>
                    <a:pt x="7" y="14"/>
                    <a:pt x="6" y="8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3" y="1"/>
                    <a:pt x="2" y="0"/>
                    <a:pt x="0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4" name="ïsļidê"/>
            <p:cNvSpPr/>
            <p:nvPr/>
          </p:nvSpPr>
          <p:spPr bwMode="auto">
            <a:xfrm>
              <a:off x="7707313" y="2592388"/>
              <a:ext cx="574675" cy="530225"/>
            </a:xfrm>
            <a:custGeom>
              <a:avLst/>
              <a:gdLst>
                <a:gd name="T0" fmla="*/ 130 w 174"/>
                <a:gd name="T1" fmla="*/ 135 h 161"/>
                <a:gd name="T2" fmla="*/ 131 w 174"/>
                <a:gd name="T3" fmla="*/ 140 h 161"/>
                <a:gd name="T4" fmla="*/ 147 w 174"/>
                <a:gd name="T5" fmla="*/ 146 h 161"/>
                <a:gd name="T6" fmla="*/ 174 w 174"/>
                <a:gd name="T7" fmla="*/ 161 h 161"/>
                <a:gd name="T8" fmla="*/ 174 w 174"/>
                <a:gd name="T9" fmla="*/ 161 h 161"/>
                <a:gd name="T10" fmla="*/ 171 w 174"/>
                <a:gd name="T11" fmla="*/ 153 h 161"/>
                <a:gd name="T12" fmla="*/ 171 w 174"/>
                <a:gd name="T13" fmla="*/ 153 h 161"/>
                <a:gd name="T14" fmla="*/ 149 w 174"/>
                <a:gd name="T15" fmla="*/ 141 h 161"/>
                <a:gd name="T16" fmla="*/ 130 w 174"/>
                <a:gd name="T17" fmla="*/ 135 h 161"/>
                <a:gd name="T18" fmla="*/ 3 w 174"/>
                <a:gd name="T19" fmla="*/ 0 h 161"/>
                <a:gd name="T20" fmla="*/ 0 w 174"/>
                <a:gd name="T21" fmla="*/ 16 h 161"/>
                <a:gd name="T22" fmla="*/ 5 w 174"/>
                <a:gd name="T23" fmla="*/ 18 h 161"/>
                <a:gd name="T24" fmla="*/ 8 w 174"/>
                <a:gd name="T25" fmla="*/ 1 h 161"/>
                <a:gd name="T26" fmla="*/ 3 w 174"/>
                <a:gd name="T2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4" h="161">
                  <a:moveTo>
                    <a:pt x="130" y="135"/>
                  </a:moveTo>
                  <a:cubicBezTo>
                    <a:pt x="130" y="137"/>
                    <a:pt x="131" y="139"/>
                    <a:pt x="131" y="140"/>
                  </a:cubicBezTo>
                  <a:cubicBezTo>
                    <a:pt x="136" y="142"/>
                    <a:pt x="142" y="143"/>
                    <a:pt x="147" y="146"/>
                  </a:cubicBezTo>
                  <a:cubicBezTo>
                    <a:pt x="157" y="149"/>
                    <a:pt x="166" y="155"/>
                    <a:pt x="174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3" y="158"/>
                    <a:pt x="172" y="155"/>
                    <a:pt x="171" y="153"/>
                  </a:cubicBezTo>
                  <a:cubicBezTo>
                    <a:pt x="171" y="153"/>
                    <a:pt x="171" y="153"/>
                    <a:pt x="171" y="153"/>
                  </a:cubicBezTo>
                  <a:cubicBezTo>
                    <a:pt x="164" y="148"/>
                    <a:pt x="157" y="144"/>
                    <a:pt x="149" y="141"/>
                  </a:cubicBezTo>
                  <a:cubicBezTo>
                    <a:pt x="143" y="139"/>
                    <a:pt x="137" y="137"/>
                    <a:pt x="130" y="135"/>
                  </a:cubicBezTo>
                  <a:moveTo>
                    <a:pt x="3" y="0"/>
                  </a:moveTo>
                  <a:cubicBezTo>
                    <a:pt x="2" y="5"/>
                    <a:pt x="0" y="10"/>
                    <a:pt x="0" y="16"/>
                  </a:cubicBezTo>
                  <a:cubicBezTo>
                    <a:pt x="1" y="16"/>
                    <a:pt x="3" y="17"/>
                    <a:pt x="5" y="18"/>
                  </a:cubicBezTo>
                  <a:cubicBezTo>
                    <a:pt x="5" y="12"/>
                    <a:pt x="6" y="6"/>
                    <a:pt x="8" y="1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5" name="ïṡľíḓé"/>
            <p:cNvSpPr/>
            <p:nvPr/>
          </p:nvSpPr>
          <p:spPr bwMode="auto">
            <a:xfrm>
              <a:off x="8104188" y="2892425"/>
              <a:ext cx="65088" cy="68263"/>
            </a:xfrm>
            <a:custGeom>
              <a:avLst/>
              <a:gdLst>
                <a:gd name="T0" fmla="*/ 17 w 20"/>
                <a:gd name="T1" fmla="*/ 0 h 21"/>
                <a:gd name="T2" fmla="*/ 17 w 20"/>
                <a:gd name="T3" fmla="*/ 0 h 21"/>
                <a:gd name="T4" fmla="*/ 0 w 20"/>
                <a:gd name="T5" fmla="*/ 18 h 21"/>
                <a:gd name="T6" fmla="*/ 4 w 20"/>
                <a:gd name="T7" fmla="*/ 21 h 21"/>
                <a:gd name="T8" fmla="*/ 20 w 20"/>
                <a:gd name="T9" fmla="*/ 5 h 21"/>
                <a:gd name="T10" fmla="*/ 20 w 20"/>
                <a:gd name="T11" fmla="*/ 5 h 21"/>
                <a:gd name="T12" fmla="*/ 17 w 20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1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2" y="7"/>
                    <a:pt x="6" y="12"/>
                    <a:pt x="0" y="18"/>
                  </a:cubicBezTo>
                  <a:cubicBezTo>
                    <a:pt x="2" y="19"/>
                    <a:pt x="3" y="20"/>
                    <a:pt x="4" y="21"/>
                  </a:cubicBezTo>
                  <a:cubicBezTo>
                    <a:pt x="9" y="16"/>
                    <a:pt x="15" y="11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9" y="3"/>
                    <a:pt x="18" y="2"/>
                    <a:pt x="17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6" name="îṣḷîdè"/>
            <p:cNvSpPr/>
            <p:nvPr/>
          </p:nvSpPr>
          <p:spPr bwMode="auto">
            <a:xfrm>
              <a:off x="8272463" y="3294063"/>
              <a:ext cx="55563" cy="55563"/>
            </a:xfrm>
            <a:custGeom>
              <a:avLst/>
              <a:gdLst>
                <a:gd name="T0" fmla="*/ 17 w 17"/>
                <a:gd name="T1" fmla="*/ 0 h 17"/>
                <a:gd name="T2" fmla="*/ 17 w 17"/>
                <a:gd name="T3" fmla="*/ 0 h 17"/>
                <a:gd name="T4" fmla="*/ 0 w 17"/>
                <a:gd name="T5" fmla="*/ 11 h 17"/>
                <a:gd name="T6" fmla="*/ 0 w 17"/>
                <a:gd name="T7" fmla="*/ 17 h 17"/>
                <a:gd name="T8" fmla="*/ 17 w 17"/>
                <a:gd name="T9" fmla="*/ 5 h 17"/>
                <a:gd name="T10" fmla="*/ 17 w 17"/>
                <a:gd name="T11" fmla="*/ 5 h 17"/>
                <a:gd name="T12" fmla="*/ 17 w 17"/>
                <a:gd name="T1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7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1" y="3"/>
                    <a:pt x="5" y="7"/>
                    <a:pt x="0" y="11"/>
                  </a:cubicBezTo>
                  <a:cubicBezTo>
                    <a:pt x="0" y="13"/>
                    <a:pt x="0" y="15"/>
                    <a:pt x="0" y="17"/>
                  </a:cubicBezTo>
                  <a:cubicBezTo>
                    <a:pt x="5" y="12"/>
                    <a:pt x="11" y="8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7" name="iṡlíḍê"/>
            <p:cNvSpPr/>
            <p:nvPr/>
          </p:nvSpPr>
          <p:spPr bwMode="auto">
            <a:xfrm>
              <a:off x="7212013" y="4056063"/>
              <a:ext cx="238125" cy="876300"/>
            </a:xfrm>
            <a:custGeom>
              <a:avLst/>
              <a:gdLst>
                <a:gd name="T0" fmla="*/ 64 w 72"/>
                <a:gd name="T1" fmla="*/ 0 h 266"/>
                <a:gd name="T2" fmla="*/ 43 w 72"/>
                <a:gd name="T3" fmla="*/ 29 h 266"/>
                <a:gd name="T4" fmla="*/ 42 w 72"/>
                <a:gd name="T5" fmla="*/ 70 h 266"/>
                <a:gd name="T6" fmla="*/ 24 w 72"/>
                <a:gd name="T7" fmla="*/ 110 h 266"/>
                <a:gd name="T8" fmla="*/ 24 w 72"/>
                <a:gd name="T9" fmla="*/ 180 h 266"/>
                <a:gd name="T10" fmla="*/ 10 w 72"/>
                <a:gd name="T11" fmla="*/ 221 h 266"/>
                <a:gd name="T12" fmla="*/ 4 w 72"/>
                <a:gd name="T13" fmla="*/ 263 h 266"/>
                <a:gd name="T14" fmla="*/ 27 w 72"/>
                <a:gd name="T15" fmla="*/ 266 h 266"/>
                <a:gd name="T16" fmla="*/ 31 w 72"/>
                <a:gd name="T17" fmla="*/ 266 h 266"/>
                <a:gd name="T18" fmla="*/ 68 w 72"/>
                <a:gd name="T19" fmla="*/ 255 h 266"/>
                <a:gd name="T20" fmla="*/ 72 w 72"/>
                <a:gd name="T21" fmla="*/ 247 h 266"/>
                <a:gd name="T22" fmla="*/ 71 w 72"/>
                <a:gd name="T23" fmla="*/ 245 h 266"/>
                <a:gd name="T24" fmla="*/ 54 w 72"/>
                <a:gd name="T25" fmla="*/ 101 h 266"/>
                <a:gd name="T26" fmla="*/ 63 w 72"/>
                <a:gd name="T27" fmla="*/ 2 h 266"/>
                <a:gd name="T28" fmla="*/ 64 w 72"/>
                <a:gd name="T29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" h="266">
                  <a:moveTo>
                    <a:pt x="64" y="0"/>
                  </a:moveTo>
                  <a:cubicBezTo>
                    <a:pt x="52" y="2"/>
                    <a:pt x="45" y="16"/>
                    <a:pt x="43" y="29"/>
                  </a:cubicBezTo>
                  <a:cubicBezTo>
                    <a:pt x="42" y="42"/>
                    <a:pt x="46" y="56"/>
                    <a:pt x="42" y="70"/>
                  </a:cubicBezTo>
                  <a:cubicBezTo>
                    <a:pt x="39" y="84"/>
                    <a:pt x="28" y="96"/>
                    <a:pt x="24" y="110"/>
                  </a:cubicBezTo>
                  <a:cubicBezTo>
                    <a:pt x="17" y="132"/>
                    <a:pt x="27" y="157"/>
                    <a:pt x="24" y="180"/>
                  </a:cubicBezTo>
                  <a:cubicBezTo>
                    <a:pt x="22" y="194"/>
                    <a:pt x="15" y="208"/>
                    <a:pt x="10" y="221"/>
                  </a:cubicBezTo>
                  <a:cubicBezTo>
                    <a:pt x="4" y="234"/>
                    <a:pt x="0" y="249"/>
                    <a:pt x="4" y="263"/>
                  </a:cubicBezTo>
                  <a:cubicBezTo>
                    <a:pt x="11" y="264"/>
                    <a:pt x="19" y="265"/>
                    <a:pt x="27" y="266"/>
                  </a:cubicBezTo>
                  <a:cubicBezTo>
                    <a:pt x="28" y="266"/>
                    <a:pt x="29" y="266"/>
                    <a:pt x="31" y="266"/>
                  </a:cubicBezTo>
                  <a:cubicBezTo>
                    <a:pt x="44" y="266"/>
                    <a:pt x="58" y="263"/>
                    <a:pt x="68" y="255"/>
                  </a:cubicBezTo>
                  <a:cubicBezTo>
                    <a:pt x="70" y="253"/>
                    <a:pt x="72" y="250"/>
                    <a:pt x="72" y="247"/>
                  </a:cubicBezTo>
                  <a:cubicBezTo>
                    <a:pt x="72" y="247"/>
                    <a:pt x="71" y="246"/>
                    <a:pt x="71" y="245"/>
                  </a:cubicBezTo>
                  <a:cubicBezTo>
                    <a:pt x="60" y="198"/>
                    <a:pt x="54" y="149"/>
                    <a:pt x="54" y="101"/>
                  </a:cubicBezTo>
                  <a:cubicBezTo>
                    <a:pt x="54" y="67"/>
                    <a:pt x="57" y="35"/>
                    <a:pt x="63" y="2"/>
                  </a:cubicBezTo>
                  <a:cubicBezTo>
                    <a:pt x="63" y="2"/>
                    <a:pt x="64" y="1"/>
                    <a:pt x="64" y="0"/>
                  </a:cubicBezTo>
                </a:path>
              </a:pathLst>
            </a:custGeom>
            <a:solidFill>
              <a:srgbClr val="E19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8" name="íŝḻídé"/>
            <p:cNvSpPr/>
            <p:nvPr/>
          </p:nvSpPr>
          <p:spPr bwMode="auto">
            <a:xfrm>
              <a:off x="6470650" y="2332038"/>
              <a:ext cx="633413" cy="796925"/>
            </a:xfrm>
            <a:custGeom>
              <a:avLst/>
              <a:gdLst>
                <a:gd name="T0" fmla="*/ 2 w 192"/>
                <a:gd name="T1" fmla="*/ 0 h 242"/>
                <a:gd name="T2" fmla="*/ 0 w 192"/>
                <a:gd name="T3" fmla="*/ 0 h 242"/>
                <a:gd name="T4" fmla="*/ 191 w 192"/>
                <a:gd name="T5" fmla="*/ 242 h 242"/>
                <a:gd name="T6" fmla="*/ 191 w 192"/>
                <a:gd name="T7" fmla="*/ 242 h 242"/>
                <a:gd name="T8" fmla="*/ 189 w 192"/>
                <a:gd name="T9" fmla="*/ 241 h 242"/>
                <a:gd name="T10" fmla="*/ 192 w 192"/>
                <a:gd name="T11" fmla="*/ 239 h 242"/>
                <a:gd name="T12" fmla="*/ 190 w 192"/>
                <a:gd name="T13" fmla="*/ 222 h 242"/>
                <a:gd name="T14" fmla="*/ 146 w 192"/>
                <a:gd name="T15" fmla="*/ 165 h 242"/>
                <a:gd name="T16" fmla="*/ 105 w 192"/>
                <a:gd name="T17" fmla="*/ 140 h 242"/>
                <a:gd name="T18" fmla="*/ 95 w 192"/>
                <a:gd name="T19" fmla="*/ 106 h 242"/>
                <a:gd name="T20" fmla="*/ 77 w 192"/>
                <a:gd name="T21" fmla="*/ 92 h 242"/>
                <a:gd name="T22" fmla="*/ 43 w 192"/>
                <a:gd name="T23" fmla="*/ 97 h 242"/>
                <a:gd name="T24" fmla="*/ 41 w 192"/>
                <a:gd name="T25" fmla="*/ 92 h 242"/>
                <a:gd name="T26" fmla="*/ 69 w 192"/>
                <a:gd name="T27" fmla="*/ 89 h 242"/>
                <a:gd name="T28" fmla="*/ 43 w 192"/>
                <a:gd name="T29" fmla="*/ 72 h 242"/>
                <a:gd name="T30" fmla="*/ 27 w 192"/>
                <a:gd name="T31" fmla="*/ 9 h 242"/>
                <a:gd name="T32" fmla="*/ 2 w 192"/>
                <a:gd name="T3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2" h="24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31" y="100"/>
                    <a:pt x="100" y="190"/>
                    <a:pt x="191" y="242"/>
                  </a:cubicBezTo>
                  <a:cubicBezTo>
                    <a:pt x="191" y="242"/>
                    <a:pt x="191" y="242"/>
                    <a:pt x="191" y="242"/>
                  </a:cubicBezTo>
                  <a:cubicBezTo>
                    <a:pt x="191" y="241"/>
                    <a:pt x="190" y="241"/>
                    <a:pt x="189" y="241"/>
                  </a:cubicBezTo>
                  <a:cubicBezTo>
                    <a:pt x="190" y="240"/>
                    <a:pt x="191" y="240"/>
                    <a:pt x="192" y="239"/>
                  </a:cubicBezTo>
                  <a:cubicBezTo>
                    <a:pt x="192" y="233"/>
                    <a:pt x="191" y="228"/>
                    <a:pt x="190" y="222"/>
                  </a:cubicBezTo>
                  <a:cubicBezTo>
                    <a:pt x="186" y="197"/>
                    <a:pt x="169" y="175"/>
                    <a:pt x="146" y="165"/>
                  </a:cubicBezTo>
                  <a:cubicBezTo>
                    <a:pt x="131" y="158"/>
                    <a:pt x="112" y="155"/>
                    <a:pt x="105" y="140"/>
                  </a:cubicBezTo>
                  <a:cubicBezTo>
                    <a:pt x="99" y="130"/>
                    <a:pt x="101" y="116"/>
                    <a:pt x="95" y="106"/>
                  </a:cubicBezTo>
                  <a:cubicBezTo>
                    <a:pt x="91" y="99"/>
                    <a:pt x="84" y="95"/>
                    <a:pt x="77" y="92"/>
                  </a:cubicBezTo>
                  <a:cubicBezTo>
                    <a:pt x="66" y="95"/>
                    <a:pt x="55" y="96"/>
                    <a:pt x="43" y="97"/>
                  </a:cubicBezTo>
                  <a:cubicBezTo>
                    <a:pt x="42" y="95"/>
                    <a:pt x="41" y="93"/>
                    <a:pt x="41" y="92"/>
                  </a:cubicBezTo>
                  <a:cubicBezTo>
                    <a:pt x="50" y="91"/>
                    <a:pt x="59" y="90"/>
                    <a:pt x="69" y="89"/>
                  </a:cubicBezTo>
                  <a:cubicBezTo>
                    <a:pt x="59" y="85"/>
                    <a:pt x="49" y="81"/>
                    <a:pt x="43" y="72"/>
                  </a:cubicBezTo>
                  <a:cubicBezTo>
                    <a:pt x="30" y="54"/>
                    <a:pt x="42" y="26"/>
                    <a:pt x="27" y="9"/>
                  </a:cubicBezTo>
                  <a:cubicBezTo>
                    <a:pt x="21" y="2"/>
                    <a:pt x="12" y="0"/>
                    <a:pt x="2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9" name="îśḷîḓê"/>
            <p:cNvSpPr/>
            <p:nvPr/>
          </p:nvSpPr>
          <p:spPr bwMode="auto">
            <a:xfrm>
              <a:off x="7094538" y="3119438"/>
              <a:ext cx="9525" cy="9525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1" y="2"/>
                    <a:pt x="2" y="2"/>
                    <a:pt x="2" y="3"/>
                  </a:cubicBezTo>
                  <a:cubicBezTo>
                    <a:pt x="3" y="2"/>
                    <a:pt x="3" y="1"/>
                    <a:pt x="3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0" name="ï$ļîḋê"/>
            <p:cNvSpPr/>
            <p:nvPr/>
          </p:nvSpPr>
          <p:spPr bwMode="auto">
            <a:xfrm>
              <a:off x="4524375" y="3619500"/>
              <a:ext cx="471488" cy="715963"/>
            </a:xfrm>
            <a:custGeom>
              <a:avLst/>
              <a:gdLst>
                <a:gd name="T0" fmla="*/ 2 w 143"/>
                <a:gd name="T1" fmla="*/ 191 h 217"/>
                <a:gd name="T2" fmla="*/ 13 w 143"/>
                <a:gd name="T3" fmla="*/ 139 h 217"/>
                <a:gd name="T4" fmla="*/ 14 w 143"/>
                <a:gd name="T5" fmla="*/ 134 h 217"/>
                <a:gd name="T6" fmla="*/ 20 w 143"/>
                <a:gd name="T7" fmla="*/ 111 h 217"/>
                <a:gd name="T8" fmla="*/ 20 w 143"/>
                <a:gd name="T9" fmla="*/ 108 h 217"/>
                <a:gd name="T10" fmla="*/ 71 w 143"/>
                <a:gd name="T11" fmla="*/ 11 h 217"/>
                <a:gd name="T12" fmla="*/ 134 w 143"/>
                <a:gd name="T13" fmla="*/ 34 h 217"/>
                <a:gd name="T14" fmla="*/ 143 w 143"/>
                <a:gd name="T15" fmla="*/ 75 h 217"/>
                <a:gd name="T16" fmla="*/ 140 w 143"/>
                <a:gd name="T17" fmla="*/ 100 h 217"/>
                <a:gd name="T18" fmla="*/ 140 w 143"/>
                <a:gd name="T19" fmla="*/ 101 h 217"/>
                <a:gd name="T20" fmla="*/ 112 w 143"/>
                <a:gd name="T21" fmla="*/ 131 h 217"/>
                <a:gd name="T22" fmla="*/ 108 w 143"/>
                <a:gd name="T23" fmla="*/ 132 h 217"/>
                <a:gd name="T24" fmla="*/ 87 w 143"/>
                <a:gd name="T25" fmla="*/ 129 h 217"/>
                <a:gd name="T26" fmla="*/ 86 w 143"/>
                <a:gd name="T27" fmla="*/ 130 h 217"/>
                <a:gd name="T28" fmla="*/ 86 w 143"/>
                <a:gd name="T29" fmla="*/ 130 h 217"/>
                <a:gd name="T30" fmla="*/ 86 w 143"/>
                <a:gd name="T31" fmla="*/ 146 h 217"/>
                <a:gd name="T32" fmla="*/ 87 w 143"/>
                <a:gd name="T33" fmla="*/ 201 h 217"/>
                <a:gd name="T34" fmla="*/ 70 w 143"/>
                <a:gd name="T35" fmla="*/ 209 h 217"/>
                <a:gd name="T36" fmla="*/ 53 w 143"/>
                <a:gd name="T37" fmla="*/ 215 h 217"/>
                <a:gd name="T38" fmla="*/ 4 w 143"/>
                <a:gd name="T39" fmla="*/ 203 h 217"/>
                <a:gd name="T40" fmla="*/ 2 w 143"/>
                <a:gd name="T41" fmla="*/ 200 h 217"/>
                <a:gd name="T42" fmla="*/ 2 w 143"/>
                <a:gd name="T43" fmla="*/ 19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217">
                  <a:moveTo>
                    <a:pt x="2" y="191"/>
                  </a:moveTo>
                  <a:cubicBezTo>
                    <a:pt x="13" y="139"/>
                    <a:pt x="13" y="139"/>
                    <a:pt x="13" y="139"/>
                  </a:cubicBezTo>
                  <a:cubicBezTo>
                    <a:pt x="14" y="134"/>
                    <a:pt x="14" y="134"/>
                    <a:pt x="14" y="134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0"/>
                    <a:pt x="20" y="109"/>
                    <a:pt x="20" y="108"/>
                  </a:cubicBezTo>
                  <a:cubicBezTo>
                    <a:pt x="29" y="67"/>
                    <a:pt x="38" y="28"/>
                    <a:pt x="71" y="11"/>
                  </a:cubicBezTo>
                  <a:cubicBezTo>
                    <a:pt x="94" y="0"/>
                    <a:pt x="122" y="11"/>
                    <a:pt x="134" y="34"/>
                  </a:cubicBezTo>
                  <a:cubicBezTo>
                    <a:pt x="140" y="45"/>
                    <a:pt x="143" y="60"/>
                    <a:pt x="143" y="75"/>
                  </a:cubicBezTo>
                  <a:cubicBezTo>
                    <a:pt x="143" y="84"/>
                    <a:pt x="142" y="92"/>
                    <a:pt x="140" y="100"/>
                  </a:cubicBezTo>
                  <a:cubicBezTo>
                    <a:pt x="140" y="100"/>
                    <a:pt x="140" y="101"/>
                    <a:pt x="140" y="101"/>
                  </a:cubicBezTo>
                  <a:cubicBezTo>
                    <a:pt x="136" y="114"/>
                    <a:pt x="126" y="127"/>
                    <a:pt x="112" y="131"/>
                  </a:cubicBezTo>
                  <a:cubicBezTo>
                    <a:pt x="111" y="132"/>
                    <a:pt x="110" y="132"/>
                    <a:pt x="108" y="132"/>
                  </a:cubicBezTo>
                  <a:cubicBezTo>
                    <a:pt x="101" y="133"/>
                    <a:pt x="93" y="132"/>
                    <a:pt x="87" y="129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35"/>
                    <a:pt x="86" y="141"/>
                    <a:pt x="86" y="146"/>
                  </a:cubicBezTo>
                  <a:cubicBezTo>
                    <a:pt x="86" y="149"/>
                    <a:pt x="87" y="201"/>
                    <a:pt x="87" y="201"/>
                  </a:cubicBezTo>
                  <a:cubicBezTo>
                    <a:pt x="87" y="201"/>
                    <a:pt x="76" y="206"/>
                    <a:pt x="70" y="209"/>
                  </a:cubicBezTo>
                  <a:cubicBezTo>
                    <a:pt x="65" y="213"/>
                    <a:pt x="59" y="214"/>
                    <a:pt x="53" y="215"/>
                  </a:cubicBezTo>
                  <a:cubicBezTo>
                    <a:pt x="36" y="217"/>
                    <a:pt x="19" y="213"/>
                    <a:pt x="4" y="203"/>
                  </a:cubicBezTo>
                  <a:cubicBezTo>
                    <a:pt x="3" y="202"/>
                    <a:pt x="2" y="201"/>
                    <a:pt x="2" y="200"/>
                  </a:cubicBezTo>
                  <a:cubicBezTo>
                    <a:pt x="0" y="197"/>
                    <a:pt x="2" y="191"/>
                    <a:pt x="2" y="191"/>
                  </a:cubicBezTo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1" name="îšḻidè"/>
            <p:cNvSpPr/>
            <p:nvPr/>
          </p:nvSpPr>
          <p:spPr bwMode="auto">
            <a:xfrm>
              <a:off x="4124325" y="4090988"/>
              <a:ext cx="1065213" cy="1031875"/>
            </a:xfrm>
            <a:custGeom>
              <a:avLst/>
              <a:gdLst>
                <a:gd name="T0" fmla="*/ 323 w 323"/>
                <a:gd name="T1" fmla="*/ 179 h 313"/>
                <a:gd name="T2" fmla="*/ 323 w 323"/>
                <a:gd name="T3" fmla="*/ 181 h 313"/>
                <a:gd name="T4" fmla="*/ 269 w 323"/>
                <a:gd name="T5" fmla="*/ 285 h 313"/>
                <a:gd name="T6" fmla="*/ 258 w 323"/>
                <a:gd name="T7" fmla="*/ 292 h 313"/>
                <a:gd name="T8" fmla="*/ 228 w 323"/>
                <a:gd name="T9" fmla="*/ 303 h 313"/>
                <a:gd name="T10" fmla="*/ 97 w 323"/>
                <a:gd name="T11" fmla="*/ 280 h 313"/>
                <a:gd name="T12" fmla="*/ 0 w 323"/>
                <a:gd name="T13" fmla="*/ 222 h 313"/>
                <a:gd name="T14" fmla="*/ 28 w 323"/>
                <a:gd name="T15" fmla="*/ 116 h 313"/>
                <a:gd name="T16" fmla="*/ 28 w 323"/>
                <a:gd name="T17" fmla="*/ 115 h 313"/>
                <a:gd name="T18" fmla="*/ 94 w 323"/>
                <a:gd name="T19" fmla="*/ 29 h 313"/>
                <a:gd name="T20" fmla="*/ 100 w 323"/>
                <a:gd name="T21" fmla="*/ 25 h 313"/>
                <a:gd name="T22" fmla="*/ 191 w 323"/>
                <a:gd name="T23" fmla="*/ 5 h 313"/>
                <a:gd name="T24" fmla="*/ 203 w 323"/>
                <a:gd name="T25" fmla="*/ 8 h 313"/>
                <a:gd name="T26" fmla="*/ 269 w 323"/>
                <a:gd name="T27" fmla="*/ 53 h 313"/>
                <a:gd name="T28" fmla="*/ 272 w 323"/>
                <a:gd name="T29" fmla="*/ 55 h 313"/>
                <a:gd name="T30" fmla="*/ 323 w 323"/>
                <a:gd name="T31" fmla="*/ 179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3" h="313">
                  <a:moveTo>
                    <a:pt x="323" y="179"/>
                  </a:moveTo>
                  <a:cubicBezTo>
                    <a:pt x="323" y="179"/>
                    <a:pt x="323" y="180"/>
                    <a:pt x="323" y="181"/>
                  </a:cubicBezTo>
                  <a:cubicBezTo>
                    <a:pt x="322" y="221"/>
                    <a:pt x="303" y="261"/>
                    <a:pt x="269" y="285"/>
                  </a:cubicBezTo>
                  <a:cubicBezTo>
                    <a:pt x="265" y="287"/>
                    <a:pt x="262" y="290"/>
                    <a:pt x="258" y="292"/>
                  </a:cubicBezTo>
                  <a:cubicBezTo>
                    <a:pt x="248" y="297"/>
                    <a:pt x="238" y="301"/>
                    <a:pt x="228" y="303"/>
                  </a:cubicBezTo>
                  <a:cubicBezTo>
                    <a:pt x="186" y="313"/>
                    <a:pt x="140" y="301"/>
                    <a:pt x="97" y="280"/>
                  </a:cubicBezTo>
                  <a:cubicBezTo>
                    <a:pt x="63" y="264"/>
                    <a:pt x="30" y="242"/>
                    <a:pt x="0" y="222"/>
                  </a:cubicBezTo>
                  <a:cubicBezTo>
                    <a:pt x="7" y="186"/>
                    <a:pt x="14" y="150"/>
                    <a:pt x="28" y="116"/>
                  </a:cubicBezTo>
                  <a:cubicBezTo>
                    <a:pt x="28" y="116"/>
                    <a:pt x="28" y="115"/>
                    <a:pt x="28" y="115"/>
                  </a:cubicBezTo>
                  <a:cubicBezTo>
                    <a:pt x="42" y="81"/>
                    <a:pt x="63" y="50"/>
                    <a:pt x="94" y="29"/>
                  </a:cubicBezTo>
                  <a:cubicBezTo>
                    <a:pt x="96" y="27"/>
                    <a:pt x="98" y="26"/>
                    <a:pt x="100" y="25"/>
                  </a:cubicBezTo>
                  <a:cubicBezTo>
                    <a:pt x="127" y="8"/>
                    <a:pt x="160" y="0"/>
                    <a:pt x="191" y="5"/>
                  </a:cubicBezTo>
                  <a:cubicBezTo>
                    <a:pt x="195" y="6"/>
                    <a:pt x="199" y="7"/>
                    <a:pt x="203" y="8"/>
                  </a:cubicBezTo>
                  <a:cubicBezTo>
                    <a:pt x="229" y="16"/>
                    <a:pt x="251" y="33"/>
                    <a:pt x="269" y="53"/>
                  </a:cubicBezTo>
                  <a:cubicBezTo>
                    <a:pt x="270" y="54"/>
                    <a:pt x="271" y="55"/>
                    <a:pt x="272" y="55"/>
                  </a:cubicBezTo>
                  <a:cubicBezTo>
                    <a:pt x="302" y="90"/>
                    <a:pt x="323" y="134"/>
                    <a:pt x="323" y="179"/>
                  </a:cubicBezTo>
                </a:path>
              </a:pathLst>
            </a:custGeom>
            <a:solidFill>
              <a:srgbClr val="FE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2" name="ïṩḷïḑé"/>
            <p:cNvSpPr/>
            <p:nvPr/>
          </p:nvSpPr>
          <p:spPr bwMode="auto">
            <a:xfrm>
              <a:off x="4216400" y="4090988"/>
              <a:ext cx="565150" cy="388938"/>
            </a:xfrm>
            <a:custGeom>
              <a:avLst/>
              <a:gdLst>
                <a:gd name="T0" fmla="*/ 133 w 171"/>
                <a:gd name="T1" fmla="*/ 71 h 118"/>
                <a:gd name="T2" fmla="*/ 69 w 171"/>
                <a:gd name="T3" fmla="*/ 81 h 118"/>
                <a:gd name="T4" fmla="*/ 38 w 171"/>
                <a:gd name="T5" fmla="*/ 107 h 118"/>
                <a:gd name="T6" fmla="*/ 0 w 171"/>
                <a:gd name="T7" fmla="*/ 115 h 118"/>
                <a:gd name="T8" fmla="*/ 66 w 171"/>
                <a:gd name="T9" fmla="*/ 29 h 118"/>
                <a:gd name="T10" fmla="*/ 72 w 171"/>
                <a:gd name="T11" fmla="*/ 25 h 118"/>
                <a:gd name="T12" fmla="*/ 163 w 171"/>
                <a:gd name="T13" fmla="*/ 5 h 118"/>
                <a:gd name="T14" fmla="*/ 133 w 171"/>
                <a:gd name="T15" fmla="*/ 71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1" h="118">
                  <a:moveTo>
                    <a:pt x="133" y="71"/>
                  </a:moveTo>
                  <a:cubicBezTo>
                    <a:pt x="112" y="78"/>
                    <a:pt x="88" y="71"/>
                    <a:pt x="69" y="81"/>
                  </a:cubicBezTo>
                  <a:cubicBezTo>
                    <a:pt x="57" y="88"/>
                    <a:pt x="49" y="99"/>
                    <a:pt x="38" y="107"/>
                  </a:cubicBezTo>
                  <a:cubicBezTo>
                    <a:pt x="25" y="115"/>
                    <a:pt x="11" y="118"/>
                    <a:pt x="0" y="115"/>
                  </a:cubicBezTo>
                  <a:cubicBezTo>
                    <a:pt x="14" y="81"/>
                    <a:pt x="35" y="50"/>
                    <a:pt x="66" y="29"/>
                  </a:cubicBezTo>
                  <a:cubicBezTo>
                    <a:pt x="68" y="27"/>
                    <a:pt x="70" y="26"/>
                    <a:pt x="72" y="25"/>
                  </a:cubicBezTo>
                  <a:cubicBezTo>
                    <a:pt x="99" y="8"/>
                    <a:pt x="132" y="0"/>
                    <a:pt x="163" y="5"/>
                  </a:cubicBezTo>
                  <a:cubicBezTo>
                    <a:pt x="171" y="31"/>
                    <a:pt x="158" y="62"/>
                    <a:pt x="133" y="71"/>
                  </a:cubicBezTo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3" name="ïŝḷîḓè"/>
            <p:cNvSpPr/>
            <p:nvPr/>
          </p:nvSpPr>
          <p:spPr bwMode="auto">
            <a:xfrm>
              <a:off x="4391025" y="4265613"/>
              <a:ext cx="798513" cy="903288"/>
            </a:xfrm>
            <a:custGeom>
              <a:avLst/>
              <a:gdLst>
                <a:gd name="T0" fmla="*/ 242 w 242"/>
                <a:gd name="T1" fmla="*/ 126 h 274"/>
                <a:gd name="T2" fmla="*/ 242 w 242"/>
                <a:gd name="T3" fmla="*/ 128 h 274"/>
                <a:gd name="T4" fmla="*/ 188 w 242"/>
                <a:gd name="T5" fmla="*/ 232 h 274"/>
                <a:gd name="T6" fmla="*/ 156 w 242"/>
                <a:gd name="T7" fmla="*/ 241 h 274"/>
                <a:gd name="T8" fmla="*/ 147 w 242"/>
                <a:gd name="T9" fmla="*/ 250 h 274"/>
                <a:gd name="T10" fmla="*/ 140 w 242"/>
                <a:gd name="T11" fmla="*/ 256 h 274"/>
                <a:gd name="T12" fmla="*/ 44 w 242"/>
                <a:gd name="T13" fmla="*/ 256 h 274"/>
                <a:gd name="T14" fmla="*/ 16 w 242"/>
                <a:gd name="T15" fmla="*/ 227 h 274"/>
                <a:gd name="T16" fmla="*/ 2 w 242"/>
                <a:gd name="T17" fmla="*/ 170 h 274"/>
                <a:gd name="T18" fmla="*/ 61 w 242"/>
                <a:gd name="T19" fmla="*/ 94 h 274"/>
                <a:gd name="T20" fmla="*/ 121 w 242"/>
                <a:gd name="T21" fmla="*/ 70 h 274"/>
                <a:gd name="T22" fmla="*/ 148 w 242"/>
                <a:gd name="T23" fmla="*/ 20 h 274"/>
                <a:gd name="T24" fmla="*/ 188 w 242"/>
                <a:gd name="T25" fmla="*/ 0 h 274"/>
                <a:gd name="T26" fmla="*/ 191 w 242"/>
                <a:gd name="T27" fmla="*/ 2 h 274"/>
                <a:gd name="T28" fmla="*/ 242 w 242"/>
                <a:gd name="T29" fmla="*/ 126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2" h="274">
                  <a:moveTo>
                    <a:pt x="242" y="126"/>
                  </a:moveTo>
                  <a:cubicBezTo>
                    <a:pt x="242" y="126"/>
                    <a:pt x="242" y="127"/>
                    <a:pt x="242" y="128"/>
                  </a:cubicBezTo>
                  <a:cubicBezTo>
                    <a:pt x="241" y="168"/>
                    <a:pt x="222" y="208"/>
                    <a:pt x="188" y="232"/>
                  </a:cubicBezTo>
                  <a:cubicBezTo>
                    <a:pt x="178" y="236"/>
                    <a:pt x="167" y="240"/>
                    <a:pt x="156" y="241"/>
                  </a:cubicBezTo>
                  <a:cubicBezTo>
                    <a:pt x="147" y="250"/>
                    <a:pt x="147" y="250"/>
                    <a:pt x="147" y="250"/>
                  </a:cubicBezTo>
                  <a:cubicBezTo>
                    <a:pt x="140" y="256"/>
                    <a:pt x="140" y="256"/>
                    <a:pt x="140" y="256"/>
                  </a:cubicBezTo>
                  <a:cubicBezTo>
                    <a:pt x="111" y="274"/>
                    <a:pt x="73" y="274"/>
                    <a:pt x="44" y="256"/>
                  </a:cubicBezTo>
                  <a:cubicBezTo>
                    <a:pt x="33" y="249"/>
                    <a:pt x="23" y="239"/>
                    <a:pt x="16" y="227"/>
                  </a:cubicBezTo>
                  <a:cubicBezTo>
                    <a:pt x="5" y="210"/>
                    <a:pt x="0" y="190"/>
                    <a:pt x="2" y="170"/>
                  </a:cubicBezTo>
                  <a:cubicBezTo>
                    <a:pt x="6" y="136"/>
                    <a:pt x="30" y="106"/>
                    <a:pt x="61" y="94"/>
                  </a:cubicBezTo>
                  <a:cubicBezTo>
                    <a:pt x="82" y="87"/>
                    <a:pt x="106" y="86"/>
                    <a:pt x="121" y="70"/>
                  </a:cubicBezTo>
                  <a:cubicBezTo>
                    <a:pt x="135" y="57"/>
                    <a:pt x="137" y="36"/>
                    <a:pt x="148" y="20"/>
                  </a:cubicBezTo>
                  <a:cubicBezTo>
                    <a:pt x="158" y="8"/>
                    <a:pt x="173" y="0"/>
                    <a:pt x="188" y="0"/>
                  </a:cubicBezTo>
                  <a:cubicBezTo>
                    <a:pt x="189" y="1"/>
                    <a:pt x="190" y="2"/>
                    <a:pt x="191" y="2"/>
                  </a:cubicBezTo>
                  <a:cubicBezTo>
                    <a:pt x="221" y="37"/>
                    <a:pt x="242" y="81"/>
                    <a:pt x="242" y="126"/>
                  </a:cubicBezTo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4" name="ïṡľïḓé"/>
            <p:cNvSpPr/>
            <p:nvPr/>
          </p:nvSpPr>
          <p:spPr bwMode="auto">
            <a:xfrm>
              <a:off x="4929188" y="4479925"/>
              <a:ext cx="63500" cy="392113"/>
            </a:xfrm>
            <a:custGeom>
              <a:avLst/>
              <a:gdLst>
                <a:gd name="T0" fmla="*/ 15 w 19"/>
                <a:gd name="T1" fmla="*/ 119 h 119"/>
                <a:gd name="T2" fmla="*/ 10 w 19"/>
                <a:gd name="T3" fmla="*/ 119 h 119"/>
                <a:gd name="T4" fmla="*/ 0 w 19"/>
                <a:gd name="T5" fmla="*/ 2 h 119"/>
                <a:gd name="T6" fmla="*/ 5 w 19"/>
                <a:gd name="T7" fmla="*/ 0 h 119"/>
                <a:gd name="T8" fmla="*/ 15 w 19"/>
                <a:gd name="T9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19">
                  <a:moveTo>
                    <a:pt x="15" y="119"/>
                  </a:moveTo>
                  <a:cubicBezTo>
                    <a:pt x="10" y="119"/>
                    <a:pt x="10" y="119"/>
                    <a:pt x="10" y="119"/>
                  </a:cubicBezTo>
                  <a:cubicBezTo>
                    <a:pt x="14" y="80"/>
                    <a:pt x="11" y="39"/>
                    <a:pt x="0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6" y="38"/>
                    <a:pt x="19" y="80"/>
                    <a:pt x="15" y="1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5" name="ïsḻïďê"/>
            <p:cNvSpPr/>
            <p:nvPr/>
          </p:nvSpPr>
          <p:spPr bwMode="auto">
            <a:xfrm>
              <a:off x="4184650" y="4387850"/>
              <a:ext cx="71438" cy="177800"/>
            </a:xfrm>
            <a:custGeom>
              <a:avLst/>
              <a:gdLst>
                <a:gd name="T0" fmla="*/ 22 w 22"/>
                <a:gd name="T1" fmla="*/ 0 h 54"/>
                <a:gd name="T2" fmla="*/ 22 w 22"/>
                <a:gd name="T3" fmla="*/ 0 h 54"/>
                <a:gd name="T4" fmla="*/ 10 w 22"/>
                <a:gd name="T5" fmla="*/ 26 h 54"/>
                <a:gd name="T6" fmla="*/ 2 w 22"/>
                <a:gd name="T7" fmla="*/ 47 h 54"/>
                <a:gd name="T8" fmla="*/ 0 w 22"/>
                <a:gd name="T9" fmla="*/ 54 h 54"/>
                <a:gd name="T10" fmla="*/ 0 w 22"/>
                <a:gd name="T11" fmla="*/ 54 h 54"/>
                <a:gd name="T12" fmla="*/ 10 w 22"/>
                <a:gd name="T13" fmla="*/ 26 h 54"/>
                <a:gd name="T14" fmla="*/ 10 w 22"/>
                <a:gd name="T15" fmla="*/ 25 h 54"/>
                <a:gd name="T16" fmla="*/ 10 w 22"/>
                <a:gd name="T17" fmla="*/ 25 h 54"/>
                <a:gd name="T18" fmla="*/ 10 w 22"/>
                <a:gd name="T19" fmla="*/ 25 h 54"/>
                <a:gd name="T20" fmla="*/ 22 w 22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54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7" y="9"/>
                    <a:pt x="13" y="17"/>
                    <a:pt x="10" y="26"/>
                  </a:cubicBezTo>
                  <a:cubicBezTo>
                    <a:pt x="7" y="33"/>
                    <a:pt x="4" y="40"/>
                    <a:pt x="2" y="47"/>
                  </a:cubicBezTo>
                  <a:cubicBezTo>
                    <a:pt x="1" y="49"/>
                    <a:pt x="1" y="52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3" y="45"/>
                    <a:pt x="6" y="35"/>
                    <a:pt x="10" y="26"/>
                  </a:cubicBezTo>
                  <a:cubicBezTo>
                    <a:pt x="10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4" y="16"/>
                    <a:pt x="18" y="8"/>
                    <a:pt x="22" y="0"/>
                  </a:cubicBezTo>
                </a:path>
              </a:pathLst>
            </a:custGeom>
            <a:solidFill>
              <a:srgbClr val="CF61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6" name="ïś1íḑè"/>
            <p:cNvSpPr/>
            <p:nvPr/>
          </p:nvSpPr>
          <p:spPr bwMode="auto">
            <a:xfrm>
              <a:off x="4256088" y="4124325"/>
              <a:ext cx="300038" cy="263525"/>
            </a:xfrm>
            <a:custGeom>
              <a:avLst/>
              <a:gdLst>
                <a:gd name="T0" fmla="*/ 91 w 91"/>
                <a:gd name="T1" fmla="*/ 0 h 80"/>
                <a:gd name="T2" fmla="*/ 54 w 91"/>
                <a:gd name="T3" fmla="*/ 19 h 80"/>
                <a:gd name="T4" fmla="*/ 24 w 91"/>
                <a:gd name="T5" fmla="*/ 46 h 80"/>
                <a:gd name="T6" fmla="*/ 0 w 91"/>
                <a:gd name="T7" fmla="*/ 80 h 80"/>
                <a:gd name="T8" fmla="*/ 0 w 91"/>
                <a:gd name="T9" fmla="*/ 80 h 80"/>
                <a:gd name="T10" fmla="*/ 54 w 91"/>
                <a:gd name="T11" fmla="*/ 19 h 80"/>
                <a:gd name="T12" fmla="*/ 60 w 91"/>
                <a:gd name="T13" fmla="*/ 15 h 80"/>
                <a:gd name="T14" fmla="*/ 91 w 91"/>
                <a:gd name="T15" fmla="*/ 0 h 80"/>
                <a:gd name="T16" fmla="*/ 91 w 91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80">
                  <a:moveTo>
                    <a:pt x="91" y="0"/>
                  </a:moveTo>
                  <a:cubicBezTo>
                    <a:pt x="78" y="5"/>
                    <a:pt x="65" y="11"/>
                    <a:pt x="54" y="19"/>
                  </a:cubicBezTo>
                  <a:cubicBezTo>
                    <a:pt x="43" y="27"/>
                    <a:pt x="33" y="36"/>
                    <a:pt x="24" y="46"/>
                  </a:cubicBezTo>
                  <a:cubicBezTo>
                    <a:pt x="15" y="56"/>
                    <a:pt x="7" y="68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56"/>
                    <a:pt x="31" y="35"/>
                    <a:pt x="54" y="19"/>
                  </a:cubicBezTo>
                  <a:cubicBezTo>
                    <a:pt x="56" y="17"/>
                    <a:pt x="58" y="16"/>
                    <a:pt x="60" y="15"/>
                  </a:cubicBezTo>
                  <a:cubicBezTo>
                    <a:pt x="70" y="9"/>
                    <a:pt x="80" y="4"/>
                    <a:pt x="91" y="0"/>
                  </a:cubicBezTo>
                  <a:cubicBezTo>
                    <a:pt x="91" y="0"/>
                    <a:pt x="91" y="0"/>
                    <a:pt x="91" y="0"/>
                  </a:cubicBezTo>
                </a:path>
              </a:pathLst>
            </a:custGeom>
            <a:solidFill>
              <a:srgbClr val="DA95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7" name="i$ļîḍé"/>
            <p:cNvSpPr/>
            <p:nvPr/>
          </p:nvSpPr>
          <p:spPr bwMode="auto">
            <a:xfrm>
              <a:off x="4160838" y="4565650"/>
              <a:ext cx="23813" cy="79375"/>
            </a:xfrm>
            <a:custGeom>
              <a:avLst/>
              <a:gdLst>
                <a:gd name="T0" fmla="*/ 7 w 7"/>
                <a:gd name="T1" fmla="*/ 0 h 24"/>
                <a:gd name="T2" fmla="*/ 7 w 7"/>
                <a:gd name="T3" fmla="*/ 0 h 24"/>
                <a:gd name="T4" fmla="*/ 0 w 7"/>
                <a:gd name="T5" fmla="*/ 24 h 24"/>
                <a:gd name="T6" fmla="*/ 0 w 7"/>
                <a:gd name="T7" fmla="*/ 24 h 24"/>
                <a:gd name="T8" fmla="*/ 7 w 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4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4" y="8"/>
                    <a:pt x="2" y="16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2" y="16"/>
                    <a:pt x="4" y="8"/>
                    <a:pt x="7" y="0"/>
                  </a:cubicBezTo>
                </a:path>
              </a:pathLst>
            </a:custGeom>
            <a:solidFill>
              <a:srgbClr val="DA95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8" name="ïšļiḑe"/>
            <p:cNvSpPr/>
            <p:nvPr/>
          </p:nvSpPr>
          <p:spPr bwMode="auto">
            <a:xfrm>
              <a:off x="4556125" y="4105275"/>
              <a:ext cx="136525" cy="19050"/>
            </a:xfrm>
            <a:custGeom>
              <a:avLst/>
              <a:gdLst>
                <a:gd name="T0" fmla="*/ 41 w 41"/>
                <a:gd name="T1" fmla="*/ 0 h 6"/>
                <a:gd name="T2" fmla="*/ 0 w 41"/>
                <a:gd name="T3" fmla="*/ 6 h 6"/>
                <a:gd name="T4" fmla="*/ 0 w 41"/>
                <a:gd name="T5" fmla="*/ 6 h 6"/>
                <a:gd name="T6" fmla="*/ 41 w 41"/>
                <a:gd name="T7" fmla="*/ 0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cubicBezTo>
                    <a:pt x="27" y="0"/>
                    <a:pt x="13" y="2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3" y="2"/>
                    <a:pt x="27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solidFill>
              <a:srgbClr val="AD77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9" name="ïsļiḓê"/>
            <p:cNvSpPr/>
            <p:nvPr/>
          </p:nvSpPr>
          <p:spPr bwMode="auto">
            <a:xfrm>
              <a:off x="4160838" y="4338638"/>
              <a:ext cx="458788" cy="306388"/>
            </a:xfrm>
            <a:custGeom>
              <a:avLst/>
              <a:gdLst>
                <a:gd name="T0" fmla="*/ 128 w 139"/>
                <a:gd name="T1" fmla="*/ 0 h 93"/>
                <a:gd name="T2" fmla="*/ 86 w 139"/>
                <a:gd name="T3" fmla="*/ 6 h 93"/>
                <a:gd name="T4" fmla="*/ 55 w 139"/>
                <a:gd name="T5" fmla="*/ 32 h 93"/>
                <a:gd name="T6" fmla="*/ 27 w 139"/>
                <a:gd name="T7" fmla="*/ 41 h 93"/>
                <a:gd name="T8" fmla="*/ 17 w 139"/>
                <a:gd name="T9" fmla="*/ 40 h 93"/>
                <a:gd name="T10" fmla="*/ 17 w 139"/>
                <a:gd name="T11" fmla="*/ 40 h 93"/>
                <a:gd name="T12" fmla="*/ 17 w 139"/>
                <a:gd name="T13" fmla="*/ 41 h 93"/>
                <a:gd name="T14" fmla="*/ 7 w 139"/>
                <a:gd name="T15" fmla="*/ 69 h 93"/>
                <a:gd name="T16" fmla="*/ 0 w 139"/>
                <a:gd name="T17" fmla="*/ 93 h 93"/>
                <a:gd name="T18" fmla="*/ 119 w 139"/>
                <a:gd name="T19" fmla="*/ 45 h 93"/>
                <a:gd name="T20" fmla="*/ 137 w 139"/>
                <a:gd name="T21" fmla="*/ 46 h 93"/>
                <a:gd name="T22" fmla="*/ 135 w 139"/>
                <a:gd name="T23" fmla="*/ 19 h 93"/>
                <a:gd name="T24" fmla="*/ 128 w 139"/>
                <a:gd name="T2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9" h="93">
                  <a:moveTo>
                    <a:pt x="128" y="0"/>
                  </a:moveTo>
                  <a:cubicBezTo>
                    <a:pt x="113" y="1"/>
                    <a:pt x="98" y="0"/>
                    <a:pt x="86" y="6"/>
                  </a:cubicBezTo>
                  <a:cubicBezTo>
                    <a:pt x="74" y="13"/>
                    <a:pt x="66" y="24"/>
                    <a:pt x="55" y="32"/>
                  </a:cubicBezTo>
                  <a:cubicBezTo>
                    <a:pt x="45" y="38"/>
                    <a:pt x="36" y="41"/>
                    <a:pt x="27" y="41"/>
                  </a:cubicBezTo>
                  <a:cubicBezTo>
                    <a:pt x="23" y="41"/>
                    <a:pt x="20" y="41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1"/>
                    <a:pt x="17" y="41"/>
                  </a:cubicBezTo>
                  <a:cubicBezTo>
                    <a:pt x="13" y="50"/>
                    <a:pt x="10" y="60"/>
                    <a:pt x="7" y="69"/>
                  </a:cubicBezTo>
                  <a:cubicBezTo>
                    <a:pt x="4" y="77"/>
                    <a:pt x="2" y="85"/>
                    <a:pt x="0" y="93"/>
                  </a:cubicBezTo>
                  <a:cubicBezTo>
                    <a:pt x="31" y="63"/>
                    <a:pt x="73" y="45"/>
                    <a:pt x="119" y="45"/>
                  </a:cubicBezTo>
                  <a:cubicBezTo>
                    <a:pt x="125" y="45"/>
                    <a:pt x="131" y="45"/>
                    <a:pt x="137" y="46"/>
                  </a:cubicBezTo>
                  <a:cubicBezTo>
                    <a:pt x="139" y="37"/>
                    <a:pt x="138" y="28"/>
                    <a:pt x="135" y="19"/>
                  </a:cubicBezTo>
                  <a:cubicBezTo>
                    <a:pt x="133" y="12"/>
                    <a:pt x="129" y="6"/>
                    <a:pt x="128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0" name="íṧ1íḍê"/>
            <p:cNvSpPr/>
            <p:nvPr/>
          </p:nvSpPr>
          <p:spPr bwMode="auto">
            <a:xfrm>
              <a:off x="4216400" y="4105275"/>
              <a:ext cx="485775" cy="368300"/>
            </a:xfrm>
            <a:custGeom>
              <a:avLst/>
              <a:gdLst>
                <a:gd name="T0" fmla="*/ 144 w 147"/>
                <a:gd name="T1" fmla="*/ 0 h 112"/>
                <a:gd name="T2" fmla="*/ 103 w 147"/>
                <a:gd name="T3" fmla="*/ 6 h 112"/>
                <a:gd name="T4" fmla="*/ 72 w 147"/>
                <a:gd name="T5" fmla="*/ 21 h 112"/>
                <a:gd name="T6" fmla="*/ 66 w 147"/>
                <a:gd name="T7" fmla="*/ 25 h 112"/>
                <a:gd name="T8" fmla="*/ 12 w 147"/>
                <a:gd name="T9" fmla="*/ 86 h 112"/>
                <a:gd name="T10" fmla="*/ 0 w 147"/>
                <a:gd name="T11" fmla="*/ 111 h 112"/>
                <a:gd name="T12" fmla="*/ 0 w 147"/>
                <a:gd name="T13" fmla="*/ 111 h 112"/>
                <a:gd name="T14" fmla="*/ 10 w 147"/>
                <a:gd name="T15" fmla="*/ 112 h 112"/>
                <a:gd name="T16" fmla="*/ 38 w 147"/>
                <a:gd name="T17" fmla="*/ 103 h 112"/>
                <a:gd name="T18" fmla="*/ 69 w 147"/>
                <a:gd name="T19" fmla="*/ 77 h 112"/>
                <a:gd name="T20" fmla="*/ 111 w 147"/>
                <a:gd name="T21" fmla="*/ 71 h 112"/>
                <a:gd name="T22" fmla="*/ 111 w 147"/>
                <a:gd name="T23" fmla="*/ 60 h 112"/>
                <a:gd name="T24" fmla="*/ 112 w 147"/>
                <a:gd name="T25" fmla="*/ 57 h 112"/>
                <a:gd name="T26" fmla="*/ 134 w 147"/>
                <a:gd name="T27" fmla="*/ 36 h 112"/>
                <a:gd name="T28" fmla="*/ 145 w 147"/>
                <a:gd name="T29" fmla="*/ 0 h 112"/>
                <a:gd name="T30" fmla="*/ 144 w 147"/>
                <a:gd name="T31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7" h="112">
                  <a:moveTo>
                    <a:pt x="144" y="0"/>
                  </a:moveTo>
                  <a:cubicBezTo>
                    <a:pt x="130" y="0"/>
                    <a:pt x="116" y="2"/>
                    <a:pt x="103" y="6"/>
                  </a:cubicBezTo>
                  <a:cubicBezTo>
                    <a:pt x="92" y="10"/>
                    <a:pt x="82" y="15"/>
                    <a:pt x="72" y="21"/>
                  </a:cubicBezTo>
                  <a:cubicBezTo>
                    <a:pt x="70" y="22"/>
                    <a:pt x="68" y="23"/>
                    <a:pt x="66" y="25"/>
                  </a:cubicBezTo>
                  <a:cubicBezTo>
                    <a:pt x="43" y="41"/>
                    <a:pt x="25" y="62"/>
                    <a:pt x="12" y="86"/>
                  </a:cubicBezTo>
                  <a:cubicBezTo>
                    <a:pt x="8" y="94"/>
                    <a:pt x="4" y="102"/>
                    <a:pt x="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3" y="112"/>
                    <a:pt x="6" y="112"/>
                    <a:pt x="10" y="112"/>
                  </a:cubicBezTo>
                  <a:cubicBezTo>
                    <a:pt x="19" y="112"/>
                    <a:pt x="28" y="109"/>
                    <a:pt x="38" y="103"/>
                  </a:cubicBezTo>
                  <a:cubicBezTo>
                    <a:pt x="49" y="95"/>
                    <a:pt x="57" y="84"/>
                    <a:pt x="69" y="77"/>
                  </a:cubicBezTo>
                  <a:cubicBezTo>
                    <a:pt x="81" y="71"/>
                    <a:pt x="96" y="72"/>
                    <a:pt x="111" y="71"/>
                  </a:cubicBezTo>
                  <a:cubicBezTo>
                    <a:pt x="110" y="67"/>
                    <a:pt x="110" y="64"/>
                    <a:pt x="111" y="60"/>
                  </a:cubicBezTo>
                  <a:cubicBezTo>
                    <a:pt x="111" y="59"/>
                    <a:pt x="112" y="58"/>
                    <a:pt x="112" y="57"/>
                  </a:cubicBezTo>
                  <a:cubicBezTo>
                    <a:pt x="116" y="48"/>
                    <a:pt x="126" y="43"/>
                    <a:pt x="134" y="36"/>
                  </a:cubicBezTo>
                  <a:cubicBezTo>
                    <a:pt x="143" y="26"/>
                    <a:pt x="147" y="13"/>
                    <a:pt x="145" y="0"/>
                  </a:cubicBezTo>
                  <a:cubicBezTo>
                    <a:pt x="145" y="0"/>
                    <a:pt x="144" y="0"/>
                    <a:pt x="144" y="0"/>
                  </a:cubicBezTo>
                </a:path>
              </a:pathLst>
            </a:custGeom>
            <a:solidFill>
              <a:srgbClr val="E19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1" name="îSļïḓè"/>
            <p:cNvSpPr/>
            <p:nvPr/>
          </p:nvSpPr>
          <p:spPr bwMode="auto">
            <a:xfrm>
              <a:off x="4179888" y="5287963"/>
              <a:ext cx="746125" cy="147638"/>
            </a:xfrm>
            <a:custGeom>
              <a:avLst/>
              <a:gdLst>
                <a:gd name="T0" fmla="*/ 181 w 226"/>
                <a:gd name="T1" fmla="*/ 45 h 45"/>
                <a:gd name="T2" fmla="*/ 45 w 226"/>
                <a:gd name="T3" fmla="*/ 45 h 45"/>
                <a:gd name="T4" fmla="*/ 0 w 226"/>
                <a:gd name="T5" fmla="*/ 0 h 45"/>
                <a:gd name="T6" fmla="*/ 226 w 226"/>
                <a:gd name="T7" fmla="*/ 0 h 45"/>
                <a:gd name="T8" fmla="*/ 181 w 226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45">
                  <a:moveTo>
                    <a:pt x="181" y="45"/>
                  </a:moveTo>
                  <a:cubicBezTo>
                    <a:pt x="45" y="45"/>
                    <a:pt x="45" y="45"/>
                    <a:pt x="45" y="45"/>
                  </a:cubicBezTo>
                  <a:cubicBezTo>
                    <a:pt x="20" y="45"/>
                    <a:pt x="0" y="25"/>
                    <a:pt x="0" y="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5"/>
                    <a:pt x="206" y="45"/>
                    <a:pt x="181" y="45"/>
                  </a:cubicBezTo>
                  <a:close/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2" name="íṥ1íḑè"/>
            <p:cNvSpPr/>
            <p:nvPr/>
          </p:nvSpPr>
          <p:spPr bwMode="auto">
            <a:xfrm>
              <a:off x="3992563" y="4486275"/>
              <a:ext cx="1122363" cy="838200"/>
            </a:xfrm>
            <a:custGeom>
              <a:avLst/>
              <a:gdLst>
                <a:gd name="T0" fmla="*/ 340 w 340"/>
                <a:gd name="T1" fmla="*/ 170 h 254"/>
                <a:gd name="T2" fmla="*/ 315 w 340"/>
                <a:gd name="T3" fmla="*/ 229 h 254"/>
                <a:gd name="T4" fmla="*/ 256 w 340"/>
                <a:gd name="T5" fmla="*/ 254 h 254"/>
                <a:gd name="T6" fmla="*/ 83 w 340"/>
                <a:gd name="T7" fmla="*/ 254 h 254"/>
                <a:gd name="T8" fmla="*/ 41 w 340"/>
                <a:gd name="T9" fmla="*/ 242 h 254"/>
                <a:gd name="T10" fmla="*/ 0 w 340"/>
                <a:gd name="T11" fmla="*/ 170 h 254"/>
                <a:gd name="T12" fmla="*/ 50 w 340"/>
                <a:gd name="T13" fmla="*/ 50 h 254"/>
                <a:gd name="T14" fmla="*/ 170 w 340"/>
                <a:gd name="T15" fmla="*/ 0 h 254"/>
                <a:gd name="T16" fmla="*/ 245 w 340"/>
                <a:gd name="T17" fmla="*/ 17 h 254"/>
                <a:gd name="T18" fmla="*/ 290 w 340"/>
                <a:gd name="T19" fmla="*/ 50 h 254"/>
                <a:gd name="T20" fmla="*/ 340 w 340"/>
                <a:gd name="T21" fmla="*/ 17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254">
                  <a:moveTo>
                    <a:pt x="340" y="170"/>
                  </a:moveTo>
                  <a:cubicBezTo>
                    <a:pt x="340" y="193"/>
                    <a:pt x="330" y="214"/>
                    <a:pt x="315" y="229"/>
                  </a:cubicBezTo>
                  <a:cubicBezTo>
                    <a:pt x="300" y="244"/>
                    <a:pt x="279" y="254"/>
                    <a:pt x="256" y="254"/>
                  </a:cubicBezTo>
                  <a:cubicBezTo>
                    <a:pt x="83" y="254"/>
                    <a:pt x="83" y="254"/>
                    <a:pt x="83" y="254"/>
                  </a:cubicBezTo>
                  <a:cubicBezTo>
                    <a:pt x="68" y="254"/>
                    <a:pt x="53" y="249"/>
                    <a:pt x="41" y="242"/>
                  </a:cubicBezTo>
                  <a:cubicBezTo>
                    <a:pt x="16" y="227"/>
                    <a:pt x="0" y="201"/>
                    <a:pt x="0" y="170"/>
                  </a:cubicBezTo>
                  <a:cubicBezTo>
                    <a:pt x="0" y="123"/>
                    <a:pt x="19" y="81"/>
                    <a:pt x="50" y="50"/>
                  </a:cubicBezTo>
                  <a:cubicBezTo>
                    <a:pt x="80" y="19"/>
                    <a:pt x="123" y="0"/>
                    <a:pt x="170" y="0"/>
                  </a:cubicBezTo>
                  <a:cubicBezTo>
                    <a:pt x="197" y="0"/>
                    <a:pt x="222" y="6"/>
                    <a:pt x="245" y="17"/>
                  </a:cubicBezTo>
                  <a:cubicBezTo>
                    <a:pt x="261" y="26"/>
                    <a:pt x="277" y="37"/>
                    <a:pt x="290" y="50"/>
                  </a:cubicBezTo>
                  <a:cubicBezTo>
                    <a:pt x="321" y="81"/>
                    <a:pt x="340" y="123"/>
                    <a:pt x="340" y="170"/>
                  </a:cubicBezTo>
                </a:path>
              </a:pathLst>
            </a:custGeom>
            <a:solidFill>
              <a:srgbClr val="ABAB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3" name="îṡḻïdê"/>
            <p:cNvSpPr/>
            <p:nvPr/>
          </p:nvSpPr>
          <p:spPr bwMode="auto">
            <a:xfrm>
              <a:off x="4846638" y="3873500"/>
              <a:ext cx="85725" cy="85725"/>
            </a:xfrm>
            <a:custGeom>
              <a:avLst/>
              <a:gdLst>
                <a:gd name="T0" fmla="*/ 1 w 26"/>
                <a:gd name="T1" fmla="*/ 14 h 26"/>
                <a:gd name="T2" fmla="*/ 14 w 26"/>
                <a:gd name="T3" fmla="*/ 25 h 26"/>
                <a:gd name="T4" fmla="*/ 25 w 26"/>
                <a:gd name="T5" fmla="*/ 12 h 26"/>
                <a:gd name="T6" fmla="*/ 12 w 26"/>
                <a:gd name="T7" fmla="*/ 1 h 26"/>
                <a:gd name="T8" fmla="*/ 1 w 26"/>
                <a:gd name="T9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1" y="14"/>
                  </a:moveTo>
                  <a:cubicBezTo>
                    <a:pt x="1" y="21"/>
                    <a:pt x="7" y="26"/>
                    <a:pt x="14" y="25"/>
                  </a:cubicBezTo>
                  <a:cubicBezTo>
                    <a:pt x="21" y="25"/>
                    <a:pt x="26" y="19"/>
                    <a:pt x="25" y="12"/>
                  </a:cubicBezTo>
                  <a:cubicBezTo>
                    <a:pt x="25" y="5"/>
                    <a:pt x="19" y="0"/>
                    <a:pt x="12" y="1"/>
                  </a:cubicBezTo>
                  <a:cubicBezTo>
                    <a:pt x="5" y="1"/>
                    <a:pt x="0" y="7"/>
                    <a:pt x="1" y="14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4" name="ïṣļïdé"/>
            <p:cNvSpPr/>
            <p:nvPr/>
          </p:nvSpPr>
          <p:spPr bwMode="auto">
            <a:xfrm>
              <a:off x="4430713" y="3603625"/>
              <a:ext cx="561975" cy="609600"/>
            </a:xfrm>
            <a:custGeom>
              <a:avLst/>
              <a:gdLst>
                <a:gd name="T0" fmla="*/ 163 w 170"/>
                <a:gd name="T1" fmla="*/ 52 h 185"/>
                <a:gd name="T2" fmla="*/ 141 w 170"/>
                <a:gd name="T3" fmla="*/ 74 h 185"/>
                <a:gd name="T4" fmla="*/ 133 w 170"/>
                <a:gd name="T5" fmla="*/ 110 h 185"/>
                <a:gd name="T6" fmla="*/ 131 w 170"/>
                <a:gd name="T7" fmla="*/ 148 h 185"/>
                <a:gd name="T8" fmla="*/ 112 w 170"/>
                <a:gd name="T9" fmla="*/ 177 h 185"/>
                <a:gd name="T10" fmla="*/ 58 w 170"/>
                <a:gd name="T11" fmla="*/ 170 h 185"/>
                <a:gd name="T12" fmla="*/ 30 w 170"/>
                <a:gd name="T13" fmla="*/ 181 h 185"/>
                <a:gd name="T14" fmla="*/ 3 w 170"/>
                <a:gd name="T15" fmla="*/ 150 h 185"/>
                <a:gd name="T16" fmla="*/ 11 w 170"/>
                <a:gd name="T17" fmla="*/ 102 h 185"/>
                <a:gd name="T18" fmla="*/ 76 w 170"/>
                <a:gd name="T19" fmla="*/ 16 h 185"/>
                <a:gd name="T20" fmla="*/ 139 w 170"/>
                <a:gd name="T21" fmla="*/ 5 h 185"/>
                <a:gd name="T22" fmla="*/ 163 w 170"/>
                <a:gd name="T23" fmla="*/ 20 h 185"/>
                <a:gd name="T24" fmla="*/ 163 w 170"/>
                <a:gd name="T25" fmla="*/ 52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185">
                  <a:moveTo>
                    <a:pt x="163" y="52"/>
                  </a:moveTo>
                  <a:cubicBezTo>
                    <a:pt x="156" y="60"/>
                    <a:pt x="147" y="65"/>
                    <a:pt x="141" y="74"/>
                  </a:cubicBezTo>
                  <a:cubicBezTo>
                    <a:pt x="135" y="84"/>
                    <a:pt x="133" y="98"/>
                    <a:pt x="133" y="110"/>
                  </a:cubicBezTo>
                  <a:cubicBezTo>
                    <a:pt x="132" y="123"/>
                    <a:pt x="133" y="136"/>
                    <a:pt x="131" y="148"/>
                  </a:cubicBezTo>
                  <a:cubicBezTo>
                    <a:pt x="128" y="161"/>
                    <a:pt x="122" y="173"/>
                    <a:pt x="112" y="177"/>
                  </a:cubicBezTo>
                  <a:cubicBezTo>
                    <a:pt x="95" y="185"/>
                    <a:pt x="76" y="166"/>
                    <a:pt x="58" y="170"/>
                  </a:cubicBezTo>
                  <a:cubicBezTo>
                    <a:pt x="48" y="172"/>
                    <a:pt x="40" y="180"/>
                    <a:pt x="30" y="181"/>
                  </a:cubicBezTo>
                  <a:cubicBezTo>
                    <a:pt x="17" y="182"/>
                    <a:pt x="5" y="166"/>
                    <a:pt x="3" y="150"/>
                  </a:cubicBezTo>
                  <a:cubicBezTo>
                    <a:pt x="0" y="133"/>
                    <a:pt x="5" y="117"/>
                    <a:pt x="11" y="102"/>
                  </a:cubicBezTo>
                  <a:cubicBezTo>
                    <a:pt x="26" y="66"/>
                    <a:pt x="47" y="34"/>
                    <a:pt x="76" y="16"/>
                  </a:cubicBezTo>
                  <a:cubicBezTo>
                    <a:pt x="95" y="5"/>
                    <a:pt x="118" y="0"/>
                    <a:pt x="139" y="5"/>
                  </a:cubicBezTo>
                  <a:cubicBezTo>
                    <a:pt x="148" y="7"/>
                    <a:pt x="156" y="12"/>
                    <a:pt x="163" y="20"/>
                  </a:cubicBezTo>
                  <a:cubicBezTo>
                    <a:pt x="170" y="30"/>
                    <a:pt x="169" y="44"/>
                    <a:pt x="163" y="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5" name="íṧļiďê"/>
            <p:cNvSpPr/>
            <p:nvPr/>
          </p:nvSpPr>
          <p:spPr bwMode="auto">
            <a:xfrm>
              <a:off x="3992563" y="4486275"/>
              <a:ext cx="808038" cy="798513"/>
            </a:xfrm>
            <a:custGeom>
              <a:avLst/>
              <a:gdLst>
                <a:gd name="T0" fmla="*/ 170 w 245"/>
                <a:gd name="T1" fmla="*/ 0 h 242"/>
                <a:gd name="T2" fmla="*/ 50 w 245"/>
                <a:gd name="T3" fmla="*/ 50 h 242"/>
                <a:gd name="T4" fmla="*/ 0 w 245"/>
                <a:gd name="T5" fmla="*/ 170 h 242"/>
                <a:gd name="T6" fmla="*/ 41 w 245"/>
                <a:gd name="T7" fmla="*/ 242 h 242"/>
                <a:gd name="T8" fmla="*/ 45 w 245"/>
                <a:gd name="T9" fmla="*/ 236 h 242"/>
                <a:gd name="T10" fmla="*/ 68 w 245"/>
                <a:gd name="T11" fmla="*/ 187 h 242"/>
                <a:gd name="T12" fmla="*/ 120 w 245"/>
                <a:gd name="T13" fmla="*/ 164 h 242"/>
                <a:gd name="T14" fmla="*/ 147 w 245"/>
                <a:gd name="T15" fmla="*/ 89 h 242"/>
                <a:gd name="T16" fmla="*/ 215 w 245"/>
                <a:gd name="T17" fmla="*/ 62 h 242"/>
                <a:gd name="T18" fmla="*/ 245 w 245"/>
                <a:gd name="T19" fmla="*/ 17 h 242"/>
                <a:gd name="T20" fmla="*/ 231 w 245"/>
                <a:gd name="T21" fmla="*/ 12 h 242"/>
                <a:gd name="T22" fmla="*/ 170 w 245"/>
                <a:gd name="T2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5" h="242">
                  <a:moveTo>
                    <a:pt x="170" y="0"/>
                  </a:moveTo>
                  <a:cubicBezTo>
                    <a:pt x="123" y="0"/>
                    <a:pt x="80" y="19"/>
                    <a:pt x="50" y="50"/>
                  </a:cubicBezTo>
                  <a:cubicBezTo>
                    <a:pt x="19" y="81"/>
                    <a:pt x="0" y="123"/>
                    <a:pt x="0" y="170"/>
                  </a:cubicBezTo>
                  <a:cubicBezTo>
                    <a:pt x="0" y="201"/>
                    <a:pt x="16" y="227"/>
                    <a:pt x="41" y="242"/>
                  </a:cubicBezTo>
                  <a:cubicBezTo>
                    <a:pt x="42" y="240"/>
                    <a:pt x="44" y="238"/>
                    <a:pt x="45" y="236"/>
                  </a:cubicBezTo>
                  <a:cubicBezTo>
                    <a:pt x="53" y="220"/>
                    <a:pt x="54" y="199"/>
                    <a:pt x="68" y="187"/>
                  </a:cubicBezTo>
                  <a:cubicBezTo>
                    <a:pt x="82" y="174"/>
                    <a:pt x="105" y="177"/>
                    <a:pt x="120" y="164"/>
                  </a:cubicBezTo>
                  <a:cubicBezTo>
                    <a:pt x="140" y="145"/>
                    <a:pt x="130" y="109"/>
                    <a:pt x="147" y="89"/>
                  </a:cubicBezTo>
                  <a:cubicBezTo>
                    <a:pt x="163" y="70"/>
                    <a:pt x="193" y="73"/>
                    <a:pt x="215" y="62"/>
                  </a:cubicBezTo>
                  <a:cubicBezTo>
                    <a:pt x="231" y="54"/>
                    <a:pt x="243" y="36"/>
                    <a:pt x="245" y="17"/>
                  </a:cubicBezTo>
                  <a:cubicBezTo>
                    <a:pt x="240" y="15"/>
                    <a:pt x="236" y="13"/>
                    <a:pt x="231" y="12"/>
                  </a:cubicBezTo>
                  <a:cubicBezTo>
                    <a:pt x="212" y="4"/>
                    <a:pt x="191" y="0"/>
                    <a:pt x="17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6" name="íŝḻîdè"/>
            <p:cNvSpPr/>
            <p:nvPr/>
          </p:nvSpPr>
          <p:spPr bwMode="auto">
            <a:xfrm>
              <a:off x="5549900" y="5287963"/>
              <a:ext cx="746125" cy="147638"/>
            </a:xfrm>
            <a:custGeom>
              <a:avLst/>
              <a:gdLst>
                <a:gd name="T0" fmla="*/ 181 w 226"/>
                <a:gd name="T1" fmla="*/ 45 h 45"/>
                <a:gd name="T2" fmla="*/ 45 w 226"/>
                <a:gd name="T3" fmla="*/ 45 h 45"/>
                <a:gd name="T4" fmla="*/ 0 w 226"/>
                <a:gd name="T5" fmla="*/ 0 h 45"/>
                <a:gd name="T6" fmla="*/ 226 w 226"/>
                <a:gd name="T7" fmla="*/ 0 h 45"/>
                <a:gd name="T8" fmla="*/ 181 w 226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45">
                  <a:moveTo>
                    <a:pt x="181" y="45"/>
                  </a:moveTo>
                  <a:cubicBezTo>
                    <a:pt x="45" y="45"/>
                    <a:pt x="45" y="45"/>
                    <a:pt x="45" y="45"/>
                  </a:cubicBezTo>
                  <a:cubicBezTo>
                    <a:pt x="20" y="45"/>
                    <a:pt x="0" y="25"/>
                    <a:pt x="0" y="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5"/>
                    <a:pt x="206" y="45"/>
                    <a:pt x="181" y="45"/>
                  </a:cubicBezTo>
                  <a:close/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7" name="ïš1íḑe"/>
            <p:cNvSpPr/>
            <p:nvPr/>
          </p:nvSpPr>
          <p:spPr bwMode="auto">
            <a:xfrm>
              <a:off x="5870575" y="3600450"/>
              <a:ext cx="471488" cy="719138"/>
            </a:xfrm>
            <a:custGeom>
              <a:avLst/>
              <a:gdLst>
                <a:gd name="T0" fmla="*/ 2 w 143"/>
                <a:gd name="T1" fmla="*/ 191 h 218"/>
                <a:gd name="T2" fmla="*/ 13 w 143"/>
                <a:gd name="T3" fmla="*/ 140 h 218"/>
                <a:gd name="T4" fmla="*/ 14 w 143"/>
                <a:gd name="T5" fmla="*/ 134 h 218"/>
                <a:gd name="T6" fmla="*/ 19 w 143"/>
                <a:gd name="T7" fmla="*/ 111 h 218"/>
                <a:gd name="T8" fmla="*/ 20 w 143"/>
                <a:gd name="T9" fmla="*/ 108 h 218"/>
                <a:gd name="T10" fmla="*/ 71 w 143"/>
                <a:gd name="T11" fmla="*/ 11 h 218"/>
                <a:gd name="T12" fmla="*/ 133 w 143"/>
                <a:gd name="T13" fmla="*/ 34 h 218"/>
                <a:gd name="T14" fmla="*/ 143 w 143"/>
                <a:gd name="T15" fmla="*/ 75 h 218"/>
                <a:gd name="T16" fmla="*/ 140 w 143"/>
                <a:gd name="T17" fmla="*/ 100 h 218"/>
                <a:gd name="T18" fmla="*/ 139 w 143"/>
                <a:gd name="T19" fmla="*/ 101 h 218"/>
                <a:gd name="T20" fmla="*/ 111 w 143"/>
                <a:gd name="T21" fmla="*/ 132 h 218"/>
                <a:gd name="T22" fmla="*/ 108 w 143"/>
                <a:gd name="T23" fmla="*/ 132 h 218"/>
                <a:gd name="T24" fmla="*/ 86 w 143"/>
                <a:gd name="T25" fmla="*/ 129 h 218"/>
                <a:gd name="T26" fmla="*/ 86 w 143"/>
                <a:gd name="T27" fmla="*/ 130 h 218"/>
                <a:gd name="T28" fmla="*/ 86 w 143"/>
                <a:gd name="T29" fmla="*/ 130 h 218"/>
                <a:gd name="T30" fmla="*/ 86 w 143"/>
                <a:gd name="T31" fmla="*/ 146 h 218"/>
                <a:gd name="T32" fmla="*/ 86 w 143"/>
                <a:gd name="T33" fmla="*/ 201 h 218"/>
                <a:gd name="T34" fmla="*/ 70 w 143"/>
                <a:gd name="T35" fmla="*/ 210 h 218"/>
                <a:gd name="T36" fmla="*/ 53 w 143"/>
                <a:gd name="T37" fmla="*/ 216 h 218"/>
                <a:gd name="T38" fmla="*/ 4 w 143"/>
                <a:gd name="T39" fmla="*/ 203 h 218"/>
                <a:gd name="T40" fmla="*/ 1 w 143"/>
                <a:gd name="T41" fmla="*/ 200 h 218"/>
                <a:gd name="T42" fmla="*/ 2 w 143"/>
                <a:gd name="T43" fmla="*/ 191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218">
                  <a:moveTo>
                    <a:pt x="2" y="191"/>
                  </a:moveTo>
                  <a:cubicBezTo>
                    <a:pt x="13" y="140"/>
                    <a:pt x="13" y="140"/>
                    <a:pt x="13" y="140"/>
                  </a:cubicBezTo>
                  <a:cubicBezTo>
                    <a:pt x="14" y="134"/>
                    <a:pt x="14" y="134"/>
                    <a:pt x="14" y="134"/>
                  </a:cubicBezTo>
                  <a:cubicBezTo>
                    <a:pt x="19" y="111"/>
                    <a:pt x="19" y="111"/>
                    <a:pt x="19" y="111"/>
                  </a:cubicBezTo>
                  <a:cubicBezTo>
                    <a:pt x="20" y="110"/>
                    <a:pt x="20" y="109"/>
                    <a:pt x="20" y="108"/>
                  </a:cubicBezTo>
                  <a:cubicBezTo>
                    <a:pt x="29" y="67"/>
                    <a:pt x="37" y="28"/>
                    <a:pt x="71" y="11"/>
                  </a:cubicBezTo>
                  <a:cubicBezTo>
                    <a:pt x="94" y="0"/>
                    <a:pt x="121" y="12"/>
                    <a:pt x="133" y="34"/>
                  </a:cubicBezTo>
                  <a:cubicBezTo>
                    <a:pt x="139" y="46"/>
                    <a:pt x="143" y="61"/>
                    <a:pt x="143" y="75"/>
                  </a:cubicBezTo>
                  <a:cubicBezTo>
                    <a:pt x="143" y="84"/>
                    <a:pt x="142" y="93"/>
                    <a:pt x="140" y="100"/>
                  </a:cubicBezTo>
                  <a:cubicBezTo>
                    <a:pt x="140" y="101"/>
                    <a:pt x="140" y="101"/>
                    <a:pt x="139" y="101"/>
                  </a:cubicBezTo>
                  <a:cubicBezTo>
                    <a:pt x="135" y="115"/>
                    <a:pt x="125" y="128"/>
                    <a:pt x="111" y="132"/>
                  </a:cubicBezTo>
                  <a:cubicBezTo>
                    <a:pt x="110" y="132"/>
                    <a:pt x="109" y="132"/>
                    <a:pt x="108" y="132"/>
                  </a:cubicBezTo>
                  <a:cubicBezTo>
                    <a:pt x="101" y="134"/>
                    <a:pt x="93" y="132"/>
                    <a:pt x="86" y="129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35"/>
                    <a:pt x="86" y="141"/>
                    <a:pt x="86" y="146"/>
                  </a:cubicBezTo>
                  <a:cubicBezTo>
                    <a:pt x="86" y="149"/>
                    <a:pt x="86" y="201"/>
                    <a:pt x="86" y="201"/>
                  </a:cubicBezTo>
                  <a:cubicBezTo>
                    <a:pt x="86" y="201"/>
                    <a:pt x="75" y="206"/>
                    <a:pt x="70" y="210"/>
                  </a:cubicBezTo>
                  <a:cubicBezTo>
                    <a:pt x="65" y="213"/>
                    <a:pt x="59" y="215"/>
                    <a:pt x="53" y="216"/>
                  </a:cubicBezTo>
                  <a:cubicBezTo>
                    <a:pt x="35" y="218"/>
                    <a:pt x="18" y="213"/>
                    <a:pt x="4" y="203"/>
                  </a:cubicBezTo>
                  <a:cubicBezTo>
                    <a:pt x="3" y="202"/>
                    <a:pt x="2" y="202"/>
                    <a:pt x="1" y="200"/>
                  </a:cubicBezTo>
                  <a:cubicBezTo>
                    <a:pt x="0" y="198"/>
                    <a:pt x="2" y="191"/>
                    <a:pt x="2" y="191"/>
                  </a:cubicBezTo>
                </a:path>
              </a:pathLst>
            </a:custGeom>
            <a:solidFill>
              <a:srgbClr val="FE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8" name="ïṥľiḍè"/>
            <p:cNvSpPr/>
            <p:nvPr/>
          </p:nvSpPr>
          <p:spPr bwMode="auto">
            <a:xfrm>
              <a:off x="6207125" y="3844925"/>
              <a:ext cx="85725" cy="85725"/>
            </a:xfrm>
            <a:custGeom>
              <a:avLst/>
              <a:gdLst>
                <a:gd name="T0" fmla="*/ 1 w 26"/>
                <a:gd name="T1" fmla="*/ 14 h 26"/>
                <a:gd name="T2" fmla="*/ 14 w 26"/>
                <a:gd name="T3" fmla="*/ 25 h 26"/>
                <a:gd name="T4" fmla="*/ 25 w 26"/>
                <a:gd name="T5" fmla="*/ 12 h 26"/>
                <a:gd name="T6" fmla="*/ 12 w 26"/>
                <a:gd name="T7" fmla="*/ 1 h 26"/>
                <a:gd name="T8" fmla="*/ 1 w 26"/>
                <a:gd name="T9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1" y="14"/>
                  </a:moveTo>
                  <a:cubicBezTo>
                    <a:pt x="1" y="21"/>
                    <a:pt x="7" y="26"/>
                    <a:pt x="14" y="25"/>
                  </a:cubicBezTo>
                  <a:cubicBezTo>
                    <a:pt x="21" y="25"/>
                    <a:pt x="26" y="19"/>
                    <a:pt x="25" y="12"/>
                  </a:cubicBezTo>
                  <a:cubicBezTo>
                    <a:pt x="25" y="5"/>
                    <a:pt x="19" y="0"/>
                    <a:pt x="12" y="1"/>
                  </a:cubicBezTo>
                  <a:cubicBezTo>
                    <a:pt x="5" y="1"/>
                    <a:pt x="0" y="7"/>
                    <a:pt x="1" y="14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9" name="ïṣḷiḍé"/>
            <p:cNvSpPr/>
            <p:nvPr/>
          </p:nvSpPr>
          <p:spPr bwMode="auto">
            <a:xfrm>
              <a:off x="5849938" y="3548063"/>
              <a:ext cx="547688" cy="460375"/>
            </a:xfrm>
            <a:custGeom>
              <a:avLst/>
              <a:gdLst>
                <a:gd name="T0" fmla="*/ 43 w 166"/>
                <a:gd name="T1" fmla="*/ 138 h 140"/>
                <a:gd name="T2" fmla="*/ 77 w 166"/>
                <a:gd name="T3" fmla="*/ 125 h 140"/>
                <a:gd name="T4" fmla="*/ 99 w 166"/>
                <a:gd name="T5" fmla="*/ 93 h 140"/>
                <a:gd name="T6" fmla="*/ 147 w 166"/>
                <a:gd name="T7" fmla="*/ 75 h 140"/>
                <a:gd name="T8" fmla="*/ 165 w 166"/>
                <a:gd name="T9" fmla="*/ 48 h 140"/>
                <a:gd name="T10" fmla="*/ 155 w 166"/>
                <a:gd name="T11" fmla="*/ 16 h 140"/>
                <a:gd name="T12" fmla="*/ 114 w 166"/>
                <a:gd name="T13" fmla="*/ 1 h 140"/>
                <a:gd name="T14" fmla="*/ 54 w 166"/>
                <a:gd name="T15" fmla="*/ 11 h 140"/>
                <a:gd name="T16" fmla="*/ 11 w 166"/>
                <a:gd name="T17" fmla="*/ 54 h 140"/>
                <a:gd name="T18" fmla="*/ 43 w 166"/>
                <a:gd name="T19" fmla="*/ 138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6" h="140">
                  <a:moveTo>
                    <a:pt x="43" y="138"/>
                  </a:moveTo>
                  <a:cubicBezTo>
                    <a:pt x="55" y="140"/>
                    <a:pt x="68" y="134"/>
                    <a:pt x="77" y="125"/>
                  </a:cubicBezTo>
                  <a:cubicBezTo>
                    <a:pt x="86" y="116"/>
                    <a:pt x="93" y="105"/>
                    <a:pt x="99" y="93"/>
                  </a:cubicBezTo>
                  <a:cubicBezTo>
                    <a:pt x="116" y="104"/>
                    <a:pt x="141" y="94"/>
                    <a:pt x="147" y="75"/>
                  </a:cubicBezTo>
                  <a:cubicBezTo>
                    <a:pt x="157" y="69"/>
                    <a:pt x="163" y="59"/>
                    <a:pt x="165" y="48"/>
                  </a:cubicBezTo>
                  <a:cubicBezTo>
                    <a:pt x="166" y="36"/>
                    <a:pt x="162" y="24"/>
                    <a:pt x="155" y="16"/>
                  </a:cubicBezTo>
                  <a:cubicBezTo>
                    <a:pt x="144" y="5"/>
                    <a:pt x="129" y="2"/>
                    <a:pt x="114" y="1"/>
                  </a:cubicBezTo>
                  <a:cubicBezTo>
                    <a:pt x="94" y="0"/>
                    <a:pt x="73" y="2"/>
                    <a:pt x="54" y="11"/>
                  </a:cubicBezTo>
                  <a:cubicBezTo>
                    <a:pt x="35" y="19"/>
                    <a:pt x="19" y="34"/>
                    <a:pt x="11" y="54"/>
                  </a:cubicBezTo>
                  <a:cubicBezTo>
                    <a:pt x="0" y="80"/>
                    <a:pt x="10" y="134"/>
                    <a:pt x="43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0" name="íŝ1ïḑe"/>
            <p:cNvSpPr/>
            <p:nvPr/>
          </p:nvSpPr>
          <p:spPr bwMode="auto">
            <a:xfrm>
              <a:off x="5473700" y="4529138"/>
              <a:ext cx="1065213" cy="657225"/>
            </a:xfrm>
            <a:custGeom>
              <a:avLst/>
              <a:gdLst>
                <a:gd name="T0" fmla="*/ 323 w 323"/>
                <a:gd name="T1" fmla="*/ 46 h 199"/>
                <a:gd name="T2" fmla="*/ 257 w 323"/>
                <a:gd name="T3" fmla="*/ 159 h 199"/>
                <a:gd name="T4" fmla="*/ 19 w 323"/>
                <a:gd name="T5" fmla="*/ 102 h 199"/>
                <a:gd name="T6" fmla="*/ 0 w 323"/>
                <a:gd name="T7" fmla="*/ 89 h 199"/>
                <a:gd name="T8" fmla="*/ 20 w 323"/>
                <a:gd name="T9" fmla="*/ 4 h 199"/>
                <a:gd name="T10" fmla="*/ 134 w 323"/>
                <a:gd name="T11" fmla="*/ 15 h 199"/>
                <a:gd name="T12" fmla="*/ 316 w 323"/>
                <a:gd name="T13" fmla="*/ 0 h 199"/>
                <a:gd name="T14" fmla="*/ 323 w 323"/>
                <a:gd name="T15" fmla="*/ 46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3" h="199">
                  <a:moveTo>
                    <a:pt x="323" y="46"/>
                  </a:moveTo>
                  <a:cubicBezTo>
                    <a:pt x="323" y="91"/>
                    <a:pt x="299" y="137"/>
                    <a:pt x="257" y="159"/>
                  </a:cubicBezTo>
                  <a:cubicBezTo>
                    <a:pt x="182" y="199"/>
                    <a:pt x="92" y="150"/>
                    <a:pt x="19" y="102"/>
                  </a:cubicBezTo>
                  <a:cubicBezTo>
                    <a:pt x="12" y="98"/>
                    <a:pt x="6" y="93"/>
                    <a:pt x="0" y="89"/>
                  </a:cubicBezTo>
                  <a:cubicBezTo>
                    <a:pt x="5" y="60"/>
                    <a:pt x="11" y="31"/>
                    <a:pt x="20" y="4"/>
                  </a:cubicBezTo>
                  <a:cubicBezTo>
                    <a:pt x="58" y="10"/>
                    <a:pt x="96" y="14"/>
                    <a:pt x="134" y="15"/>
                  </a:cubicBezTo>
                  <a:cubicBezTo>
                    <a:pt x="195" y="17"/>
                    <a:pt x="256" y="12"/>
                    <a:pt x="316" y="0"/>
                  </a:cubicBezTo>
                  <a:cubicBezTo>
                    <a:pt x="320" y="15"/>
                    <a:pt x="323" y="30"/>
                    <a:pt x="323" y="46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1" name="ïśļídê"/>
            <p:cNvSpPr/>
            <p:nvPr/>
          </p:nvSpPr>
          <p:spPr bwMode="auto">
            <a:xfrm>
              <a:off x="5540375" y="4268788"/>
              <a:ext cx="976313" cy="317500"/>
            </a:xfrm>
            <a:custGeom>
              <a:avLst/>
              <a:gdLst>
                <a:gd name="T0" fmla="*/ 296 w 296"/>
                <a:gd name="T1" fmla="*/ 79 h 96"/>
                <a:gd name="T2" fmla="*/ 114 w 296"/>
                <a:gd name="T3" fmla="*/ 94 h 96"/>
                <a:gd name="T4" fmla="*/ 0 w 296"/>
                <a:gd name="T5" fmla="*/ 83 h 96"/>
                <a:gd name="T6" fmla="*/ 7 w 296"/>
                <a:gd name="T7" fmla="*/ 62 h 96"/>
                <a:gd name="T8" fmla="*/ 43 w 296"/>
                <a:gd name="T9" fmla="*/ 2 h 96"/>
                <a:gd name="T10" fmla="*/ 119 w 296"/>
                <a:gd name="T11" fmla="*/ 8 h 96"/>
                <a:gd name="T12" fmla="*/ 250 w 296"/>
                <a:gd name="T13" fmla="*/ 0 h 96"/>
                <a:gd name="T14" fmla="*/ 251 w 296"/>
                <a:gd name="T15" fmla="*/ 1 h 96"/>
                <a:gd name="T16" fmla="*/ 296 w 296"/>
                <a:gd name="T17" fmla="*/ 7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6" h="96">
                  <a:moveTo>
                    <a:pt x="296" y="79"/>
                  </a:moveTo>
                  <a:cubicBezTo>
                    <a:pt x="236" y="91"/>
                    <a:pt x="175" y="96"/>
                    <a:pt x="114" y="94"/>
                  </a:cubicBezTo>
                  <a:cubicBezTo>
                    <a:pt x="76" y="93"/>
                    <a:pt x="38" y="89"/>
                    <a:pt x="0" y="83"/>
                  </a:cubicBezTo>
                  <a:cubicBezTo>
                    <a:pt x="2" y="76"/>
                    <a:pt x="4" y="69"/>
                    <a:pt x="7" y="62"/>
                  </a:cubicBezTo>
                  <a:cubicBezTo>
                    <a:pt x="16" y="41"/>
                    <a:pt x="28" y="20"/>
                    <a:pt x="43" y="2"/>
                  </a:cubicBezTo>
                  <a:cubicBezTo>
                    <a:pt x="69" y="5"/>
                    <a:pt x="94" y="7"/>
                    <a:pt x="119" y="8"/>
                  </a:cubicBezTo>
                  <a:cubicBezTo>
                    <a:pt x="163" y="9"/>
                    <a:pt x="207" y="6"/>
                    <a:pt x="250" y="0"/>
                  </a:cubicBezTo>
                  <a:cubicBezTo>
                    <a:pt x="250" y="0"/>
                    <a:pt x="251" y="1"/>
                    <a:pt x="251" y="1"/>
                  </a:cubicBezTo>
                  <a:cubicBezTo>
                    <a:pt x="271" y="24"/>
                    <a:pt x="287" y="51"/>
                    <a:pt x="296" y="79"/>
                  </a:cubicBezTo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2" name="îSľîďe"/>
            <p:cNvSpPr/>
            <p:nvPr/>
          </p:nvSpPr>
          <p:spPr bwMode="auto">
            <a:xfrm>
              <a:off x="5681663" y="4102100"/>
              <a:ext cx="682625" cy="196850"/>
            </a:xfrm>
            <a:custGeom>
              <a:avLst/>
              <a:gdLst>
                <a:gd name="T0" fmla="*/ 207 w 207"/>
                <a:gd name="T1" fmla="*/ 51 h 60"/>
                <a:gd name="T2" fmla="*/ 76 w 207"/>
                <a:gd name="T3" fmla="*/ 59 h 60"/>
                <a:gd name="T4" fmla="*/ 0 w 207"/>
                <a:gd name="T5" fmla="*/ 53 h 60"/>
                <a:gd name="T6" fmla="*/ 30 w 207"/>
                <a:gd name="T7" fmla="*/ 26 h 60"/>
                <a:gd name="T8" fmla="*/ 109 w 207"/>
                <a:gd name="T9" fmla="*/ 1 h 60"/>
                <a:gd name="T10" fmla="*/ 139 w 207"/>
                <a:gd name="T11" fmla="*/ 5 h 60"/>
                <a:gd name="T12" fmla="*/ 207 w 207"/>
                <a:gd name="T13" fmla="*/ 5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" h="60">
                  <a:moveTo>
                    <a:pt x="207" y="51"/>
                  </a:moveTo>
                  <a:cubicBezTo>
                    <a:pt x="164" y="57"/>
                    <a:pt x="120" y="60"/>
                    <a:pt x="76" y="59"/>
                  </a:cubicBezTo>
                  <a:cubicBezTo>
                    <a:pt x="51" y="58"/>
                    <a:pt x="26" y="56"/>
                    <a:pt x="0" y="53"/>
                  </a:cubicBezTo>
                  <a:cubicBezTo>
                    <a:pt x="9" y="43"/>
                    <a:pt x="19" y="34"/>
                    <a:pt x="30" y="26"/>
                  </a:cubicBezTo>
                  <a:cubicBezTo>
                    <a:pt x="53" y="10"/>
                    <a:pt x="81" y="0"/>
                    <a:pt x="109" y="1"/>
                  </a:cubicBezTo>
                  <a:cubicBezTo>
                    <a:pt x="120" y="1"/>
                    <a:pt x="130" y="2"/>
                    <a:pt x="139" y="5"/>
                  </a:cubicBezTo>
                  <a:cubicBezTo>
                    <a:pt x="166" y="13"/>
                    <a:pt x="189" y="31"/>
                    <a:pt x="207" y="51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3" name="ïṣ1íḓè"/>
            <p:cNvSpPr/>
            <p:nvPr/>
          </p:nvSpPr>
          <p:spPr bwMode="auto">
            <a:xfrm>
              <a:off x="5503863" y="4543425"/>
              <a:ext cx="144463" cy="131763"/>
            </a:xfrm>
            <a:custGeom>
              <a:avLst/>
              <a:gdLst>
                <a:gd name="T0" fmla="*/ 11 w 44"/>
                <a:gd name="T1" fmla="*/ 0 h 40"/>
                <a:gd name="T2" fmla="*/ 0 w 44"/>
                <a:gd name="T3" fmla="*/ 40 h 40"/>
                <a:gd name="T4" fmla="*/ 7 w 44"/>
                <a:gd name="T5" fmla="*/ 33 h 40"/>
                <a:gd name="T6" fmla="*/ 44 w 44"/>
                <a:gd name="T7" fmla="*/ 5 h 40"/>
                <a:gd name="T8" fmla="*/ 11 w 44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0">
                  <a:moveTo>
                    <a:pt x="11" y="0"/>
                  </a:moveTo>
                  <a:cubicBezTo>
                    <a:pt x="6" y="13"/>
                    <a:pt x="3" y="26"/>
                    <a:pt x="0" y="40"/>
                  </a:cubicBezTo>
                  <a:cubicBezTo>
                    <a:pt x="2" y="38"/>
                    <a:pt x="4" y="35"/>
                    <a:pt x="7" y="33"/>
                  </a:cubicBezTo>
                  <a:cubicBezTo>
                    <a:pt x="18" y="22"/>
                    <a:pt x="30" y="12"/>
                    <a:pt x="44" y="5"/>
                  </a:cubicBezTo>
                  <a:cubicBezTo>
                    <a:pt x="33" y="3"/>
                    <a:pt x="22" y="2"/>
                    <a:pt x="11" y="0"/>
                  </a:cubicBezTo>
                </a:path>
              </a:pathLst>
            </a:custGeom>
            <a:solidFill>
              <a:srgbClr val="397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4" name="iśľiḋè"/>
            <p:cNvSpPr/>
            <p:nvPr/>
          </p:nvSpPr>
          <p:spPr bwMode="auto">
            <a:xfrm>
              <a:off x="5540375" y="4276725"/>
              <a:ext cx="425450" cy="282575"/>
            </a:xfrm>
            <a:custGeom>
              <a:avLst/>
              <a:gdLst>
                <a:gd name="T0" fmla="*/ 43 w 129"/>
                <a:gd name="T1" fmla="*/ 0 h 86"/>
                <a:gd name="T2" fmla="*/ 7 w 129"/>
                <a:gd name="T3" fmla="*/ 60 h 86"/>
                <a:gd name="T4" fmla="*/ 0 w 129"/>
                <a:gd name="T5" fmla="*/ 81 h 86"/>
                <a:gd name="T6" fmla="*/ 33 w 129"/>
                <a:gd name="T7" fmla="*/ 86 h 86"/>
                <a:gd name="T8" fmla="*/ 116 w 129"/>
                <a:gd name="T9" fmla="*/ 64 h 86"/>
                <a:gd name="T10" fmla="*/ 128 w 129"/>
                <a:gd name="T11" fmla="*/ 64 h 86"/>
                <a:gd name="T12" fmla="*/ 125 w 129"/>
                <a:gd name="T13" fmla="*/ 38 h 86"/>
                <a:gd name="T14" fmla="*/ 119 w 129"/>
                <a:gd name="T15" fmla="*/ 8 h 86"/>
                <a:gd name="T16" fmla="*/ 119 w 129"/>
                <a:gd name="T17" fmla="*/ 6 h 86"/>
                <a:gd name="T18" fmla="*/ 43 w 129"/>
                <a:gd name="T1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86">
                  <a:moveTo>
                    <a:pt x="43" y="0"/>
                  </a:moveTo>
                  <a:cubicBezTo>
                    <a:pt x="28" y="18"/>
                    <a:pt x="16" y="39"/>
                    <a:pt x="7" y="60"/>
                  </a:cubicBezTo>
                  <a:cubicBezTo>
                    <a:pt x="4" y="67"/>
                    <a:pt x="2" y="74"/>
                    <a:pt x="0" y="81"/>
                  </a:cubicBezTo>
                  <a:cubicBezTo>
                    <a:pt x="11" y="83"/>
                    <a:pt x="22" y="84"/>
                    <a:pt x="33" y="86"/>
                  </a:cubicBezTo>
                  <a:cubicBezTo>
                    <a:pt x="57" y="72"/>
                    <a:pt x="86" y="64"/>
                    <a:pt x="116" y="64"/>
                  </a:cubicBezTo>
                  <a:cubicBezTo>
                    <a:pt x="120" y="64"/>
                    <a:pt x="124" y="64"/>
                    <a:pt x="128" y="64"/>
                  </a:cubicBezTo>
                  <a:cubicBezTo>
                    <a:pt x="129" y="56"/>
                    <a:pt x="128" y="46"/>
                    <a:pt x="125" y="38"/>
                  </a:cubicBezTo>
                  <a:cubicBezTo>
                    <a:pt x="122" y="28"/>
                    <a:pt x="116" y="18"/>
                    <a:pt x="119" y="8"/>
                  </a:cubicBezTo>
                  <a:cubicBezTo>
                    <a:pt x="119" y="7"/>
                    <a:pt x="119" y="6"/>
                    <a:pt x="119" y="6"/>
                  </a:cubicBezTo>
                  <a:cubicBezTo>
                    <a:pt x="94" y="5"/>
                    <a:pt x="69" y="3"/>
                    <a:pt x="43" y="0"/>
                  </a:cubicBezTo>
                </a:path>
              </a:pathLst>
            </a:custGeom>
            <a:solidFill>
              <a:srgbClr val="E19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5" name="ï$liḋè"/>
            <p:cNvSpPr/>
            <p:nvPr/>
          </p:nvSpPr>
          <p:spPr bwMode="auto">
            <a:xfrm>
              <a:off x="5681663" y="4105275"/>
              <a:ext cx="366713" cy="190500"/>
            </a:xfrm>
            <a:custGeom>
              <a:avLst/>
              <a:gdLst>
                <a:gd name="T0" fmla="*/ 108 w 111"/>
                <a:gd name="T1" fmla="*/ 0 h 58"/>
                <a:gd name="T2" fmla="*/ 30 w 111"/>
                <a:gd name="T3" fmla="*/ 25 h 58"/>
                <a:gd name="T4" fmla="*/ 0 w 111"/>
                <a:gd name="T5" fmla="*/ 52 h 58"/>
                <a:gd name="T6" fmla="*/ 76 w 111"/>
                <a:gd name="T7" fmla="*/ 58 h 58"/>
                <a:gd name="T8" fmla="*/ 76 w 111"/>
                <a:gd name="T9" fmla="*/ 58 h 58"/>
                <a:gd name="T10" fmla="*/ 98 w 111"/>
                <a:gd name="T11" fmla="*/ 36 h 58"/>
                <a:gd name="T12" fmla="*/ 109 w 111"/>
                <a:gd name="T13" fmla="*/ 0 h 58"/>
                <a:gd name="T14" fmla="*/ 109 w 111"/>
                <a:gd name="T15" fmla="*/ 0 h 58"/>
                <a:gd name="T16" fmla="*/ 108 w 111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58">
                  <a:moveTo>
                    <a:pt x="108" y="0"/>
                  </a:moveTo>
                  <a:cubicBezTo>
                    <a:pt x="81" y="0"/>
                    <a:pt x="53" y="9"/>
                    <a:pt x="30" y="25"/>
                  </a:cubicBezTo>
                  <a:cubicBezTo>
                    <a:pt x="19" y="33"/>
                    <a:pt x="9" y="42"/>
                    <a:pt x="0" y="52"/>
                  </a:cubicBezTo>
                  <a:cubicBezTo>
                    <a:pt x="26" y="55"/>
                    <a:pt x="51" y="57"/>
                    <a:pt x="76" y="58"/>
                  </a:cubicBezTo>
                  <a:cubicBezTo>
                    <a:pt x="76" y="58"/>
                    <a:pt x="76" y="58"/>
                    <a:pt x="76" y="58"/>
                  </a:cubicBezTo>
                  <a:cubicBezTo>
                    <a:pt x="80" y="48"/>
                    <a:pt x="91" y="43"/>
                    <a:pt x="98" y="36"/>
                  </a:cubicBezTo>
                  <a:cubicBezTo>
                    <a:pt x="108" y="26"/>
                    <a:pt x="111" y="13"/>
                    <a:pt x="109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0"/>
                    <a:pt x="108" y="0"/>
                  </a:cubicBezTo>
                </a:path>
              </a:pathLst>
            </a:custGeom>
            <a:solidFill>
              <a:srgbClr val="397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6" name="íşlïḍè"/>
            <p:cNvSpPr/>
            <p:nvPr/>
          </p:nvSpPr>
          <p:spPr bwMode="auto">
            <a:xfrm>
              <a:off x="6321425" y="4448175"/>
              <a:ext cx="100013" cy="381000"/>
            </a:xfrm>
            <a:custGeom>
              <a:avLst/>
              <a:gdLst>
                <a:gd name="T0" fmla="*/ 25 w 30"/>
                <a:gd name="T1" fmla="*/ 116 h 116"/>
                <a:gd name="T2" fmla="*/ 0 w 30"/>
                <a:gd name="T3" fmla="*/ 2 h 116"/>
                <a:gd name="T4" fmla="*/ 4 w 30"/>
                <a:gd name="T5" fmla="*/ 0 h 116"/>
                <a:gd name="T6" fmla="*/ 30 w 30"/>
                <a:gd name="T7" fmla="*/ 116 h 116"/>
                <a:gd name="T8" fmla="*/ 25 w 30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16">
                  <a:moveTo>
                    <a:pt x="25" y="116"/>
                  </a:moveTo>
                  <a:cubicBezTo>
                    <a:pt x="24" y="77"/>
                    <a:pt x="15" y="38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0" y="36"/>
                    <a:pt x="29" y="77"/>
                    <a:pt x="30" y="116"/>
                  </a:cubicBezTo>
                  <a:lnTo>
                    <a:pt x="25" y="1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7" name="íŝļîḍè"/>
            <p:cNvSpPr/>
            <p:nvPr/>
          </p:nvSpPr>
          <p:spPr bwMode="auto">
            <a:xfrm>
              <a:off x="5362575" y="4486275"/>
              <a:ext cx="1120775" cy="838200"/>
            </a:xfrm>
            <a:custGeom>
              <a:avLst/>
              <a:gdLst>
                <a:gd name="T0" fmla="*/ 340 w 340"/>
                <a:gd name="T1" fmla="*/ 170 h 254"/>
                <a:gd name="T2" fmla="*/ 315 w 340"/>
                <a:gd name="T3" fmla="*/ 229 h 254"/>
                <a:gd name="T4" fmla="*/ 256 w 340"/>
                <a:gd name="T5" fmla="*/ 254 h 254"/>
                <a:gd name="T6" fmla="*/ 83 w 340"/>
                <a:gd name="T7" fmla="*/ 254 h 254"/>
                <a:gd name="T8" fmla="*/ 43 w 340"/>
                <a:gd name="T9" fmla="*/ 243 h 254"/>
                <a:gd name="T10" fmla="*/ 0 w 340"/>
                <a:gd name="T11" fmla="*/ 170 h 254"/>
                <a:gd name="T12" fmla="*/ 50 w 340"/>
                <a:gd name="T13" fmla="*/ 50 h 254"/>
                <a:gd name="T14" fmla="*/ 170 w 340"/>
                <a:gd name="T15" fmla="*/ 0 h 254"/>
                <a:gd name="T16" fmla="*/ 247 w 340"/>
                <a:gd name="T17" fmla="*/ 19 h 254"/>
                <a:gd name="T18" fmla="*/ 290 w 340"/>
                <a:gd name="T19" fmla="*/ 50 h 254"/>
                <a:gd name="T20" fmla="*/ 340 w 340"/>
                <a:gd name="T21" fmla="*/ 17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254">
                  <a:moveTo>
                    <a:pt x="340" y="170"/>
                  </a:moveTo>
                  <a:cubicBezTo>
                    <a:pt x="340" y="193"/>
                    <a:pt x="330" y="214"/>
                    <a:pt x="315" y="229"/>
                  </a:cubicBezTo>
                  <a:cubicBezTo>
                    <a:pt x="300" y="244"/>
                    <a:pt x="279" y="254"/>
                    <a:pt x="256" y="254"/>
                  </a:cubicBezTo>
                  <a:cubicBezTo>
                    <a:pt x="83" y="254"/>
                    <a:pt x="83" y="254"/>
                    <a:pt x="83" y="254"/>
                  </a:cubicBezTo>
                  <a:cubicBezTo>
                    <a:pt x="69" y="254"/>
                    <a:pt x="55" y="250"/>
                    <a:pt x="43" y="243"/>
                  </a:cubicBezTo>
                  <a:cubicBezTo>
                    <a:pt x="17" y="229"/>
                    <a:pt x="0" y="202"/>
                    <a:pt x="0" y="170"/>
                  </a:cubicBezTo>
                  <a:cubicBezTo>
                    <a:pt x="0" y="123"/>
                    <a:pt x="19" y="81"/>
                    <a:pt x="50" y="50"/>
                  </a:cubicBezTo>
                  <a:cubicBezTo>
                    <a:pt x="80" y="19"/>
                    <a:pt x="123" y="0"/>
                    <a:pt x="170" y="0"/>
                  </a:cubicBezTo>
                  <a:cubicBezTo>
                    <a:pt x="198" y="0"/>
                    <a:pt x="224" y="7"/>
                    <a:pt x="247" y="19"/>
                  </a:cubicBezTo>
                  <a:cubicBezTo>
                    <a:pt x="263" y="27"/>
                    <a:pt x="278" y="37"/>
                    <a:pt x="290" y="50"/>
                  </a:cubicBezTo>
                  <a:cubicBezTo>
                    <a:pt x="321" y="81"/>
                    <a:pt x="340" y="123"/>
                    <a:pt x="340" y="170"/>
                  </a:cubicBezTo>
                </a:path>
              </a:pathLst>
            </a:custGeom>
            <a:solidFill>
              <a:srgbClr val="ABAB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8" name="iṡļîḋê"/>
            <p:cNvSpPr/>
            <p:nvPr/>
          </p:nvSpPr>
          <p:spPr bwMode="auto">
            <a:xfrm>
              <a:off x="5362575" y="4486275"/>
              <a:ext cx="814388" cy="801688"/>
            </a:xfrm>
            <a:custGeom>
              <a:avLst/>
              <a:gdLst>
                <a:gd name="T0" fmla="*/ 170 w 247"/>
                <a:gd name="T1" fmla="*/ 0 h 243"/>
                <a:gd name="T2" fmla="*/ 87 w 247"/>
                <a:gd name="T3" fmla="*/ 22 h 243"/>
                <a:gd name="T4" fmla="*/ 50 w 247"/>
                <a:gd name="T5" fmla="*/ 50 h 243"/>
                <a:gd name="T6" fmla="*/ 43 w 247"/>
                <a:gd name="T7" fmla="*/ 57 h 243"/>
                <a:gd name="T8" fmla="*/ 26 w 247"/>
                <a:gd name="T9" fmla="*/ 79 h 243"/>
                <a:gd name="T10" fmla="*/ 0 w 247"/>
                <a:gd name="T11" fmla="*/ 170 h 243"/>
                <a:gd name="T12" fmla="*/ 43 w 247"/>
                <a:gd name="T13" fmla="*/ 243 h 243"/>
                <a:gd name="T14" fmla="*/ 48 w 247"/>
                <a:gd name="T15" fmla="*/ 236 h 243"/>
                <a:gd name="T16" fmla="*/ 71 w 247"/>
                <a:gd name="T17" fmla="*/ 187 h 243"/>
                <a:gd name="T18" fmla="*/ 123 w 247"/>
                <a:gd name="T19" fmla="*/ 164 h 243"/>
                <a:gd name="T20" fmla="*/ 150 w 247"/>
                <a:gd name="T21" fmla="*/ 89 h 243"/>
                <a:gd name="T22" fmla="*/ 218 w 247"/>
                <a:gd name="T23" fmla="*/ 62 h 243"/>
                <a:gd name="T24" fmla="*/ 247 w 247"/>
                <a:gd name="T25" fmla="*/ 19 h 243"/>
                <a:gd name="T26" fmla="*/ 170 w 247"/>
                <a:gd name="T27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3">
                  <a:moveTo>
                    <a:pt x="170" y="0"/>
                  </a:moveTo>
                  <a:cubicBezTo>
                    <a:pt x="140" y="0"/>
                    <a:pt x="111" y="8"/>
                    <a:pt x="87" y="22"/>
                  </a:cubicBezTo>
                  <a:cubicBezTo>
                    <a:pt x="73" y="29"/>
                    <a:pt x="61" y="39"/>
                    <a:pt x="50" y="50"/>
                  </a:cubicBezTo>
                  <a:cubicBezTo>
                    <a:pt x="47" y="52"/>
                    <a:pt x="45" y="55"/>
                    <a:pt x="43" y="57"/>
                  </a:cubicBezTo>
                  <a:cubicBezTo>
                    <a:pt x="37" y="64"/>
                    <a:pt x="31" y="71"/>
                    <a:pt x="26" y="79"/>
                  </a:cubicBezTo>
                  <a:cubicBezTo>
                    <a:pt x="9" y="106"/>
                    <a:pt x="0" y="137"/>
                    <a:pt x="0" y="170"/>
                  </a:cubicBezTo>
                  <a:cubicBezTo>
                    <a:pt x="0" y="202"/>
                    <a:pt x="17" y="229"/>
                    <a:pt x="43" y="243"/>
                  </a:cubicBezTo>
                  <a:cubicBezTo>
                    <a:pt x="45" y="241"/>
                    <a:pt x="46" y="238"/>
                    <a:pt x="48" y="236"/>
                  </a:cubicBezTo>
                  <a:cubicBezTo>
                    <a:pt x="56" y="220"/>
                    <a:pt x="57" y="199"/>
                    <a:pt x="71" y="187"/>
                  </a:cubicBezTo>
                  <a:cubicBezTo>
                    <a:pt x="85" y="174"/>
                    <a:pt x="108" y="177"/>
                    <a:pt x="123" y="164"/>
                  </a:cubicBezTo>
                  <a:cubicBezTo>
                    <a:pt x="143" y="145"/>
                    <a:pt x="133" y="109"/>
                    <a:pt x="150" y="89"/>
                  </a:cubicBezTo>
                  <a:cubicBezTo>
                    <a:pt x="166" y="70"/>
                    <a:pt x="196" y="73"/>
                    <a:pt x="218" y="62"/>
                  </a:cubicBezTo>
                  <a:cubicBezTo>
                    <a:pt x="234" y="54"/>
                    <a:pt x="245" y="37"/>
                    <a:pt x="247" y="19"/>
                  </a:cubicBezTo>
                  <a:cubicBezTo>
                    <a:pt x="224" y="7"/>
                    <a:pt x="198" y="0"/>
                    <a:pt x="17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9" name="îşḻîḓè"/>
            <p:cNvSpPr/>
            <p:nvPr/>
          </p:nvSpPr>
          <p:spPr bwMode="auto">
            <a:xfrm>
              <a:off x="3582988" y="2892425"/>
              <a:ext cx="217488" cy="625475"/>
            </a:xfrm>
            <a:custGeom>
              <a:avLst/>
              <a:gdLst>
                <a:gd name="T0" fmla="*/ 61 w 66"/>
                <a:gd name="T1" fmla="*/ 190 h 190"/>
                <a:gd name="T2" fmla="*/ 39 w 66"/>
                <a:gd name="T3" fmla="*/ 115 h 190"/>
                <a:gd name="T4" fmla="*/ 3 w 66"/>
                <a:gd name="T5" fmla="*/ 44 h 190"/>
                <a:gd name="T6" fmla="*/ 3 w 66"/>
                <a:gd name="T7" fmla="*/ 16 h 190"/>
                <a:gd name="T8" fmla="*/ 26 w 66"/>
                <a:gd name="T9" fmla="*/ 1 h 190"/>
                <a:gd name="T10" fmla="*/ 49 w 66"/>
                <a:gd name="T11" fmla="*/ 27 h 190"/>
                <a:gd name="T12" fmla="*/ 62 w 66"/>
                <a:gd name="T13" fmla="*/ 17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90">
                  <a:moveTo>
                    <a:pt x="61" y="190"/>
                  </a:moveTo>
                  <a:cubicBezTo>
                    <a:pt x="65" y="164"/>
                    <a:pt x="53" y="138"/>
                    <a:pt x="39" y="115"/>
                  </a:cubicBezTo>
                  <a:cubicBezTo>
                    <a:pt x="25" y="92"/>
                    <a:pt x="9" y="70"/>
                    <a:pt x="3" y="44"/>
                  </a:cubicBezTo>
                  <a:cubicBezTo>
                    <a:pt x="1" y="35"/>
                    <a:pt x="0" y="25"/>
                    <a:pt x="3" y="16"/>
                  </a:cubicBezTo>
                  <a:cubicBezTo>
                    <a:pt x="7" y="7"/>
                    <a:pt x="16" y="0"/>
                    <a:pt x="26" y="1"/>
                  </a:cubicBezTo>
                  <a:cubicBezTo>
                    <a:pt x="38" y="3"/>
                    <a:pt x="45" y="16"/>
                    <a:pt x="49" y="27"/>
                  </a:cubicBezTo>
                  <a:cubicBezTo>
                    <a:pt x="63" y="68"/>
                    <a:pt x="66" y="129"/>
                    <a:pt x="62" y="172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0" name="îṧḻíḋê"/>
            <p:cNvSpPr/>
            <p:nvPr/>
          </p:nvSpPr>
          <p:spPr bwMode="auto">
            <a:xfrm>
              <a:off x="3722688" y="2549525"/>
              <a:ext cx="319088" cy="830263"/>
            </a:xfrm>
            <a:custGeom>
              <a:avLst/>
              <a:gdLst>
                <a:gd name="T0" fmla="*/ 97 w 97"/>
                <a:gd name="T1" fmla="*/ 155 h 252"/>
                <a:gd name="T2" fmla="*/ 97 w 97"/>
                <a:gd name="T3" fmla="*/ 155 h 252"/>
                <a:gd name="T4" fmla="*/ 67 w 97"/>
                <a:gd name="T5" fmla="*/ 178 h 252"/>
                <a:gd name="T6" fmla="*/ 69 w 97"/>
                <a:gd name="T7" fmla="*/ 184 h 252"/>
                <a:gd name="T8" fmla="*/ 89 w 97"/>
                <a:gd name="T9" fmla="*/ 180 h 252"/>
                <a:gd name="T10" fmla="*/ 93 w 97"/>
                <a:gd name="T11" fmla="*/ 184 h 252"/>
                <a:gd name="T12" fmla="*/ 82 w 97"/>
                <a:gd name="T13" fmla="*/ 216 h 252"/>
                <a:gd name="T14" fmla="*/ 35 w 97"/>
                <a:gd name="T15" fmla="*/ 248 h 252"/>
                <a:gd name="T16" fmla="*/ 3 w 97"/>
                <a:gd name="T17" fmla="*/ 200 h 252"/>
                <a:gd name="T18" fmla="*/ 21 w 97"/>
                <a:gd name="T19" fmla="*/ 93 h 252"/>
                <a:gd name="T20" fmla="*/ 28 w 97"/>
                <a:gd name="T21" fmla="*/ 79 h 252"/>
                <a:gd name="T22" fmla="*/ 32 w 97"/>
                <a:gd name="T23" fmla="*/ 78 h 252"/>
                <a:gd name="T24" fmla="*/ 43 w 97"/>
                <a:gd name="T25" fmla="*/ 88 h 252"/>
                <a:gd name="T26" fmla="*/ 48 w 97"/>
                <a:gd name="T27" fmla="*/ 85 h 252"/>
                <a:gd name="T28" fmla="*/ 39 w 97"/>
                <a:gd name="T29" fmla="*/ 57 h 252"/>
                <a:gd name="T30" fmla="*/ 39 w 97"/>
                <a:gd name="T31" fmla="*/ 55 h 252"/>
                <a:gd name="T32" fmla="*/ 70 w 97"/>
                <a:gd name="T33" fmla="*/ 2 h 252"/>
                <a:gd name="T34" fmla="*/ 75 w 97"/>
                <a:gd name="T35" fmla="*/ 3 h 252"/>
                <a:gd name="T36" fmla="*/ 96 w 97"/>
                <a:gd name="T37" fmla="*/ 122 h 252"/>
                <a:gd name="T38" fmla="*/ 97 w 97"/>
                <a:gd name="T39" fmla="*/ 15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7" h="252">
                  <a:moveTo>
                    <a:pt x="97" y="155"/>
                  </a:moveTo>
                  <a:cubicBezTo>
                    <a:pt x="97" y="155"/>
                    <a:pt x="97" y="155"/>
                    <a:pt x="97" y="155"/>
                  </a:cubicBezTo>
                  <a:cubicBezTo>
                    <a:pt x="67" y="178"/>
                    <a:pt x="67" y="178"/>
                    <a:pt x="67" y="178"/>
                  </a:cubicBezTo>
                  <a:cubicBezTo>
                    <a:pt x="64" y="180"/>
                    <a:pt x="66" y="184"/>
                    <a:pt x="69" y="184"/>
                  </a:cubicBezTo>
                  <a:cubicBezTo>
                    <a:pt x="89" y="180"/>
                    <a:pt x="89" y="180"/>
                    <a:pt x="89" y="180"/>
                  </a:cubicBezTo>
                  <a:cubicBezTo>
                    <a:pt x="91" y="180"/>
                    <a:pt x="93" y="182"/>
                    <a:pt x="93" y="184"/>
                  </a:cubicBezTo>
                  <a:cubicBezTo>
                    <a:pt x="90" y="195"/>
                    <a:pt x="87" y="206"/>
                    <a:pt x="82" y="216"/>
                  </a:cubicBezTo>
                  <a:cubicBezTo>
                    <a:pt x="73" y="234"/>
                    <a:pt x="55" y="252"/>
                    <a:pt x="35" y="248"/>
                  </a:cubicBezTo>
                  <a:cubicBezTo>
                    <a:pt x="15" y="244"/>
                    <a:pt x="6" y="221"/>
                    <a:pt x="3" y="200"/>
                  </a:cubicBezTo>
                  <a:cubicBezTo>
                    <a:pt x="0" y="164"/>
                    <a:pt x="8" y="127"/>
                    <a:pt x="21" y="93"/>
                  </a:cubicBezTo>
                  <a:cubicBezTo>
                    <a:pt x="23" y="88"/>
                    <a:pt x="25" y="83"/>
                    <a:pt x="28" y="79"/>
                  </a:cubicBezTo>
                  <a:cubicBezTo>
                    <a:pt x="28" y="77"/>
                    <a:pt x="31" y="76"/>
                    <a:pt x="32" y="78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5" y="90"/>
                    <a:pt x="49" y="88"/>
                    <a:pt x="48" y="85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6"/>
                    <a:pt x="39" y="55"/>
                    <a:pt x="39" y="55"/>
                  </a:cubicBezTo>
                  <a:cubicBezTo>
                    <a:pt x="49" y="37"/>
                    <a:pt x="59" y="19"/>
                    <a:pt x="70" y="2"/>
                  </a:cubicBezTo>
                  <a:cubicBezTo>
                    <a:pt x="71" y="0"/>
                    <a:pt x="74" y="0"/>
                    <a:pt x="75" y="3"/>
                  </a:cubicBezTo>
                  <a:cubicBezTo>
                    <a:pt x="84" y="35"/>
                    <a:pt x="93" y="92"/>
                    <a:pt x="96" y="122"/>
                  </a:cubicBezTo>
                  <a:cubicBezTo>
                    <a:pt x="97" y="133"/>
                    <a:pt x="97" y="144"/>
                    <a:pt x="97" y="155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1" name="îṥḷidê"/>
            <p:cNvSpPr/>
            <p:nvPr/>
          </p:nvSpPr>
          <p:spPr bwMode="auto">
            <a:xfrm>
              <a:off x="3821113" y="2852738"/>
              <a:ext cx="122238" cy="588963"/>
            </a:xfrm>
            <a:custGeom>
              <a:avLst/>
              <a:gdLst>
                <a:gd name="T0" fmla="*/ 1 w 37"/>
                <a:gd name="T1" fmla="*/ 179 h 179"/>
                <a:gd name="T2" fmla="*/ 32 w 37"/>
                <a:gd name="T3" fmla="*/ 0 h 179"/>
                <a:gd name="T4" fmla="*/ 37 w 37"/>
                <a:gd name="T5" fmla="*/ 2 h 179"/>
                <a:gd name="T6" fmla="*/ 6 w 37"/>
                <a:gd name="T7" fmla="*/ 179 h 179"/>
                <a:gd name="T8" fmla="*/ 1 w 3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9">
                  <a:moveTo>
                    <a:pt x="1" y="179"/>
                  </a:moveTo>
                  <a:cubicBezTo>
                    <a:pt x="0" y="119"/>
                    <a:pt x="11" y="57"/>
                    <a:pt x="32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16" y="58"/>
                    <a:pt x="5" y="119"/>
                    <a:pt x="6" y="179"/>
                  </a:cubicBezTo>
                  <a:lnTo>
                    <a:pt x="1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2" name="ïšlîde"/>
            <p:cNvSpPr/>
            <p:nvPr/>
          </p:nvSpPr>
          <p:spPr bwMode="auto">
            <a:xfrm>
              <a:off x="3708400" y="3340100"/>
              <a:ext cx="268288" cy="266700"/>
            </a:xfrm>
            <a:custGeom>
              <a:avLst/>
              <a:gdLst>
                <a:gd name="T0" fmla="*/ 41 w 81"/>
                <a:gd name="T1" fmla="*/ 81 h 81"/>
                <a:gd name="T2" fmla="*/ 41 w 81"/>
                <a:gd name="T3" fmla="*/ 81 h 81"/>
                <a:gd name="T4" fmla="*/ 10 w 81"/>
                <a:gd name="T5" fmla="*/ 56 h 81"/>
                <a:gd name="T6" fmla="*/ 0 w 81"/>
                <a:gd name="T7" fmla="*/ 0 h 81"/>
                <a:gd name="T8" fmla="*/ 81 w 81"/>
                <a:gd name="T9" fmla="*/ 0 h 81"/>
                <a:gd name="T10" fmla="*/ 71 w 81"/>
                <a:gd name="T11" fmla="*/ 56 h 81"/>
                <a:gd name="T12" fmla="*/ 41 w 81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1">
                  <a:moveTo>
                    <a:pt x="41" y="81"/>
                  </a:moveTo>
                  <a:cubicBezTo>
                    <a:pt x="41" y="81"/>
                    <a:pt x="41" y="81"/>
                    <a:pt x="41" y="81"/>
                  </a:cubicBezTo>
                  <a:cubicBezTo>
                    <a:pt x="26" y="81"/>
                    <a:pt x="13" y="70"/>
                    <a:pt x="1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71" y="56"/>
                    <a:pt x="71" y="56"/>
                    <a:pt x="71" y="56"/>
                  </a:cubicBezTo>
                  <a:cubicBezTo>
                    <a:pt x="68" y="70"/>
                    <a:pt x="55" y="81"/>
                    <a:pt x="41" y="81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思源黑体 Medium" panose="020B0600000000000000" pitchFamily="34" charset="-122"/>
          <a:ea typeface="思源黑体 Medium" panose="020B0600000000000000" pitchFamily="34" charset="-122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思源黑体 Normal" panose="020B0400000000000000" pitchFamily="34" charset="-122"/>
          <a:ea typeface="思源黑体 Normal" panose="020B0400000000000000" pitchFamily="34" charset="-122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2444" y="1"/>
            <a:ext cx="8137922" cy="771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2444" y="842963"/>
            <a:ext cx="8137922" cy="3764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2444" y="771525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051299" y="4680348"/>
            <a:ext cx="1041402" cy="1547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50000"/>
                    <a:lumOff val="50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02443" y="4680348"/>
            <a:ext cx="3105151" cy="1547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50000"/>
                    <a:lumOff val="50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49" y="4680348"/>
            <a:ext cx="2182416" cy="1547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50000"/>
                    <a:lumOff val="50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思源黑体 Normal" panose="020B0400000000000000" pitchFamily="34" charset="-122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8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1.xml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3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亚马逊广告打造篇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731611" y="249538"/>
            <a:ext cx="8061778" cy="4644424"/>
            <a:chOff x="550512" y="275316"/>
            <a:chExt cx="11293146" cy="6506028"/>
          </a:xfrm>
        </p:grpSpPr>
        <p:grpSp>
          <p:nvGrpSpPr>
            <p:cNvPr id="4" name="组合 3"/>
            <p:cNvGrpSpPr/>
            <p:nvPr/>
          </p:nvGrpSpPr>
          <p:grpSpPr>
            <a:xfrm>
              <a:off x="550512" y="275316"/>
              <a:ext cx="11293146" cy="3522941"/>
              <a:chOff x="550512" y="275316"/>
              <a:chExt cx="11293146" cy="3522941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550512" y="275316"/>
                <a:ext cx="11293146" cy="352294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Normal" panose="020B0400000000000000" pitchFamily="34" charset="-122"/>
                </a:endParaRPr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875" t="14616" r="2499" b="33269"/>
              <a:stretch>
                <a:fillRect/>
              </a:stretch>
            </p:blipFill>
            <p:spPr>
              <a:xfrm>
                <a:off x="2132577" y="325660"/>
                <a:ext cx="9653025" cy="3422252"/>
              </a:xfrm>
              <a:prstGeom prst="rect">
                <a:avLst/>
              </a:prstGeom>
              <a:ln>
                <a:noFill/>
              </a:ln>
              <a:effectLst/>
            </p:spPr>
          </p:pic>
        </p:grpSp>
        <p:sp>
          <p:nvSpPr>
            <p:cNvPr id="7" name="矩形 6"/>
            <p:cNvSpPr/>
            <p:nvPr/>
          </p:nvSpPr>
          <p:spPr>
            <a:xfrm>
              <a:off x="550512" y="3848601"/>
              <a:ext cx="11293146" cy="2932743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pic>
          <p:nvPicPr>
            <p:cNvPr id="8" name="内容占位符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28" t="41812" r="1482" b="60"/>
            <a:stretch>
              <a:fillRect/>
            </a:stretch>
          </p:blipFill>
          <p:spPr>
            <a:xfrm>
              <a:off x="2132577" y="3931264"/>
              <a:ext cx="9653024" cy="2767416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9" name="文本框 8"/>
            <p:cNvSpPr txBox="1"/>
            <p:nvPr/>
          </p:nvSpPr>
          <p:spPr>
            <a:xfrm>
              <a:off x="550512" y="1600769"/>
              <a:ext cx="1582063" cy="143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产品详情</a:t>
              </a:r>
              <a:endParaRPr lang="en-US" altLang="zh-CN" dirty="0"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SKU Center</a:t>
              </a:r>
              <a:endParaRPr lang="zh-CN" altLang="en-US" dirty="0"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50513" y="4878956"/>
              <a:ext cx="1565860" cy="143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业务报告</a:t>
              </a:r>
              <a:endParaRPr lang="en-US" altLang="zh-CN" dirty="0">
                <a:solidFill>
                  <a:schemeClr val="bg1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Business Report</a:t>
              </a:r>
              <a:endParaRPr lang="zh-CN" altLang="en-US" dirty="0">
                <a:solidFill>
                  <a:schemeClr val="bg1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6"/>
          <p:cNvSpPr txBox="1">
            <a:spLocks noGrp="1"/>
          </p:cNvSpPr>
          <p:nvPr>
            <p:ph type="sldNum" idx="4294967295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</a:fld>
            <a:endParaRPr dirty="0">
              <a:solidFill>
                <a:schemeClr val="dk1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539" name="Google Shape;539;p16"/>
          <p:cNvPicPr preferRelativeResize="0"/>
          <p:nvPr/>
        </p:nvPicPr>
        <p:blipFill rotWithShape="1">
          <a:blip r:embed="rId1"/>
          <a:srcRect l="33292" r="15598"/>
          <a:stretch>
            <a:fillRect/>
          </a:stretch>
        </p:blipFill>
        <p:spPr>
          <a:xfrm>
            <a:off x="653650" y="0"/>
            <a:ext cx="2920850" cy="5143500"/>
          </a:xfrm>
          <a:prstGeom prst="rect">
            <a:avLst/>
          </a:prstGeom>
          <a:solidFill>
            <a:srgbClr val="EEA139"/>
          </a:solidFill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647850" y="0"/>
            <a:ext cx="292085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61944" y="1538134"/>
            <a:ext cx="1292662" cy="2067233"/>
          </a:xfrm>
          <a:prstGeom prst="rect">
            <a:avLst/>
          </a:prstGeom>
        </p:spPr>
        <p:txBody>
          <a:bodyPr vert="eaVert" wrap="none" anchor="ctr">
            <a:spAutoFit/>
          </a:bodyPr>
          <a:lstStyle/>
          <a:p>
            <a:pPr algn="ctr"/>
            <a:r>
              <a:rPr lang="zh-CN" altLang="en-US" sz="7200" spc="500" dirty="0">
                <a:solidFill>
                  <a:schemeClr val="bg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目录</a:t>
            </a:r>
            <a:endParaRPr lang="zh-CN" altLang="en-US" sz="7200" spc="500" dirty="0">
              <a:solidFill>
                <a:schemeClr val="bg1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376994" y="1269645"/>
            <a:ext cx="4102329" cy="2508283"/>
            <a:chOff x="5157787" y="1091736"/>
            <a:chExt cx="4102329" cy="2508283"/>
          </a:xfrm>
        </p:grpSpPr>
        <p:grpSp>
          <p:nvGrpSpPr>
            <p:cNvPr id="9" name="íṧ1îḓè"/>
            <p:cNvGrpSpPr/>
            <p:nvPr/>
          </p:nvGrpSpPr>
          <p:grpSpPr>
            <a:xfrm>
              <a:off x="5157788" y="1091736"/>
              <a:ext cx="4102328" cy="622350"/>
              <a:chOff x="6095999" y="1523832"/>
              <a:chExt cx="5469770" cy="829801"/>
            </a:xfrm>
          </p:grpSpPr>
          <p:sp>
            <p:nvSpPr>
              <p:cNvPr id="22" name="ïšľiḍé"/>
              <p:cNvSpPr/>
              <p:nvPr/>
            </p:nvSpPr>
            <p:spPr>
              <a:xfrm>
                <a:off x="6095999" y="1651733"/>
                <a:ext cx="638175" cy="573999"/>
              </a:xfrm>
              <a:prstGeom prst="rect">
                <a:avLst/>
              </a:prstGeom>
              <a:noFill/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algn="ctr" defTabSz="914400"/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0</a:t>
                </a:r>
                <a:r>
                  <a:rPr lang="en-US" altLang="zh-CN" sz="5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1.</a:t>
                </a:r>
                <a:endParaRPr lang="zh-CN" altLang="en-US" sz="2000" b="1" dirty="0">
                  <a:solidFill>
                    <a:schemeClr val="accent1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íśḷîḋê"/>
              <p:cNvSpPr/>
              <p:nvPr/>
            </p:nvSpPr>
            <p:spPr bwMode="auto">
              <a:xfrm>
                <a:off x="6800850" y="1523832"/>
                <a:ext cx="4764919" cy="829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产品上架前充分准备</a:t>
                </a:r>
                <a:endParaRPr lang="en-US" altLang="zh-CN" sz="2400" dirty="0"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ï$1îḑè"/>
            <p:cNvGrpSpPr/>
            <p:nvPr/>
          </p:nvGrpSpPr>
          <p:grpSpPr>
            <a:xfrm>
              <a:off x="5157788" y="1752355"/>
              <a:ext cx="4102327" cy="622350"/>
              <a:chOff x="6096000" y="2370565"/>
              <a:chExt cx="5469769" cy="829801"/>
            </a:xfrm>
          </p:grpSpPr>
          <p:sp>
            <p:nvSpPr>
              <p:cNvPr id="20" name="išļîḋè"/>
              <p:cNvSpPr/>
              <p:nvPr/>
            </p:nvSpPr>
            <p:spPr>
              <a:xfrm>
                <a:off x="6096000" y="2498466"/>
                <a:ext cx="638173" cy="573999"/>
              </a:xfrm>
              <a:prstGeom prst="rect">
                <a:avLst/>
              </a:prstGeom>
              <a:noFill/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algn="ctr" defTabSz="914400"/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0</a:t>
                </a:r>
                <a:r>
                  <a:rPr lang="en-US" altLang="zh-CN" sz="5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2.</a:t>
                </a:r>
                <a:endParaRPr lang="zh-CN" altLang="en-US" sz="2000" b="1" dirty="0">
                  <a:solidFill>
                    <a:schemeClr val="accent1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íŝḻiďe"/>
              <p:cNvSpPr/>
              <p:nvPr/>
            </p:nvSpPr>
            <p:spPr bwMode="auto">
              <a:xfrm>
                <a:off x="6800850" y="2370565"/>
                <a:ext cx="4764919" cy="829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上架初期广告打法</a:t>
                </a:r>
                <a:endParaRPr lang="en-US" altLang="zh-CN" sz="2400" dirty="0"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ïSḷiḍè"/>
            <p:cNvGrpSpPr/>
            <p:nvPr/>
          </p:nvGrpSpPr>
          <p:grpSpPr>
            <a:xfrm>
              <a:off x="5157787" y="2508901"/>
              <a:ext cx="3136107" cy="430499"/>
              <a:chOff x="6095999" y="3345200"/>
              <a:chExt cx="4181476" cy="573999"/>
            </a:xfrm>
          </p:grpSpPr>
          <p:sp>
            <p:nvSpPr>
              <p:cNvPr id="18" name="ïṩḻïḓé"/>
              <p:cNvSpPr/>
              <p:nvPr/>
            </p:nvSpPr>
            <p:spPr>
              <a:xfrm>
                <a:off x="6095999" y="3345200"/>
                <a:ext cx="697117" cy="573999"/>
              </a:xfrm>
              <a:prstGeom prst="rect">
                <a:avLst/>
              </a:prstGeom>
              <a:noFill/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0</a:t>
                </a:r>
                <a:r>
                  <a:rPr lang="en-US" altLang="zh-CN" sz="5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3.</a:t>
                </a:r>
                <a:endParaRPr lang="zh-CN" altLang="en-US" sz="2000" b="1" dirty="0">
                  <a:solidFill>
                    <a:schemeClr val="accent1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íṩľíḓe"/>
              <p:cNvSpPr/>
              <p:nvPr/>
            </p:nvSpPr>
            <p:spPr bwMode="auto">
              <a:xfrm>
                <a:off x="6800850" y="3381316"/>
                <a:ext cx="3476625" cy="501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上升期广告打法</a:t>
                </a:r>
                <a:endParaRPr lang="en-US" altLang="zh-CN" sz="2400" dirty="0"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işļïḓe"/>
            <p:cNvGrpSpPr/>
            <p:nvPr/>
          </p:nvGrpSpPr>
          <p:grpSpPr>
            <a:xfrm>
              <a:off x="5157787" y="3169520"/>
              <a:ext cx="3136107" cy="430499"/>
              <a:chOff x="6095999" y="4191933"/>
              <a:chExt cx="4181476" cy="573999"/>
            </a:xfrm>
          </p:grpSpPr>
          <p:sp>
            <p:nvSpPr>
              <p:cNvPr id="16" name="ïṧḷíḑè"/>
              <p:cNvSpPr/>
              <p:nvPr/>
            </p:nvSpPr>
            <p:spPr>
              <a:xfrm>
                <a:off x="6095999" y="4191933"/>
                <a:ext cx="638175" cy="573999"/>
              </a:xfrm>
              <a:prstGeom prst="rect">
                <a:avLst/>
              </a:prstGeom>
              <a:noFill/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algn="ctr" defTabSz="914400"/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0</a:t>
                </a:r>
                <a:r>
                  <a:rPr lang="en-US" altLang="zh-CN" sz="5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4.</a:t>
                </a:r>
                <a:endParaRPr lang="zh-CN" altLang="en-US" sz="2000" b="1" dirty="0">
                  <a:solidFill>
                    <a:schemeClr val="accent1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7" name="íṩlïḑé"/>
              <p:cNvSpPr/>
              <p:nvPr/>
            </p:nvSpPr>
            <p:spPr bwMode="auto">
              <a:xfrm>
                <a:off x="6800850" y="4228049"/>
                <a:ext cx="3476625" cy="501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稳定期广告打法</a:t>
                </a:r>
                <a:endParaRPr lang="en-US" altLang="zh-CN" sz="2400" dirty="0"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5772151" y="1733222"/>
              <a:ext cx="27860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5772151" y="2393841"/>
              <a:ext cx="27860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5772151" y="3054460"/>
              <a:ext cx="27860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>
            <a:spLocks noGrp="1"/>
          </p:cNvSpPr>
          <p:nvPr>
            <p:ph type="ctrTitle"/>
          </p:nvPr>
        </p:nvSpPr>
        <p:spPr>
          <a:xfrm>
            <a:off x="603425" y="1315153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一、产品上架前充分准备</a:t>
            </a:r>
            <a:endParaRPr dirty="0"/>
          </a:p>
        </p:txBody>
      </p:sp>
      <p:sp>
        <p:nvSpPr>
          <p:cNvPr id="531" name="Google Shape;531;p15"/>
          <p:cNvSpPr txBox="1">
            <a:spLocks noGrp="1"/>
          </p:cNvSpPr>
          <p:nvPr>
            <p:ph type="subTitle" idx="1"/>
          </p:nvPr>
        </p:nvSpPr>
        <p:spPr>
          <a:xfrm>
            <a:off x="603425" y="2187853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altLang="zh-CN" dirty="0"/>
              <a:t>1</a:t>
            </a:r>
            <a:r>
              <a:rPr lang="zh-CN" altLang="en-US" dirty="0"/>
              <a:t>、分析及确定产品核心流量词</a:t>
            </a:r>
            <a:endParaRPr lang="zh-CN" altLang="en-US" dirty="0"/>
          </a:p>
          <a:p>
            <a:pPr marL="0" lvl="0" indent="0"/>
            <a:r>
              <a:rPr lang="en-US" altLang="zh-CN" dirty="0"/>
              <a:t>2</a:t>
            </a:r>
            <a:r>
              <a:rPr lang="zh-CN" altLang="en-US" dirty="0"/>
              <a:t>、保证点击率和转化率的有效准备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反查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BSR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榜单里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TOP10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以内的同类产品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获取到有广告排名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/AMZ Choice/BSR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的反查词数据（至少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份数据）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332344" y="2398481"/>
            <a:ext cx="5576455" cy="2748968"/>
            <a:chOff x="3219202" y="1632982"/>
            <a:chExt cx="6513808" cy="321104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/>
            <a:srcRect r="61365"/>
            <a:stretch>
              <a:fillRect/>
            </a:stretch>
          </p:blipFill>
          <p:spPr>
            <a:xfrm>
              <a:off x="3219207" y="1632982"/>
              <a:ext cx="3127813" cy="3138618"/>
            </a:xfrm>
            <a:prstGeom prst="rect">
              <a:avLst/>
            </a:prstGeom>
            <a:effectLst>
              <a:glow rad="63500">
                <a:srgbClr val="FFB717">
                  <a:alpha val="40000"/>
                </a:srgbClr>
              </a:glow>
            </a:effectLst>
          </p:spPr>
        </p:pic>
        <p:sp>
          <p:nvSpPr>
            <p:cNvPr id="14" name="矩形 13"/>
            <p:cNvSpPr/>
            <p:nvPr/>
          </p:nvSpPr>
          <p:spPr>
            <a:xfrm>
              <a:off x="3219202" y="4340713"/>
              <a:ext cx="3127812" cy="503315"/>
            </a:xfrm>
            <a:prstGeom prst="rect">
              <a:avLst/>
            </a:prstGeom>
            <a:solidFill>
              <a:srgbClr val="FFB717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#193 in Beauty &amp; Personal Care</a:t>
              </a:r>
              <a:endParaRPr lang="en-US" altLang="zh-CN" sz="11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r>
                <a:rPr lang="en-US" altLang="zh-CN" sz="11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#1 in Nail Dryers</a:t>
              </a:r>
              <a:endParaRPr lang="zh-CN" altLang="en-US" sz="11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3358" y="1632982"/>
              <a:ext cx="3189652" cy="3138618"/>
            </a:xfrm>
            <a:prstGeom prst="rect">
              <a:avLst/>
            </a:prstGeom>
            <a:effectLst>
              <a:glow rad="63500">
                <a:srgbClr val="FFB717">
                  <a:alpha val="40000"/>
                </a:srgbClr>
              </a:glow>
            </a:effectLst>
          </p:spPr>
        </p:pic>
        <p:sp>
          <p:nvSpPr>
            <p:cNvPr id="16" name="矩形 15"/>
            <p:cNvSpPr/>
            <p:nvPr/>
          </p:nvSpPr>
          <p:spPr>
            <a:xfrm>
              <a:off x="6543359" y="4340713"/>
              <a:ext cx="3189651" cy="503315"/>
            </a:xfrm>
            <a:prstGeom prst="rect">
              <a:avLst/>
            </a:prstGeom>
            <a:solidFill>
              <a:srgbClr val="FFB717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#12,541 in Beauty &amp; Personal Care</a:t>
              </a:r>
              <a:endParaRPr lang="en-US" altLang="zh-CN" sz="11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r>
                <a:rPr lang="en-US" altLang="zh-CN" sz="11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#16 in Nail Polish Curing Lamps</a:t>
              </a:r>
              <a:endParaRPr lang="zh-CN" altLang="en-US" sz="11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3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根据高频词找出根词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649" y="2048963"/>
            <a:ext cx="2328599" cy="2844733"/>
          </a:xfrm>
          <a:prstGeom prst="rect">
            <a:avLst/>
          </a:prstGeom>
          <a:noFill/>
          <a:effectLst>
            <a:glow rad="63500">
              <a:srgbClr val="FFB717">
                <a:alpha val="40000"/>
              </a:srgbClr>
            </a:glow>
          </a:effectLst>
        </p:spPr>
      </p:pic>
      <p:grpSp>
        <p:nvGrpSpPr>
          <p:cNvPr id="11" name="组合 10"/>
          <p:cNvGrpSpPr/>
          <p:nvPr/>
        </p:nvGrpSpPr>
        <p:grpSpPr>
          <a:xfrm>
            <a:off x="2161200" y="2769951"/>
            <a:ext cx="230511" cy="2033167"/>
            <a:chOff x="2615146" y="3215640"/>
            <a:chExt cx="850049" cy="2856441"/>
          </a:xfrm>
        </p:grpSpPr>
        <p:sp>
          <p:nvSpPr>
            <p:cNvPr id="27" name="矩形 26"/>
            <p:cNvSpPr/>
            <p:nvPr/>
          </p:nvSpPr>
          <p:spPr>
            <a:xfrm>
              <a:off x="2615146" y="3215640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2615146" y="3593223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615146" y="3970806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615146" y="4348389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615146" y="4725972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615146" y="5103555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2615146" y="5481138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2615146" y="5858721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</p:grpSp>
      <p:cxnSp>
        <p:nvCxnSpPr>
          <p:cNvPr id="12" name="连接符: 曲线 11"/>
          <p:cNvCxnSpPr>
            <a:stCxn id="27" idx="3"/>
            <a:endCxn id="28" idx="3"/>
          </p:cNvCxnSpPr>
          <p:nvPr/>
        </p:nvCxnSpPr>
        <p:spPr>
          <a:xfrm>
            <a:off x="2391711" y="2845884"/>
            <a:ext cx="9040" cy="26875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/>
          <p:cNvCxnSpPr>
            <a:stCxn id="27" idx="3"/>
            <a:endCxn id="29" idx="3"/>
          </p:cNvCxnSpPr>
          <p:nvPr/>
        </p:nvCxnSpPr>
        <p:spPr>
          <a:xfrm>
            <a:off x="2391711" y="2845884"/>
            <a:ext cx="9040" cy="53751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/>
          <p:cNvCxnSpPr>
            <a:stCxn id="27" idx="3"/>
            <a:endCxn id="30" idx="3"/>
          </p:cNvCxnSpPr>
          <p:nvPr/>
        </p:nvCxnSpPr>
        <p:spPr>
          <a:xfrm>
            <a:off x="2391711" y="2845884"/>
            <a:ext cx="9040" cy="806272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/>
          <p:cNvCxnSpPr>
            <a:stCxn id="27" idx="3"/>
            <a:endCxn id="31" idx="3"/>
          </p:cNvCxnSpPr>
          <p:nvPr/>
        </p:nvCxnSpPr>
        <p:spPr>
          <a:xfrm>
            <a:off x="2391711" y="2845884"/>
            <a:ext cx="9040" cy="1075029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/>
          <p:cNvCxnSpPr>
            <a:stCxn id="27" idx="3"/>
            <a:endCxn id="32" idx="3"/>
          </p:cNvCxnSpPr>
          <p:nvPr/>
        </p:nvCxnSpPr>
        <p:spPr>
          <a:xfrm>
            <a:off x="2391711" y="2845884"/>
            <a:ext cx="9040" cy="134378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/>
          <p:cNvCxnSpPr>
            <a:stCxn id="30" idx="1"/>
            <a:endCxn id="28" idx="1"/>
          </p:cNvCxnSpPr>
          <p:nvPr/>
        </p:nvCxnSpPr>
        <p:spPr>
          <a:xfrm rot="10800000">
            <a:off x="2161200" y="3114641"/>
            <a:ext cx="9040" cy="53751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/>
          <p:cNvCxnSpPr>
            <a:stCxn id="30" idx="1"/>
            <a:endCxn id="29" idx="1"/>
          </p:cNvCxnSpPr>
          <p:nvPr/>
        </p:nvCxnSpPr>
        <p:spPr>
          <a:xfrm rot="10800000">
            <a:off x="2161200" y="3383399"/>
            <a:ext cx="9040" cy="26875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/>
          <p:cNvCxnSpPr>
            <a:stCxn id="30" idx="1"/>
            <a:endCxn id="31" idx="1"/>
          </p:cNvCxnSpPr>
          <p:nvPr/>
        </p:nvCxnSpPr>
        <p:spPr>
          <a:xfrm rot="10800000" flipV="1">
            <a:off x="2161200" y="3652155"/>
            <a:ext cx="9040" cy="26875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23"/>
          <p:cNvCxnSpPr>
            <a:stCxn id="30" idx="1"/>
            <a:endCxn id="32" idx="1"/>
          </p:cNvCxnSpPr>
          <p:nvPr/>
        </p:nvCxnSpPr>
        <p:spPr>
          <a:xfrm rot="10800000" flipV="1">
            <a:off x="2161200" y="3652156"/>
            <a:ext cx="9040" cy="53751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3722719" y="2048963"/>
            <a:ext cx="5066750" cy="2844733"/>
            <a:chOff x="3888564" y="2048963"/>
            <a:chExt cx="5066750" cy="2844733"/>
          </a:xfrm>
        </p:grpSpPr>
        <p:sp>
          <p:nvSpPr>
            <p:cNvPr id="25" name="矩形 24"/>
            <p:cNvSpPr/>
            <p:nvPr/>
          </p:nvSpPr>
          <p:spPr>
            <a:xfrm>
              <a:off x="3888564" y="2048963"/>
              <a:ext cx="5066750" cy="2844733"/>
            </a:xfrm>
            <a:prstGeom prst="rect">
              <a:avLst/>
            </a:prstGeom>
            <a:noFill/>
            <a:ln w="63500" cap="sq" cmpd="dbl">
              <a:solidFill>
                <a:srgbClr val="FFB717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52270" y="2151481"/>
              <a:ext cx="4803044" cy="26396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根据高频词</a:t>
              </a:r>
              <a:r>
                <a:rPr lang="zh-CN" altLang="en-US" sz="1400" b="1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确定根词</a:t>
              </a:r>
              <a:endParaRPr lang="en-US" altLang="zh-CN" sz="1400" b="1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53975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不可或缺的词：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nail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，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gel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53975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与其他词两两组合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342265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根词的</a:t>
              </a:r>
              <a:r>
                <a:rPr lang="zh-CN" altLang="en-US" sz="1400" b="1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特点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：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539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由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2-3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个单词组成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539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频繁出现（高频词）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3238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找出根词：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Nail lamp, nail </a:t>
              </a:r>
              <a:r>
                <a:rPr lang="en-US" altLang="zh-CN" sz="1400" dirty="0" err="1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uv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, nail </a:t>
              </a:r>
              <a:r>
                <a:rPr lang="en-US" altLang="zh-CN" sz="1400" dirty="0" err="1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gel,nail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 light, nail led 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，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gel lamp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，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gel </a:t>
              </a:r>
              <a:r>
                <a:rPr lang="en-US" altLang="zh-CN" sz="1400" dirty="0" err="1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uv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, gel light, gel led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4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分别整理根词下的长尾词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172649" y="2009009"/>
            <a:ext cx="7540440" cy="2925848"/>
            <a:chOff x="1538514" y="3634609"/>
            <a:chExt cx="9488370" cy="3681685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38514" y="3634609"/>
              <a:ext cx="9488370" cy="3681685"/>
            </a:xfrm>
            <a:prstGeom prst="rect">
              <a:avLst/>
            </a:prstGeom>
          </p:spPr>
        </p:pic>
        <p:sp>
          <p:nvSpPr>
            <p:cNvPr id="37" name="矩形 36"/>
            <p:cNvSpPr/>
            <p:nvPr/>
          </p:nvSpPr>
          <p:spPr>
            <a:xfrm>
              <a:off x="2375246" y="7068024"/>
              <a:ext cx="2539654" cy="129705"/>
            </a:xfrm>
            <a:prstGeom prst="rect">
              <a:avLst/>
            </a:prstGeom>
            <a:solidFill>
              <a:srgbClr val="FFB717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8" name="梯形 21"/>
            <p:cNvSpPr/>
            <p:nvPr/>
          </p:nvSpPr>
          <p:spPr>
            <a:xfrm flipV="1">
              <a:off x="2038269" y="6614860"/>
              <a:ext cx="7604340" cy="453164"/>
            </a:xfrm>
            <a:custGeom>
              <a:avLst/>
              <a:gdLst>
                <a:gd name="connsiteX0" fmla="*/ 0 w 6538685"/>
                <a:gd name="connsiteY0" fmla="*/ 220811 h 220811"/>
                <a:gd name="connsiteX1" fmla="*/ 566378 w 6538685"/>
                <a:gd name="connsiteY1" fmla="*/ 0 h 220811"/>
                <a:gd name="connsiteX2" fmla="*/ 5972307 w 6538685"/>
                <a:gd name="connsiteY2" fmla="*/ 0 h 220811"/>
                <a:gd name="connsiteX3" fmla="*/ 6538685 w 6538685"/>
                <a:gd name="connsiteY3" fmla="*/ 220811 h 220811"/>
                <a:gd name="connsiteX4" fmla="*/ 0 w 6538685"/>
                <a:gd name="connsiteY4" fmla="*/ 220811 h 220811"/>
                <a:gd name="connsiteX0-1" fmla="*/ 0 w 6538685"/>
                <a:gd name="connsiteY0-2" fmla="*/ 220811 h 220811"/>
                <a:gd name="connsiteX1-3" fmla="*/ 566378 w 6538685"/>
                <a:gd name="connsiteY1-4" fmla="*/ 0 h 220811"/>
                <a:gd name="connsiteX2-5" fmla="*/ 2299467 w 6538685"/>
                <a:gd name="connsiteY2-6" fmla="*/ 0 h 220811"/>
                <a:gd name="connsiteX3-7" fmla="*/ 6538685 w 6538685"/>
                <a:gd name="connsiteY3-8" fmla="*/ 220811 h 220811"/>
                <a:gd name="connsiteX4-9" fmla="*/ 0 w 6538685"/>
                <a:gd name="connsiteY4-10" fmla="*/ 220811 h 220811"/>
                <a:gd name="connsiteX0-11" fmla="*/ 0 w 6538685"/>
                <a:gd name="connsiteY0-12" fmla="*/ 230336 h 230336"/>
                <a:gd name="connsiteX1-13" fmla="*/ 549709 w 6538685"/>
                <a:gd name="connsiteY1-14" fmla="*/ 0 h 230336"/>
                <a:gd name="connsiteX2-15" fmla="*/ 2299467 w 6538685"/>
                <a:gd name="connsiteY2-16" fmla="*/ 9525 h 230336"/>
                <a:gd name="connsiteX3-17" fmla="*/ 6538685 w 6538685"/>
                <a:gd name="connsiteY3-18" fmla="*/ 230336 h 230336"/>
                <a:gd name="connsiteX4-19" fmla="*/ 0 w 6538685"/>
                <a:gd name="connsiteY4-20" fmla="*/ 230336 h 230336"/>
                <a:gd name="connsiteX0-21" fmla="*/ 0 w 6524398"/>
                <a:gd name="connsiteY0-22" fmla="*/ 287486 h 287486"/>
                <a:gd name="connsiteX1-23" fmla="*/ 535422 w 6524398"/>
                <a:gd name="connsiteY1-24" fmla="*/ 0 h 287486"/>
                <a:gd name="connsiteX2-25" fmla="*/ 2285180 w 6524398"/>
                <a:gd name="connsiteY2-26" fmla="*/ 9525 h 287486"/>
                <a:gd name="connsiteX3-27" fmla="*/ 6524398 w 6524398"/>
                <a:gd name="connsiteY3-28" fmla="*/ 230336 h 287486"/>
                <a:gd name="connsiteX4-29" fmla="*/ 0 w 6524398"/>
                <a:gd name="connsiteY4-30" fmla="*/ 287486 h 287486"/>
                <a:gd name="connsiteX0-31" fmla="*/ 0 w 6505348"/>
                <a:gd name="connsiteY0-32" fmla="*/ 287486 h 370036"/>
                <a:gd name="connsiteX1-33" fmla="*/ 535422 w 6505348"/>
                <a:gd name="connsiteY1-34" fmla="*/ 0 h 370036"/>
                <a:gd name="connsiteX2-35" fmla="*/ 2285180 w 6505348"/>
                <a:gd name="connsiteY2-36" fmla="*/ 9525 h 370036"/>
                <a:gd name="connsiteX3-37" fmla="*/ 6505348 w 6505348"/>
                <a:gd name="connsiteY3-38" fmla="*/ 370036 h 370036"/>
                <a:gd name="connsiteX4-39" fmla="*/ 0 w 6505348"/>
                <a:gd name="connsiteY4-40" fmla="*/ 287486 h 370036"/>
                <a:gd name="connsiteX0-41" fmla="*/ 0 w 6505348"/>
                <a:gd name="connsiteY0-42" fmla="*/ 303783 h 386333"/>
                <a:gd name="connsiteX1-43" fmla="*/ 282820 w 6505348"/>
                <a:gd name="connsiteY1-44" fmla="*/ 0 h 386333"/>
                <a:gd name="connsiteX2-45" fmla="*/ 2285180 w 6505348"/>
                <a:gd name="connsiteY2-46" fmla="*/ 25822 h 386333"/>
                <a:gd name="connsiteX3-47" fmla="*/ 6505348 w 6505348"/>
                <a:gd name="connsiteY3-48" fmla="*/ 386333 h 386333"/>
                <a:gd name="connsiteX4-49" fmla="*/ 0 w 6505348"/>
                <a:gd name="connsiteY4-50" fmla="*/ 303783 h 386333"/>
                <a:gd name="connsiteX0-51" fmla="*/ 0 w 6505348"/>
                <a:gd name="connsiteY0-52" fmla="*/ 303783 h 386333"/>
                <a:gd name="connsiteX1-53" fmla="*/ 282820 w 6505348"/>
                <a:gd name="connsiteY1-54" fmla="*/ 0 h 386333"/>
                <a:gd name="connsiteX2-55" fmla="*/ 2464446 w 6505348"/>
                <a:gd name="connsiteY2-56" fmla="*/ 9525 h 386333"/>
                <a:gd name="connsiteX3-57" fmla="*/ 6505348 w 6505348"/>
                <a:gd name="connsiteY3-58" fmla="*/ 386333 h 386333"/>
                <a:gd name="connsiteX4-59" fmla="*/ 0 w 6505348"/>
                <a:gd name="connsiteY4-60" fmla="*/ 303783 h 386333"/>
                <a:gd name="connsiteX0-61" fmla="*/ 0 w 6505348"/>
                <a:gd name="connsiteY0-62" fmla="*/ 305123 h 387673"/>
                <a:gd name="connsiteX1-63" fmla="*/ 282820 w 6505348"/>
                <a:gd name="connsiteY1-64" fmla="*/ 1340 h 387673"/>
                <a:gd name="connsiteX2-65" fmla="*/ 2456297 w 6505348"/>
                <a:gd name="connsiteY2-66" fmla="*/ 0 h 387673"/>
                <a:gd name="connsiteX3-67" fmla="*/ 6505348 w 6505348"/>
                <a:gd name="connsiteY3-68" fmla="*/ 387673 h 387673"/>
                <a:gd name="connsiteX4-69" fmla="*/ 0 w 6505348"/>
                <a:gd name="connsiteY4-70" fmla="*/ 305123 h 38767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505348" h="387673">
                  <a:moveTo>
                    <a:pt x="0" y="305123"/>
                  </a:moveTo>
                  <a:lnTo>
                    <a:pt x="282820" y="1340"/>
                  </a:lnTo>
                  <a:lnTo>
                    <a:pt x="2456297" y="0"/>
                  </a:lnTo>
                  <a:lnTo>
                    <a:pt x="6505348" y="387673"/>
                  </a:lnTo>
                  <a:lnTo>
                    <a:pt x="0" y="305123"/>
                  </a:lnTo>
                  <a:close/>
                </a:path>
              </a:pathLst>
            </a:custGeom>
            <a:gradFill>
              <a:gsLst>
                <a:gs pos="0">
                  <a:srgbClr val="FFB717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2"/>
            <a:srcRect l="432" t="10191" b="5062"/>
            <a:stretch>
              <a:fillRect/>
            </a:stretch>
          </p:blipFill>
          <p:spPr>
            <a:xfrm>
              <a:off x="1898569" y="6389206"/>
              <a:ext cx="7639862" cy="339591"/>
            </a:xfrm>
            <a:prstGeom prst="roundRect">
              <a:avLst/>
            </a:prstGeom>
            <a:ln>
              <a:noFill/>
            </a:ln>
            <a:effectLst>
              <a:outerShdw blurRad="228600" algn="tl" rotWithShape="0">
                <a:srgbClr val="FFB717"/>
              </a:outerShdw>
            </a:effectLst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5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分析关键词数据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3743" y="4904948"/>
            <a:ext cx="2819048" cy="209524"/>
          </a:xfrm>
          <a:prstGeom prst="rect">
            <a:avLst/>
          </a:prstGeom>
          <a:effectLst>
            <a:outerShdw blurRad="63500" sx="102000" sy="102000" algn="ctr" rotWithShape="0">
              <a:srgbClr val="FFB717">
                <a:alpha val="4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14" y="1923481"/>
            <a:ext cx="6207477" cy="3001070"/>
          </a:xfrm>
          <a:prstGeom prst="rect">
            <a:avLst/>
          </a:prstGeom>
          <a:effectLst>
            <a:outerShdw blurRad="63500" sx="102000" sy="102000" algn="ctr" rotWithShape="0">
              <a:srgbClr val="FFB717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5160362" y="2084358"/>
            <a:ext cx="3852237" cy="2829814"/>
          </a:xfrm>
          <a:prstGeom prst="roundRect">
            <a:avLst>
              <a:gd name="adj" fmla="val 4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172649" y="2084358"/>
            <a:ext cx="3852237" cy="2829814"/>
          </a:xfrm>
          <a:prstGeom prst="roundRect">
            <a:avLst>
              <a:gd name="adj" fmla="val 4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</a:endParaRPr>
          </a:p>
        </p:txBody>
      </p:sp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5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分析关键词数据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2649" y="2046529"/>
            <a:ext cx="3852237" cy="282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511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搜索量（根词下所有词的总搜索量）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Listing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上埋大搜索量的词；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广告目标决定选哪个搜索量层级的关键词；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打造爆款选高搜索量的词；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预算有限选低搜索量的词；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24511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标签与广告排名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选出词，看对标的竞品在这些词上是否含有标签或有广告排名；有才把词敲定。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24511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建议竞价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根据参考竞价设置基础竞价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广告位的布局 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60362" y="2084358"/>
            <a:ext cx="3742338" cy="262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rgbClr val="4AC0E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nail dryer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: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整体搜索量不高（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20w)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（广告初期打算先打此词，推广难度低）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nail lamp: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总体搜索量中等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(210w)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rgbClr val="FFC00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nail light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：总搜索量高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(460w)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，适合埋进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listing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；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rgbClr val="FFC00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gel light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：总搜索量高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(690w)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，适合埋进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listing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；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led nail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：总体搜索量中等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(130w)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rgbClr val="FFC00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nail </a:t>
            </a:r>
            <a:r>
              <a:rPr lang="en-US" altLang="zh-CN" sz="1200" dirty="0" err="1">
                <a:solidFill>
                  <a:srgbClr val="FFC00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uv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：总体搜索量高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(530w)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，适合埋进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listing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；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保证点击率和转化率的有效准备</a:t>
            </a: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6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参考竞品撰写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042" y="1979877"/>
            <a:ext cx="6231451" cy="3007369"/>
          </a:xfrm>
          <a:prstGeom prst="rect">
            <a:avLst/>
          </a:prstGeom>
          <a:effectLst>
            <a:outerShdw blurRad="190500" sx="102000" sy="102000" algn="ctr" rotWithShape="0">
              <a:srgbClr val="FFB717">
                <a:alpha val="40000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1172649" y="1880013"/>
            <a:ext cx="1106393" cy="1669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标题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卖点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描述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/A+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售价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图片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>
            <a:spLocks noGrp="1"/>
          </p:cNvSpPr>
          <p:nvPr>
            <p:ph type="ctrTitle"/>
          </p:nvPr>
        </p:nvSpPr>
        <p:spPr>
          <a:xfrm>
            <a:off x="603425" y="1271611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二、上架初期广告打法</a:t>
            </a:r>
            <a:endParaRPr dirty="0"/>
          </a:p>
        </p:txBody>
      </p:sp>
      <p:sp>
        <p:nvSpPr>
          <p:cNvPr id="531" name="Google Shape;531;p15"/>
          <p:cNvSpPr txBox="1">
            <a:spLocks noGrp="1"/>
          </p:cNvSpPr>
          <p:nvPr>
            <p:ph type="subTitle" idx="1"/>
          </p:nvPr>
        </p:nvSpPr>
        <p:spPr>
          <a:xfrm>
            <a:off x="603425" y="2144311"/>
            <a:ext cx="5497200" cy="199030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/>
            <a:r>
              <a:rPr lang="en-US" altLang="zh-CN" dirty="0"/>
              <a:t>1</a:t>
            </a:r>
            <a:r>
              <a:rPr lang="zh-CN" altLang="en-US" dirty="0"/>
              <a:t>、自动广告策略测算核心词技巧细节</a:t>
            </a:r>
            <a:endParaRPr lang="zh-CN" altLang="en-US" dirty="0"/>
          </a:p>
          <a:p>
            <a:pPr marL="0" lvl="0"/>
            <a:r>
              <a:rPr lang="en-US" altLang="zh-CN" dirty="0"/>
              <a:t>2</a:t>
            </a:r>
            <a:r>
              <a:rPr lang="zh-CN" altLang="en-US" dirty="0"/>
              <a:t>、手动广告打造核心流量词排名技巧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积累订单基数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dirty="0">
                <a:solidFill>
                  <a:srgbClr val="FFAD1D"/>
                </a:solidFill>
                <a:latin typeface="Franklin Gothic Heavy" panose="020B0903020102020204" pitchFamily="34" charset="0"/>
                <a:ea typeface="思源黑体 Normal" panose="020B0400000000000000" pitchFamily="34" charset="-122"/>
              </a:rPr>
              <a:t>DAY 1</a:t>
            </a:r>
            <a:endParaRPr lang="zh-CN" altLang="en-US" dirty="0">
              <a:solidFill>
                <a:srgbClr val="FFAD1D"/>
              </a:solidFill>
              <a:latin typeface="Franklin Gothic Heavy" panose="020B0903020102020204" pitchFamily="34" charset="0"/>
              <a:ea typeface="思源黑体 Normal" panose="020B0400000000000000" pitchFamily="34" charset="-122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172649" y="1458851"/>
            <a:ext cx="7514151" cy="17288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积累订单基数，为测评做准备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）站外发放促销码（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100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个，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天）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）安排真人测评*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（一天放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1-2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单）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（测评关键词为标题中埋的大词）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QA*5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07" b="8646"/>
          <a:stretch>
            <a:fillRect/>
          </a:stretch>
        </p:blipFill>
        <p:spPr>
          <a:xfrm>
            <a:off x="1172649" y="3676649"/>
            <a:ext cx="7663304" cy="1285875"/>
          </a:xfrm>
          <a:prstGeom prst="rect">
            <a:avLst/>
          </a:prstGeom>
          <a:effectLst>
            <a:outerShdw blurRad="63500" sx="102000" sy="102000" algn="ctr" rotWithShape="0">
              <a:srgbClr val="FFB717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r="1482"/>
          <a:stretch>
            <a:fillRect/>
          </a:stretch>
        </p:blipFill>
        <p:spPr>
          <a:xfrm>
            <a:off x="1536701" y="2773195"/>
            <a:ext cx="5638800" cy="2223883"/>
          </a:xfrm>
          <a:prstGeom prst="rect">
            <a:avLst/>
          </a:prstGeom>
          <a:effectLst>
            <a:outerShdw blurRad="63500" sx="102000" sy="102000" algn="ctr" rotWithShape="0">
              <a:srgbClr val="FFB717">
                <a:alpha val="40000"/>
              </a:srgbClr>
            </a:outerShdw>
          </a:effectLst>
        </p:spPr>
      </p:pic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积累订单基数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4294967295"/>
          </p:nvPr>
        </p:nvSpPr>
        <p:spPr>
          <a:xfrm>
            <a:off x="8489950" y="4489450"/>
            <a:ext cx="654050" cy="65405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思源黑体 Normal" panose="020B0400000000000000" pitchFamily="34" charset="-122"/>
                <a:ea typeface="思源黑体 Normal" panose="020B0400000000000000" pitchFamily="34" charset="-122"/>
              </a:rPr>
            </a:fld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dirty="0">
                <a:solidFill>
                  <a:srgbClr val="FFAD1D"/>
                </a:solidFill>
                <a:latin typeface="Franklin Gothic Heavy" panose="020B0903020102020204" pitchFamily="34" charset="0"/>
                <a:ea typeface="思源黑体 Normal" panose="020B0400000000000000" pitchFamily="34" charset="-122"/>
              </a:rPr>
              <a:t>DAY 1</a:t>
            </a:r>
            <a:endParaRPr lang="zh-CN" altLang="en-US" dirty="0">
              <a:solidFill>
                <a:srgbClr val="FFAD1D"/>
              </a:solidFill>
              <a:latin typeface="Franklin Gothic Heavy" panose="020B0903020102020204" pitchFamily="34" charset="0"/>
              <a:ea typeface="思源黑体 Normal" panose="020B0400000000000000" pitchFamily="34" charset="-122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172649" y="1458851"/>
            <a:ext cx="7514151" cy="13817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积累订单基数，为测评做准备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）开启手动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-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商品投放广告活动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64579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挑选有价格“优”势、排名靠前的竞品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8" t="41812" r="1482" b="41960"/>
          <a:stretch>
            <a:fillRect/>
          </a:stretch>
        </p:blipFill>
        <p:spPr>
          <a:xfrm>
            <a:off x="813241" y="3731111"/>
            <a:ext cx="7949759" cy="636285"/>
          </a:xfrm>
          <a:prstGeom prst="rect">
            <a:avLst/>
          </a:prstGeom>
          <a:ln>
            <a:noFill/>
          </a:ln>
          <a:effectLst/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13240" y="2149723"/>
          <a:ext cx="7949760" cy="1526801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24960"/>
                <a:gridCol w="1324960"/>
                <a:gridCol w="1324960"/>
                <a:gridCol w="1324960"/>
                <a:gridCol w="1324960"/>
                <a:gridCol w="1324960"/>
              </a:tblGrid>
              <a:tr h="31014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站外促销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17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18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19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307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20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303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积累订单基数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b="1" dirty="0">
                <a:solidFill>
                  <a:srgbClr val="FFAD1D"/>
                </a:solidFill>
                <a:latin typeface="Franklin Gothic Heavy" panose="020B0903020102020204" pitchFamily="34" charset="0"/>
                <a:ea typeface="思源黑体 Normal" panose="020B0400000000000000" pitchFamily="34" charset="-122"/>
              </a:rPr>
              <a:t>DAY 4</a:t>
            </a:r>
            <a:endParaRPr lang="zh-CN" altLang="en-US" b="1" dirty="0">
              <a:solidFill>
                <a:srgbClr val="FFAD1D"/>
              </a:solidFill>
              <a:latin typeface="Franklin Gothic Heavy" panose="020B0903020102020204" pitchFamily="34" charset="0"/>
              <a:ea typeface="思源黑体 Normal" panose="020B0400000000000000" pitchFamily="34" charset="-122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1172649" y="1458851"/>
            <a:ext cx="7514151" cy="13817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积累订单操作的效果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自动广告策略测算核心词技巧细节</a:t>
            </a:r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1172649" y="1458850"/>
            <a:ext cx="7514151" cy="37735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上架初期广告目标：增加亚马逊收录词数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开启自动广告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商品投放广告测试到了此产品的客户群体：即使没有</a:t>
            </a:r>
            <a:r>
              <a:rPr lang="en-US" altLang="zh-CN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review</a:t>
            </a: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也是会愿意购买这个产品，所以立刻开启自动广告。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  <a:buClr>
                <a:srgbClr val="FFAD1D"/>
              </a:buClr>
            </a:pP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  <a:buClr>
                <a:srgbClr val="FFAD1D"/>
              </a:buClr>
            </a:pPr>
            <a:r>
              <a:rPr lang="zh-CN" altLang="en-US" sz="1800" b="1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自动广告的作用：</a:t>
            </a:r>
            <a:endParaRPr lang="en-US" altLang="zh-CN" sz="1800" b="1" dirty="0">
              <a:solidFill>
                <a:srgbClr val="FFAD1D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）从搜索词检测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的埋词是否有问题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）帮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拓展收录词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）配合排名监控，为手动广告选词做准备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1172649" y="1458850"/>
            <a:ext cx="7514151" cy="37735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 startAt="2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开启自动广告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自动广告设置：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基础竞价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0.3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，搜索结果页首页顶部：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400%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；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>
              <a:lnSpc>
                <a:spcPct val="140000"/>
              </a:lnSpc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竞价策略：动态调整（提高或降低）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highlight>
                  <a:srgbClr val="C0C0C0"/>
                </a:highlight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原因：从关键词调研结果中，建议竞价为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highlight>
                  <a:srgbClr val="C0C0C0"/>
                </a:highlight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1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highlight>
                  <a:srgbClr val="C0C0C0"/>
                </a:highlight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左右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highlight>
                <a:srgbClr val="C0C0C0"/>
              </a:highlight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highlight>
                  <a:srgbClr val="C0C0C0"/>
                </a:highlight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新品前期没有权重，所以竞价要足够。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highlight>
                <a:srgbClr val="C0C0C0"/>
              </a:highlight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预算：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20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（测试预算）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1172649" y="1458850"/>
            <a:ext cx="7514151" cy="36846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 startAt="3"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添加自定义关键词，监控排名</a:t>
            </a:r>
            <a:endParaRPr lang="zh-CN" altLang="en-US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spcBef>
                <a:spcPts val="1200"/>
              </a:spcBef>
              <a:buClr>
                <a:srgbClr val="FFAD1D"/>
              </a:buClr>
            </a:pP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关键词的选择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：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）包含核心大词；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）搜索量适中；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）竞品在此词上有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BSR/CHOICE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标签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广告排名的词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）自动广告中跑出的搜索词不断添加进去监控，监控系统跑出的词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目的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：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监控在自动广告中有出现排名的词，为手动广告选词做准备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</a:pP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【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原因：自动广告有排名的词在手动广告中打，手动广告会延续自动广告的效果，可实现更快提高此关键词的广告排名的目的。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】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5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172649" y="1458850"/>
            <a:ext cx="7514151" cy="27829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 startAt="4"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每天下午</a:t>
            </a:r>
            <a:r>
              <a:rPr lang="en-US" altLang="zh-CN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3-4</a:t>
            </a: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点查看昨天的广告数据。根据数据，优化自动广告</a:t>
            </a:r>
            <a:endParaRPr lang="zh-CN" altLang="en-US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spcBef>
                <a:spcPts val="1200"/>
              </a:spcBef>
              <a:buClr>
                <a:srgbClr val="FFAD1D"/>
              </a:buClr>
            </a:pP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点击率（</a:t>
            </a: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5.37%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）很高，广告位设置展示出效果</a:t>
            </a: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;</a:t>
            </a:r>
            <a:endParaRPr lang="zh-CN" altLang="en-US" sz="1800" dirty="0">
              <a:solidFill>
                <a:srgbClr val="FFAD1D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</a:pP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CPC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US$1.98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）很高，可是广告刚开启需要曝光，暂不下调。</a:t>
            </a:r>
            <a:endParaRPr lang="zh-CN" altLang="en-US" sz="1800" dirty="0">
              <a:solidFill>
                <a:srgbClr val="FFAD1D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649" y="3063038"/>
            <a:ext cx="7272851" cy="5347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5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172649" y="1458850"/>
            <a:ext cx="7514151" cy="1112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 startAt="5"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跟踪关键词排名监控的效果</a:t>
            </a:r>
            <a:endParaRPr lang="zh-CN" altLang="en-US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spcBef>
                <a:spcPts val="1200"/>
              </a:spcBef>
              <a:buClr>
                <a:srgbClr val="FFAD1D"/>
              </a:buClr>
            </a:pP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17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个监控关键词排名进了前</a:t>
            </a: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页</a:t>
            </a:r>
            <a:endParaRPr lang="zh-CN" altLang="en-US" sz="1800" dirty="0">
              <a:solidFill>
                <a:srgbClr val="FFAD1D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334285" y="2571750"/>
            <a:ext cx="7190877" cy="2289014"/>
            <a:chOff x="1334285" y="2571750"/>
            <a:chExt cx="7190877" cy="2289014"/>
          </a:xfrm>
        </p:grpSpPr>
        <p:grpSp>
          <p:nvGrpSpPr>
            <p:cNvPr id="8" name="组合 7"/>
            <p:cNvGrpSpPr/>
            <p:nvPr/>
          </p:nvGrpSpPr>
          <p:grpSpPr>
            <a:xfrm>
              <a:off x="1334285" y="2571750"/>
              <a:ext cx="7190877" cy="2289014"/>
              <a:chOff x="1405086" y="2586466"/>
              <a:chExt cx="10569508" cy="3364507"/>
            </a:xfrm>
          </p:grpSpPr>
          <p:pic>
            <p:nvPicPr>
              <p:cNvPr id="6" name="图片 5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948441" y="2586467"/>
                <a:ext cx="6026153" cy="3364506"/>
              </a:xfrm>
              <a:prstGeom prst="rect">
                <a:avLst/>
              </a:prstGeom>
            </p:spPr>
          </p:pic>
          <p:pic>
            <p:nvPicPr>
              <p:cNvPr id="7" name="图片 6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05086" y="2586466"/>
                <a:ext cx="4317625" cy="3364507"/>
              </a:xfrm>
              <a:prstGeom prst="rect">
                <a:avLst/>
              </a:prstGeom>
            </p:spPr>
          </p:pic>
        </p:grpSp>
        <p:grpSp>
          <p:nvGrpSpPr>
            <p:cNvPr id="20" name="组合 19"/>
            <p:cNvGrpSpPr/>
            <p:nvPr/>
          </p:nvGrpSpPr>
          <p:grpSpPr>
            <a:xfrm>
              <a:off x="6007850" y="3300413"/>
              <a:ext cx="514350" cy="862012"/>
              <a:chOff x="6007850" y="3300413"/>
              <a:chExt cx="514350" cy="86201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6007850" y="3300413"/>
                <a:ext cx="514350" cy="86201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Normal" panose="020B0400000000000000" pitchFamily="34" charset="-122"/>
                </a:endParaRPr>
              </a:p>
            </p:txBody>
          </p:sp>
          <p:sp>
            <p:nvSpPr>
              <p:cNvPr id="11" name="图片"/>
              <p:cNvSpPr>
                <a:spLocks noChangeAspect="1"/>
              </p:cNvSpPr>
              <p:nvPr/>
            </p:nvSpPr>
            <p:spPr bwMode="auto">
              <a:xfrm>
                <a:off x="6031665" y="3343598"/>
                <a:ext cx="465139" cy="372659"/>
              </a:xfrm>
              <a:custGeom>
                <a:avLst/>
                <a:gdLst>
                  <a:gd name="connsiteX0" fmla="*/ 304807 w 507905"/>
                  <a:gd name="connsiteY0" fmla="*/ 102079 h 406922"/>
                  <a:gd name="connsiteX1" fmla="*/ 406324 w 507905"/>
                  <a:gd name="connsiteY1" fmla="*/ 305241 h 406922"/>
                  <a:gd name="connsiteX2" fmla="*/ 254000 w 507905"/>
                  <a:gd name="connsiteY2" fmla="*/ 305241 h 406922"/>
                  <a:gd name="connsiteX3" fmla="*/ 177767 w 507905"/>
                  <a:gd name="connsiteY3" fmla="*/ 305241 h 406922"/>
                  <a:gd name="connsiteX4" fmla="*/ 101581 w 507905"/>
                  <a:gd name="connsiteY4" fmla="*/ 305241 h 406922"/>
                  <a:gd name="connsiteX5" fmla="*/ 177767 w 507905"/>
                  <a:gd name="connsiteY5" fmla="*/ 203660 h 406922"/>
                  <a:gd name="connsiteX6" fmla="*/ 212431 w 507905"/>
                  <a:gd name="connsiteY6" fmla="*/ 249855 h 406922"/>
                  <a:gd name="connsiteX7" fmla="*/ 50805 w 507905"/>
                  <a:gd name="connsiteY7" fmla="*/ 51289 h 406922"/>
                  <a:gd name="connsiteX8" fmla="*/ 50805 w 507905"/>
                  <a:gd name="connsiteY8" fmla="*/ 356104 h 406922"/>
                  <a:gd name="connsiteX9" fmla="*/ 457100 w 507905"/>
                  <a:gd name="connsiteY9" fmla="*/ 356104 h 406922"/>
                  <a:gd name="connsiteX10" fmla="*/ 457100 w 507905"/>
                  <a:gd name="connsiteY10" fmla="*/ 51289 h 406922"/>
                  <a:gd name="connsiteX11" fmla="*/ 30521 w 507905"/>
                  <a:gd name="connsiteY11" fmla="*/ 471 h 406922"/>
                  <a:gd name="connsiteX12" fmla="*/ 482479 w 507905"/>
                  <a:gd name="connsiteY12" fmla="*/ 471 h 406922"/>
                  <a:gd name="connsiteX13" fmla="*/ 507905 w 507905"/>
                  <a:gd name="connsiteY13" fmla="*/ 25904 h 406922"/>
                  <a:gd name="connsiteX14" fmla="*/ 507905 w 507905"/>
                  <a:gd name="connsiteY14" fmla="*/ 381489 h 406922"/>
                  <a:gd name="connsiteX15" fmla="*/ 482479 w 507905"/>
                  <a:gd name="connsiteY15" fmla="*/ 406922 h 406922"/>
                  <a:gd name="connsiteX16" fmla="*/ 25378 w 507905"/>
                  <a:gd name="connsiteY16" fmla="*/ 406922 h 406922"/>
                  <a:gd name="connsiteX17" fmla="*/ 0 w 507905"/>
                  <a:gd name="connsiteY17" fmla="*/ 381489 h 406922"/>
                  <a:gd name="connsiteX18" fmla="*/ 0 w 507905"/>
                  <a:gd name="connsiteY18" fmla="*/ 25333 h 406922"/>
                  <a:gd name="connsiteX19" fmla="*/ 30521 w 507905"/>
                  <a:gd name="connsiteY19" fmla="*/ 471 h 406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07905" h="406922">
                    <a:moveTo>
                      <a:pt x="304807" y="102079"/>
                    </a:moveTo>
                    <a:lnTo>
                      <a:pt x="406324" y="305241"/>
                    </a:lnTo>
                    <a:lnTo>
                      <a:pt x="254000" y="305241"/>
                    </a:lnTo>
                    <a:lnTo>
                      <a:pt x="177767" y="305241"/>
                    </a:lnTo>
                    <a:lnTo>
                      <a:pt x="101581" y="305241"/>
                    </a:lnTo>
                    <a:lnTo>
                      <a:pt x="177767" y="203660"/>
                    </a:lnTo>
                    <a:lnTo>
                      <a:pt x="212431" y="249855"/>
                    </a:lnTo>
                    <a:close/>
                    <a:moveTo>
                      <a:pt x="50805" y="51289"/>
                    </a:moveTo>
                    <a:lnTo>
                      <a:pt x="50805" y="356104"/>
                    </a:lnTo>
                    <a:lnTo>
                      <a:pt x="457100" y="356104"/>
                    </a:lnTo>
                    <a:lnTo>
                      <a:pt x="457100" y="51289"/>
                    </a:lnTo>
                    <a:close/>
                    <a:moveTo>
                      <a:pt x="30521" y="471"/>
                    </a:moveTo>
                    <a:lnTo>
                      <a:pt x="482479" y="471"/>
                    </a:lnTo>
                    <a:cubicBezTo>
                      <a:pt x="496525" y="471"/>
                      <a:pt x="507905" y="11854"/>
                      <a:pt x="507905" y="25904"/>
                    </a:cubicBezTo>
                    <a:lnTo>
                      <a:pt x="507905" y="381489"/>
                    </a:lnTo>
                    <a:cubicBezTo>
                      <a:pt x="507905" y="395539"/>
                      <a:pt x="496525" y="406922"/>
                      <a:pt x="482479" y="406922"/>
                    </a:cubicBezTo>
                    <a:lnTo>
                      <a:pt x="25378" y="406922"/>
                    </a:lnTo>
                    <a:cubicBezTo>
                      <a:pt x="11380" y="406922"/>
                      <a:pt x="0" y="395539"/>
                      <a:pt x="0" y="381489"/>
                    </a:cubicBezTo>
                    <a:lnTo>
                      <a:pt x="0" y="25333"/>
                    </a:lnTo>
                    <a:cubicBezTo>
                      <a:pt x="0" y="9568"/>
                      <a:pt x="15713" y="-2577"/>
                      <a:pt x="30521" y="4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9" name="组合 18"/>
              <p:cNvGrpSpPr/>
              <p:nvPr/>
            </p:nvGrpSpPr>
            <p:grpSpPr>
              <a:xfrm>
                <a:off x="6031663" y="3767370"/>
                <a:ext cx="465140" cy="360803"/>
                <a:chOff x="6031663" y="3767370"/>
                <a:chExt cx="465140" cy="360803"/>
              </a:xfrm>
            </p:grpSpPr>
            <p:sp>
              <p:nvSpPr>
                <p:cNvPr id="13" name="矩形 12"/>
                <p:cNvSpPr/>
                <p:nvPr/>
              </p:nvSpPr>
              <p:spPr>
                <a:xfrm flipV="1">
                  <a:off x="6031664" y="3767370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 flipV="1">
                  <a:off x="6031664" y="3834045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6031663" y="3900720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 flipV="1">
                  <a:off x="6031663" y="3967395"/>
                  <a:ext cx="16434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 flipV="1">
                  <a:off x="6031663" y="4025498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 flipV="1">
                  <a:off x="6031663" y="4092173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</p:grpSp>
        </p:grpSp>
      </p:grp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FFAD1D"/>
                </a:solidFill>
                <a:latin typeface="Franklin Gothic Heavy" panose="020B0903020102020204" pitchFamily="34" charset="0"/>
                <a:ea typeface="思源黑体 Normal" panose="020B0400000000000000" pitchFamily="34" charset="-122"/>
              </a:rPr>
              <a:t>DAY 6</a:t>
            </a:r>
            <a:endParaRPr lang="zh-CN" altLang="en-US" dirty="0">
              <a:solidFill>
                <a:srgbClr val="FFAD1D"/>
              </a:solidFill>
              <a:latin typeface="Franklin Gothic Heavy" panose="020B0903020102020204" pitchFamily="34" charset="0"/>
              <a:ea typeface="思源黑体 Normal" panose="020B0400000000000000" pitchFamily="34" charset="-122"/>
            </a:endParaRPr>
          </a:p>
        </p:txBody>
      </p:sp>
      <p:sp>
        <p:nvSpPr>
          <p:cNvPr id="22" name="文本占位符 4"/>
          <p:cNvSpPr txBox="1"/>
          <p:nvPr/>
        </p:nvSpPr>
        <p:spPr>
          <a:xfrm>
            <a:off x="1172649" y="1829199"/>
            <a:ext cx="7514151" cy="215811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分析广告数据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点击率高：产品主图、售价没问题</a:t>
            </a:r>
            <a:endParaRPr lang="zh-CN" altLang="en-US" sz="12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曝光稳定上升</a:t>
            </a:r>
            <a:endParaRPr lang="zh-CN" altLang="en-US" sz="12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转化率高：需加快上评速度，为手动广告做准备</a:t>
            </a:r>
            <a:endParaRPr lang="zh-CN" altLang="en-US" sz="12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en-US" altLang="zh-CN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CPC</a:t>
            </a: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：太高</a:t>
            </a:r>
            <a:endParaRPr lang="en-US" altLang="zh-CN" sz="12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超预算时间：</a:t>
            </a:r>
            <a:r>
              <a:rPr lang="en-US" altLang="zh-CN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</a:t>
            </a: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点左右已经用完。由于</a:t>
            </a:r>
            <a:r>
              <a:rPr lang="en-US" altLang="zh-CN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CPC</a:t>
            </a: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太高，导致预算用太快。</a:t>
            </a:r>
            <a:r>
              <a:rPr lang="zh-CN" altLang="en-US" sz="1200" dirty="0">
                <a:solidFill>
                  <a:srgbClr val="272A36"/>
                </a:solidFill>
                <a:highlight>
                  <a:srgbClr val="C0C0C0"/>
                </a:highlight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自动广告阶段要让预算烧完</a:t>
            </a: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。</a:t>
            </a:r>
            <a:endParaRPr lang="en-US" altLang="zh-CN" sz="12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 startAt="2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调整竞价组合设置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156" y="1381758"/>
            <a:ext cx="7807084" cy="447441"/>
          </a:xfrm>
          <a:prstGeom prst="rect">
            <a:avLst/>
          </a:prstGeom>
        </p:spPr>
      </p:pic>
      <p:graphicFrame>
        <p:nvGraphicFramePr>
          <p:cNvPr id="24" name="表格 7"/>
          <p:cNvGraphicFramePr>
            <a:graphicFrameLocks noGrp="1"/>
          </p:cNvGraphicFramePr>
          <p:nvPr/>
        </p:nvGraphicFramePr>
        <p:xfrm>
          <a:off x="1450777" y="3930560"/>
          <a:ext cx="6847842" cy="1097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82614"/>
                <a:gridCol w="2282614"/>
                <a:gridCol w="2282614"/>
              </a:tblGrid>
              <a:tr h="225720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原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改后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</a:tr>
              <a:tr h="225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基础竞价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0.3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0.3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</a:tr>
              <a:tr h="225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广告位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400%</a:t>
                      </a:r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（搜索首页顶部）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150%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</a:tr>
              <a:tr h="225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竞价策略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动态调整（提高或降低）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动态调整（仅降低）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300163" y="663575"/>
            <a:ext cx="7843837" cy="654050"/>
          </a:xfrm>
        </p:spPr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38451" y="511313"/>
            <a:ext cx="7516586" cy="4120874"/>
            <a:chOff x="1061357" y="577353"/>
            <a:chExt cx="7516586" cy="412087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56893" y="2379397"/>
              <a:ext cx="7421050" cy="231883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6893" y="577353"/>
              <a:ext cx="7421050" cy="1551315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cxnSp>
          <p:nvCxnSpPr>
            <p:cNvPr id="9" name="直接箭头连接符 8"/>
            <p:cNvCxnSpPr/>
            <p:nvPr/>
          </p:nvCxnSpPr>
          <p:spPr>
            <a:xfrm flipV="1">
              <a:off x="1061357" y="2494359"/>
              <a:ext cx="0" cy="2203868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2010336" y="4099710"/>
              <a:ext cx="112723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降低广告位竞价</a:t>
              </a:r>
              <a:endParaRPr lang="zh-CN" altLang="en-US" sz="105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010336" y="3897906"/>
              <a:ext cx="72327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提高预算</a:t>
              </a:r>
              <a:endParaRPr lang="zh-CN" altLang="en-US" sz="105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95149" y="2466026"/>
              <a:ext cx="238157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由于竞价策略调整，提高广告位竞价</a:t>
              </a:r>
              <a:endParaRPr lang="zh-CN" altLang="en-US" sz="105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568195" y="2703264"/>
              <a:ext cx="19736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调整竞价策略（换方向降</a:t>
              </a:r>
              <a:r>
                <a:rPr lang="en-US" altLang="zh-CN" sz="100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CPC</a:t>
              </a:r>
              <a:r>
                <a:rPr lang="zh-CN" altLang="en-US" sz="100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）</a:t>
              </a:r>
              <a:endParaRPr lang="zh-CN" altLang="en-US" sz="100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851004" y="3065264"/>
              <a:ext cx="18256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继续降低广告位竞价</a:t>
              </a:r>
              <a:endParaRPr lang="zh-CN" altLang="en-US" sz="105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1172649" y="2942261"/>
            <a:ext cx="7514151" cy="176648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查看关键词排名监控的效果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50000"/>
              </a:lnSpc>
              <a:buClr>
                <a:srgbClr val="FFAD1D"/>
              </a:buClr>
              <a:defRPr/>
            </a:pP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26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个长尾词排名前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页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.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5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关键词排名效果很好， 广告活动表现不错。 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5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手动广告等至少有一些评论再做。</a:t>
            </a:r>
            <a:endParaRPr lang="zh-CN" altLang="en-US" sz="16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88449" y="2292720"/>
          <a:ext cx="6967103" cy="495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73033"/>
                <a:gridCol w="959754"/>
                <a:gridCol w="959754"/>
                <a:gridCol w="959754"/>
                <a:gridCol w="959754"/>
                <a:gridCol w="977527"/>
                <a:gridCol w="977527"/>
              </a:tblGrid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站外促销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23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7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7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284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5" name="内容占位符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" t="11060" b="8669"/>
          <a:stretch>
            <a:fillRect/>
          </a:stretch>
        </p:blipFill>
        <p:spPr>
          <a:xfrm>
            <a:off x="1088449" y="1724318"/>
            <a:ext cx="6967104" cy="4727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051369" y="1606251"/>
            <a:ext cx="7041263" cy="3039410"/>
            <a:chOff x="1405086" y="2104090"/>
            <a:chExt cx="10446178" cy="450916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05086" y="3922150"/>
              <a:ext cx="10446178" cy="269110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5086" y="2104090"/>
              <a:ext cx="10446178" cy="2210625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2461260" y="5976294"/>
              <a:ext cx="2089662" cy="5821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提高广告位竞价</a:t>
              </a:r>
              <a:endParaRPr lang="en-US" altLang="zh-CN" sz="105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  <a:p>
              <a:r>
                <a:rPr lang="zh-CN" altLang="en-US" sz="90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（担心广告位下降太低）</a:t>
              </a:r>
              <a:endParaRPr lang="zh-CN" altLang="en-US" sz="90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461260" y="5418393"/>
              <a:ext cx="1554480" cy="3767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放缓广告速度</a:t>
              </a:r>
              <a:endParaRPr lang="zh-CN" altLang="en-US" sz="105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461260" y="5134583"/>
              <a:ext cx="1554480" cy="3767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提高预算</a:t>
              </a:r>
              <a:endParaRPr lang="zh-CN" altLang="en-US" sz="105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自动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广告设置技巧细节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1172649" y="1408017"/>
            <a:ext cx="7514151" cy="99961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预算调整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自动广告预算降低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,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给手动广告腾预算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05085" y="2302917"/>
            <a:ext cx="6458755" cy="2747879"/>
            <a:chOff x="1405085" y="2506077"/>
            <a:chExt cx="9555016" cy="406518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05085" y="4108261"/>
              <a:ext cx="9555016" cy="2463002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2346751" y="6008873"/>
              <a:ext cx="1554481" cy="3756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B717"/>
                  </a:solidFill>
                  <a:effectLst/>
                  <a:uLnTx/>
                  <a:uFillTx/>
                  <a:latin typeface="思源黑体 Medium" panose="020B0600000000000000" pitchFamily="34" charset="-122"/>
                  <a:ea typeface="思源黑体 Medium" panose="020B0600000000000000" pitchFamily="34" charset="-122"/>
                  <a:sym typeface="Arial" panose="020B0604020202020204"/>
                </a:rPr>
                <a:t>降低预算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B717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sym typeface="Arial" panose="020B0604020202020204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362623" y="5479790"/>
              <a:ext cx="2269126" cy="375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B717"/>
                  </a:solidFill>
                  <a:effectLst/>
                  <a:uLnTx/>
                  <a:uFillTx/>
                  <a:latin typeface="思源黑体 Medium" panose="020B0600000000000000" pitchFamily="34" charset="-122"/>
                  <a:ea typeface="思源黑体 Medium" panose="020B0600000000000000" pitchFamily="34" charset="-122"/>
                  <a:sym typeface="Arial" panose="020B0604020202020204"/>
                </a:rPr>
                <a:t>降低广告位竞价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B717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sym typeface="Arial" panose="020B0604020202020204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855784" y="5229450"/>
              <a:ext cx="2536414" cy="3756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B717"/>
                  </a:solidFill>
                  <a:effectLst/>
                  <a:uLnTx/>
                  <a:uFillTx/>
                  <a:latin typeface="思源黑体 Medium" panose="020B0600000000000000" pitchFamily="34" charset="-122"/>
                  <a:ea typeface="思源黑体 Medium" panose="020B0600000000000000" pitchFamily="34" charset="-122"/>
                  <a:sym typeface="Arial" panose="020B0604020202020204"/>
                </a:rPr>
                <a:t>稍增预算，持续拓词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B717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sym typeface="Arial" panose="020B0604020202020204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5085" y="2506077"/>
              <a:ext cx="9555016" cy="1562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手动广告打造核心流量词排名技巧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1172649" y="2979170"/>
            <a:ext cx="7514151" cy="199922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预算调整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285750" lvl="0" indent="-285750">
              <a:lnSpc>
                <a:spcPct val="140000"/>
              </a:lnSpc>
              <a:buClr>
                <a:srgbClr val="FFAD1D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暂停商品投放</a:t>
            </a:r>
            <a:endParaRPr lang="zh-CN" altLang="en-US" sz="1800" b="1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∵对比竞品已经没有优势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∵广告效果一般，不稳定（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30+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点击，不出单）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ASIN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广告不会帮助关键词收录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72649" y="2269646"/>
          <a:ext cx="7344672" cy="495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6604"/>
                <a:gridCol w="1011766"/>
                <a:gridCol w="1011766"/>
                <a:gridCol w="1011766"/>
                <a:gridCol w="1011766"/>
                <a:gridCol w="1030502"/>
                <a:gridCol w="1030502"/>
              </a:tblGrid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站外促销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24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281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5" name="内容占位符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"/>
          <a:stretch>
            <a:fillRect/>
          </a:stretch>
        </p:blipFill>
        <p:spPr>
          <a:xfrm>
            <a:off x="1172682" y="1602614"/>
            <a:ext cx="7344639" cy="555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手动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广告设置技巧细节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1172649" y="1572135"/>
            <a:ext cx="7514151" cy="199922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/>
              <a:defRPr/>
            </a:pPr>
            <a:r>
              <a:rPr lang="zh-CN" altLang="en-US" sz="1800" b="1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开启手动广告</a:t>
            </a:r>
            <a:endParaRPr lang="zh-CN" altLang="en-US" sz="1800" b="1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考虑到评论即将显示，北京下午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点，选了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个大词（自动广告有出单的搜索词）打手动广告。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匹配方式：广泛匹配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预算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20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 基础竞价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0.3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，广告位首页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400%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，竞价策略：动态（仅降低）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 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（新品前期没有权重，所以竞价要足够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)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pic>
        <p:nvPicPr>
          <p:cNvPr id="5" name="内容占位符 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6638" y="3302293"/>
            <a:ext cx="7755383" cy="137634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16100" y="4395235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C000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搜索量：</a:t>
            </a:r>
            <a:r>
              <a:rPr lang="en-US" altLang="zh-CN" sz="1400" dirty="0">
                <a:solidFill>
                  <a:srgbClr val="FFC000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20w+</a:t>
            </a:r>
            <a:endParaRPr lang="zh-CN" altLang="en-US" sz="1400" dirty="0">
              <a:solidFill>
                <a:srgbClr val="FFC000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手动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广告设置技巧细节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896424" y="1572135"/>
            <a:ext cx="7514151" cy="32322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预算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小时用完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原因分析：选用的投放词搜索量大。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大词在新品阶段容易出现高曝光、低转化、烧预算的现象。</a:t>
            </a: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 startAt="2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更换广告词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更换后的词的特点</a:t>
            </a: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1.</a:t>
            </a: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搜索量适中，</a:t>
            </a: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2</a:t>
            </a: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万左右 </a:t>
            </a: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2. </a:t>
            </a: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在自动广告期间已经有排名</a:t>
            </a: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3. </a:t>
            </a: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含有重要词根（</a:t>
            </a: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lamp </a:t>
            </a:r>
            <a:r>
              <a:rPr kumimoji="0" lang="en-US" altLang="zh-CN" sz="1400" i="0" u="none" strike="noStrike" kern="0" cap="none" spc="0" normalizeH="0" baseline="0" noProof="0" dirty="0" err="1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uv</a:t>
            </a: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 gel nail)</a:t>
            </a:r>
            <a:endParaRPr kumimoji="0" lang="en-US" altLang="zh-CN" sz="18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878263" y="2895089"/>
            <a:ext cx="5122862" cy="1233070"/>
            <a:chOff x="5735638" y="5166647"/>
            <a:chExt cx="5838825" cy="1601787"/>
          </a:xfrm>
        </p:grpSpPr>
        <p:pic>
          <p:nvPicPr>
            <p:cNvPr id="8" name="内容占位符 14" descr="C50DE8B0398E3B35D76D841CABA7C09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735638" y="5166647"/>
              <a:ext cx="5838825" cy="1601787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7416800" y="5701202"/>
              <a:ext cx="1225550" cy="882650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Normal" panose="020B0400000000000000" pitchFamily="34" charset="-122"/>
                <a:ea typeface="宋体" panose="02010600030101010101" pitchFamily="2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0225892" y="5701202"/>
              <a:ext cx="612775" cy="882650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Normal" panose="020B0400000000000000" pitchFamily="34" charset="-122"/>
                <a:ea typeface="宋体" panose="02010600030101010101" pitchFamily="2" charset="-122"/>
                <a:cs typeface="+mn-cs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打造核心流量词排名技巧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896424" y="1572135"/>
            <a:ext cx="7514151" cy="32322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 startAt="3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手动广告后，排名略升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左图的排名是只开启自动广告的排名，右图是手动广告后的排名。</a:t>
            </a:r>
            <a:endParaRPr kumimoji="0" lang="en-US" altLang="zh-CN" sz="12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原因：手动广告会延续自动广告的成果，手动广告起来的速度会更快。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同时其中一个关键词“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gel </a:t>
            </a:r>
            <a:r>
              <a:rPr kumimoji="0" lang="en-US" altLang="zh-CN" sz="1200" i="0" u="none" strike="noStrike" kern="0" cap="none" spc="0" normalizeH="0" baseline="0" noProof="0" dirty="0" err="1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uv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 lamp”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搜索量更高，排名更靠前，重点测评。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30797" y="2962753"/>
            <a:ext cx="5838825" cy="1516447"/>
            <a:chOff x="5735638" y="5108984"/>
            <a:chExt cx="5838825" cy="1516447"/>
          </a:xfrm>
        </p:grpSpPr>
        <p:pic>
          <p:nvPicPr>
            <p:cNvPr id="12" name="内容占位符 14" descr="C50DE8B0398E3B35D76D841CABA7C098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328"/>
            <a:stretch>
              <a:fillRect/>
            </a:stretch>
          </p:blipFill>
          <p:spPr>
            <a:xfrm>
              <a:off x="5735638" y="5108984"/>
              <a:ext cx="5838825" cy="151644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3" name="矩形 12"/>
            <p:cNvSpPr/>
            <p:nvPr/>
          </p:nvSpPr>
          <p:spPr>
            <a:xfrm>
              <a:off x="7416800" y="5657850"/>
              <a:ext cx="1225550" cy="882650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Normal" panose="020B0400000000000000" pitchFamily="34" charset="-122"/>
                <a:ea typeface="宋体" panose="02010600030101010101" pitchFamily="2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0225892" y="5657850"/>
              <a:ext cx="612775" cy="882650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Normal" panose="020B0400000000000000" pitchFamily="34" charset="-122"/>
                <a:ea typeface="宋体" panose="02010600030101010101" pitchFamily="2" charset="-122"/>
                <a:cs typeface="+mn-cs"/>
                <a:sym typeface="Arial" panose="020B0604020202020204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/>
          <a:srcRect b="14425"/>
          <a:stretch>
            <a:fillRect/>
          </a:stretch>
        </p:blipFill>
        <p:spPr>
          <a:xfrm>
            <a:off x="5522578" y="2962753"/>
            <a:ext cx="3530088" cy="15164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打造核心流量词排名技巧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896424" y="1572135"/>
            <a:ext cx="7514151" cy="32322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 startAt="4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核查竞价是否足够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北京时间晚上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11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点看数据。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两个关键词排名都靠前，竞价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1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美元左右合理。</a:t>
            </a: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/>
          <a:srcRect b="14425"/>
          <a:stretch>
            <a:fillRect/>
          </a:stretch>
        </p:blipFill>
        <p:spPr>
          <a:xfrm>
            <a:off x="1053498" y="2784375"/>
            <a:ext cx="4402422" cy="1891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499" y="2775385"/>
            <a:ext cx="4179051" cy="1891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打造核心流量词排名技巧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9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28158" y="2324100"/>
          <a:ext cx="7998344" cy="384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6660"/>
                <a:gridCol w="1101813"/>
                <a:gridCol w="1101813"/>
                <a:gridCol w="1101813"/>
                <a:gridCol w="1101813"/>
                <a:gridCol w="1122216"/>
                <a:gridCol w="1122216"/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站外促销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18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9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263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2" name="内容占位符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" t="29206"/>
          <a:stretch>
            <a:fillRect/>
          </a:stretch>
        </p:blipFill>
        <p:spPr>
          <a:xfrm>
            <a:off x="828125" y="1572214"/>
            <a:ext cx="7998320" cy="579893"/>
          </a:xfrm>
          <a:prstGeom prst="rect">
            <a:avLst/>
          </a:prstGeom>
        </p:spPr>
      </p:pic>
      <p:sp>
        <p:nvSpPr>
          <p:cNvPr id="13" name="文本占位符 4"/>
          <p:cNvSpPr txBox="1"/>
          <p:nvPr/>
        </p:nvSpPr>
        <p:spPr>
          <a:xfrm>
            <a:off x="1172649" y="2880903"/>
            <a:ext cx="7514151" cy="17288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暂停站外促销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开启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10% off coupon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>
              <a:lnSpc>
                <a:spcPct val="150000"/>
              </a:lnSpc>
              <a:buClr>
                <a:srgbClr val="FFAD1D"/>
              </a:buClr>
            </a:pP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 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站内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coupon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权重高，站外权重低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打造核心流量词排名技巧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9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3" name="文本占位符 4"/>
          <p:cNvSpPr txBox="1"/>
          <p:nvPr/>
        </p:nvSpPr>
        <p:spPr>
          <a:xfrm>
            <a:off x="1172649" y="1458503"/>
            <a:ext cx="7514151" cy="152599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北京时间下午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点左右看监控关键词排名效果；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64579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[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自定义关键词排名监控</a:t>
            </a: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]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：</a:t>
            </a: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9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个首页关键词，继续跑</a:t>
            </a:r>
            <a:endParaRPr lang="zh-CN" altLang="en-US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64579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[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广告关键词排名监控</a:t>
            </a: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]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：保持在首页。北京时间晚上</a:t>
            </a: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11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点左右：增加预算保持排名 </a:t>
            </a:r>
            <a:endParaRPr lang="zh-CN" altLang="en-US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64579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endParaRPr lang="zh-CN" altLang="en-US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35599" y="2984500"/>
            <a:ext cx="6217751" cy="2046905"/>
            <a:chOff x="1478449" y="2781300"/>
            <a:chExt cx="6907434" cy="2273951"/>
          </a:xfrm>
        </p:grpSpPr>
        <p:pic>
          <p:nvPicPr>
            <p:cNvPr id="7" name="图片 6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478449" y="2781300"/>
              <a:ext cx="5537172" cy="227395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1709" y="2781300"/>
              <a:ext cx="3704174" cy="2273951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上升期广告打法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3425" y="2241734"/>
            <a:ext cx="5497200" cy="1604552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、有效控制核心流量词排名</a:t>
            </a:r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、控制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有效控制核心流量词排名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10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27876" y="2278908"/>
          <a:ext cx="7668143" cy="3662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1065"/>
                <a:gridCol w="1056326"/>
                <a:gridCol w="1056326"/>
                <a:gridCol w="1056326"/>
                <a:gridCol w="1056326"/>
                <a:gridCol w="1075887"/>
                <a:gridCol w="1075887"/>
              </a:tblGrid>
              <a:tr h="18311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</a:tr>
              <a:tr h="18311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26</a:t>
                      </a:r>
                      <a:r>
                        <a:rPr lang="zh-CN" altLang="en-US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15</a:t>
                      </a:r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9</a:t>
                      </a:r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7</a:t>
                      </a:r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248</a:t>
                      </a:r>
                      <a:endParaRPr lang="en-US" altLang="zh-CN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</a:tr>
            </a:tbl>
          </a:graphicData>
        </a:graphic>
      </p:graphicFrame>
      <p:pic>
        <p:nvPicPr>
          <p:cNvPr id="8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43" y="1538752"/>
            <a:ext cx="7668120" cy="70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占位符 4"/>
          <p:cNvSpPr txBox="1"/>
          <p:nvPr/>
        </p:nvSpPr>
        <p:spPr>
          <a:xfrm>
            <a:off x="1172649" y="2645138"/>
            <a:ext cx="7514151" cy="24983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关键词“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gel UV lamp”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 开始配合测评。一天一单。连续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7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天。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10% off coupon 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下降至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 $2.00 off coupon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连续两天十多单了，如果平均每天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15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单，库存只能卖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17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天左右，产品就会断货，这样对链接影响很大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417195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 startAt="3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申请补货</a:t>
            </a:r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285750">
              <a:lnSpc>
                <a:spcPct val="12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收录词都是主要核心收录词。</a:t>
            </a:r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285750">
              <a:lnSpc>
                <a:spcPct val="12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点击、转化率都不错</a:t>
            </a:r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285750">
              <a:lnSpc>
                <a:spcPct val="12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市场需求大，同款有个对手月销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600+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，而且产品需定制，交期长</a:t>
            </a:r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突发状况处理：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11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172649" y="2843046"/>
            <a:ext cx="7514151" cy="21741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订单下降。原因：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review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掉了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广告预算花不完 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Wingdings 3" panose="05040102010807070707" pitchFamily="18" charset="2"/>
              </a:rPr>
              <a:t>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购物车丢失，广告失效，排名消失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首图禁止显示了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Wingdings 3" panose="05040102010807070707" pitchFamily="18" charset="2"/>
              </a:rPr>
              <a:t>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更新首图 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73899" y="2345984"/>
          <a:ext cx="7112143" cy="3396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7453"/>
                <a:gridCol w="979734"/>
                <a:gridCol w="979734"/>
                <a:gridCol w="979734"/>
                <a:gridCol w="979734"/>
                <a:gridCol w="997877"/>
                <a:gridCol w="997877"/>
              </a:tblGrid>
              <a:tr h="169838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</a:tr>
              <a:tr h="1698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27</a:t>
                      </a:r>
                      <a:r>
                        <a:rPr lang="zh-CN" altLang="en-US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6</a:t>
                      </a:r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242</a:t>
                      </a:r>
                      <a:endParaRPr lang="en-US" altLang="zh-CN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</a:tr>
            </a:tbl>
          </a:graphicData>
        </a:graphic>
      </p:graphicFrame>
      <p:pic>
        <p:nvPicPr>
          <p:cNvPr id="11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58" y="1623824"/>
            <a:ext cx="7120084" cy="652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内容占位符 23" descr="a0289dd4bab8b42b4663f5e76495259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64" b="20775"/>
          <a:stretch>
            <a:fillRect/>
          </a:stretch>
        </p:blipFill>
        <p:spPr>
          <a:xfrm>
            <a:off x="3769627" y="3667805"/>
            <a:ext cx="4616357" cy="14026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12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265958" y="2657151"/>
            <a:ext cx="7120026" cy="259995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恢复销售</a:t>
            </a:r>
            <a:endParaRPr lang="en-US" altLang="zh-CN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提高竞价与预算，保证广告排名</a:t>
            </a:r>
            <a:endParaRPr lang="en-US" altLang="zh-CN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保证测评频率 </a:t>
            </a:r>
            <a:endParaRPr lang="en-US" altLang="zh-CN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1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稳定上评可保护</a:t>
            </a:r>
            <a:r>
              <a:rPr lang="en-US" altLang="zh-CN" sz="11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r>
              <a:rPr lang="zh-CN" altLang="en-US" sz="11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，以防遭恶意差评，影响链接</a:t>
            </a:r>
            <a:endParaRPr lang="en-US" altLang="zh-CN" sz="11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65991" y="2122944"/>
          <a:ext cx="7120048" cy="384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8784"/>
                <a:gridCol w="980823"/>
                <a:gridCol w="980823"/>
                <a:gridCol w="980823"/>
                <a:gridCol w="980823"/>
                <a:gridCol w="998986"/>
                <a:gridCol w="998986"/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28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14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12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228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8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58" y="1429529"/>
            <a:ext cx="7120026" cy="544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四、稳定期广告打法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3425" y="2241733"/>
            <a:ext cx="5497200" cy="1812909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、分析市场竞品有效关键词搜索卡位 </a:t>
            </a:r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、预算的有效控制与分时段调控 </a:t>
            </a:r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、每日的广告数据报告及广告日志监控 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分析市场竞品有效关键词搜索卡位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15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265958" y="1651380"/>
            <a:ext cx="7120026" cy="21741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开精准投放广告活动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把广泛广告活动中表现好的词放到精准投放广告活动中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精准卡位策略：高竞价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(0.9)[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建议竞价：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0.8]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，低广告位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(0)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预算：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30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10" name="内容占位符 3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1171" y="3596112"/>
            <a:ext cx="8229600" cy="112553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分析市场竞品有效关键词搜索卡位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16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7" name="文本占位符 4"/>
          <p:cNvSpPr txBox="1"/>
          <p:nvPr/>
        </p:nvSpPr>
        <p:spPr>
          <a:xfrm>
            <a:off x="1265958" y="1484689"/>
            <a:ext cx="7120026" cy="21741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 startAt="2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关键词卡位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每半小时提价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0.2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左右提高并稳住关键词排名。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不同关键词选择卡在不同位置，看周围竞品的情况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提高预算，保证广告正常开启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65958" y="3143779"/>
            <a:ext cx="7919867" cy="1999721"/>
            <a:chOff x="1412819" y="3430590"/>
            <a:chExt cx="10354638" cy="2614487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1"/>
            <a:srcRect r="16074"/>
            <a:stretch>
              <a:fillRect/>
            </a:stretch>
          </p:blipFill>
          <p:spPr>
            <a:xfrm>
              <a:off x="1412819" y="3430590"/>
              <a:ext cx="4445964" cy="261448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9" name="图片 1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083223" y="3430590"/>
              <a:ext cx="5684234" cy="2614486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关键词卡位的平衡竞价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7" name="文本占位符 4"/>
          <p:cNvSpPr txBox="1"/>
          <p:nvPr/>
        </p:nvSpPr>
        <p:spPr>
          <a:xfrm>
            <a:off x="1265957" y="1484689"/>
            <a:ext cx="7645813" cy="21741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 startAt="3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下调竞价，找到适中竞价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一小时微下调竞价，看排名，然后跑</a:t>
            </a:r>
            <a:r>
              <a:rPr lang="en-US" altLang="zh-CN" sz="17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sz="17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小时后排名发现降了又提升了点价格。</a:t>
            </a:r>
            <a:endParaRPr lang="zh-CN" altLang="en-US" sz="17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这个动作的目的是找到竞价的平衡点。哪个价格适中，又能占到想占的位置</a:t>
            </a:r>
            <a:endParaRPr lang="zh-CN" altLang="en-US" sz="17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45315" y="2744090"/>
            <a:ext cx="7919888" cy="3954254"/>
            <a:chOff x="1405086" y="2431894"/>
            <a:chExt cx="8632387" cy="430999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05086" y="2431894"/>
              <a:ext cx="8632387" cy="4309992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6827156" y="3696154"/>
              <a:ext cx="1225550" cy="2142672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85024" y="2756673"/>
          <a:ext cx="7653625" cy="384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8621"/>
                <a:gridCol w="1054326"/>
                <a:gridCol w="1054326"/>
                <a:gridCol w="1054326"/>
                <a:gridCol w="1054326"/>
                <a:gridCol w="1073850"/>
                <a:gridCol w="1073850"/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6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21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13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8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171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4" name="内容占位符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" t="13517" b="1"/>
          <a:stretch>
            <a:fillRect/>
          </a:stretch>
        </p:blipFill>
        <p:spPr>
          <a:xfrm>
            <a:off x="985024" y="1599822"/>
            <a:ext cx="7653622" cy="522766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85095" y="3319197"/>
          <a:ext cx="7653553" cy="384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8609"/>
                <a:gridCol w="1054316"/>
                <a:gridCol w="1054316"/>
                <a:gridCol w="1054316"/>
                <a:gridCol w="1054316"/>
                <a:gridCol w="1073840"/>
                <a:gridCol w="1073840"/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6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24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15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9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147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6" name="内容占位符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" t="24590" b="4590"/>
          <a:stretch>
            <a:fillRect/>
          </a:stretch>
        </p:blipFill>
        <p:spPr>
          <a:xfrm>
            <a:off x="985024" y="2136900"/>
            <a:ext cx="7653541" cy="515969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DAY17</a:t>
            </a:r>
            <a:r>
              <a:rPr lang="zh-CN" altLang="en-US" dirty="0"/>
              <a:t>、</a:t>
            </a:r>
            <a:r>
              <a:rPr lang="en-US" altLang="zh-CN" dirty="0"/>
              <a:t>DAY18</a:t>
            </a:r>
            <a:r>
              <a:rPr lang="zh-CN" altLang="en-US" dirty="0"/>
              <a:t>销量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预算的有效控制与分时段调控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20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265957" y="1484690"/>
            <a:ext cx="7645813" cy="98228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订单稳定在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10+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单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天，考虑到库存即将不足，逐步下调竞价与预算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精准投放广告活动过早用完预算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Wingdings 3" panose="05040102010807070707" pitchFamily="18" charset="2"/>
              </a:rPr>
              <a:t>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分时调价，延长广告运行时长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6145" t="-3978" r="2540"/>
          <a:stretch>
            <a:fillRect/>
          </a:stretch>
        </p:blipFill>
        <p:spPr>
          <a:xfrm>
            <a:off x="661100" y="2456349"/>
            <a:ext cx="8349796" cy="44035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预算的有效控制与分时段调控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20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61100" y="2201545"/>
            <a:ext cx="8482900" cy="2941955"/>
            <a:chOff x="50353" y="2488194"/>
            <a:chExt cx="12262769" cy="425285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/>
            <a:srcRect t="60757"/>
            <a:stretch>
              <a:fillRect/>
            </a:stretch>
          </p:blipFill>
          <p:spPr>
            <a:xfrm>
              <a:off x="50353" y="4910975"/>
              <a:ext cx="9421782" cy="183007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353" y="2488194"/>
              <a:ext cx="9421782" cy="230582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3"/>
            <a:srcRect l="25433" t="17036" r="27223" b="23611"/>
            <a:stretch>
              <a:fillRect/>
            </a:stretch>
          </p:blipFill>
          <p:spPr>
            <a:xfrm>
              <a:off x="7224367" y="2488194"/>
              <a:ext cx="5088755" cy="425285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8" name="文本占位符 4"/>
          <p:cNvSpPr txBox="1"/>
          <p:nvPr/>
        </p:nvSpPr>
        <p:spPr>
          <a:xfrm>
            <a:off x="1265957" y="1523999"/>
            <a:ext cx="7645813" cy="7682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根据高峰订单统计，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1-5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点降低竞价。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点后恢复竞价。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广告持续优化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27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265957" y="1523999"/>
            <a:ext cx="7645813" cy="17399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不断添加新词进行推广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从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【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自定义排名监控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】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看很高搜索量的词已经开始有排名。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从周围竞品来看目前的位置不太精准，需加入精准投放，投放到更适合的位置上。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65957" y="2833196"/>
            <a:ext cx="8058139" cy="3455568"/>
            <a:chOff x="1517661" y="1561492"/>
            <a:chExt cx="10287000" cy="446068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17661" y="2298665"/>
              <a:ext cx="10287000" cy="372351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7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1240" y="1561492"/>
              <a:ext cx="5273421" cy="3551054"/>
            </a:xfrm>
            <a:prstGeom prst="roundRect">
              <a:avLst>
                <a:gd name="adj" fmla="val 2683"/>
              </a:avLst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cxnSp>
          <p:nvCxnSpPr>
            <p:cNvPr id="8" name="直接箭头连接符 7"/>
            <p:cNvCxnSpPr/>
            <p:nvPr/>
          </p:nvCxnSpPr>
          <p:spPr>
            <a:xfrm flipV="1">
              <a:off x="5499100" y="2733769"/>
              <a:ext cx="1168400" cy="12065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717296" y="3169921"/>
            <a:ext cx="5824054" cy="2005421"/>
            <a:chOff x="1033946" y="3169921"/>
            <a:chExt cx="10186178" cy="350744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/>
            <a:srcRect r="1276" b="50087"/>
            <a:stretch>
              <a:fillRect/>
            </a:stretch>
          </p:blipFill>
          <p:spPr>
            <a:xfrm>
              <a:off x="1033946" y="3169921"/>
              <a:ext cx="10186177" cy="176643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1"/>
            <a:srcRect t="49562"/>
            <a:stretch>
              <a:fillRect/>
            </a:stretch>
          </p:blipFill>
          <p:spPr>
            <a:xfrm>
              <a:off x="1042810" y="4916652"/>
              <a:ext cx="10177314" cy="176071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提高广告持续优化的效率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27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265957" y="1612899"/>
            <a:ext cx="7645813" cy="16637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广告重心移到手动广告中。自动广告应用优化规则进行管理。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自动广告积累了一定数据，找到广告规律，适合应用优化规则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广告位数据的规律。商品页面无竞价，可是转化率一直稳定。逐渐提升。</a:t>
            </a:r>
            <a:r>
              <a: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TOS</a:t>
            </a:r>
            <a:r>
              <a:rPr lang="zh-CN" altLang="en-US" sz="1800" dirty="0"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有竞价，转化率不稳定且低，逐渐下降。</a:t>
            </a:r>
            <a:endParaRPr lang="en-US" altLang="zh-CN" sz="1800" dirty="0"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每日的广告数据报告及广告日志监控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00" y="1892634"/>
            <a:ext cx="8482900" cy="325086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41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5" name="文本占位符 4"/>
          <p:cNvSpPr txBox="1"/>
          <p:nvPr/>
        </p:nvSpPr>
        <p:spPr>
          <a:xfrm>
            <a:off x="1265957" y="1422400"/>
            <a:ext cx="7645813" cy="15593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补货后销量稳定上升</a:t>
            </a:r>
            <a:endParaRPr lang="en-US" altLang="zh-CN" sz="1800" dirty="0"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65160" y="1494890"/>
            <a:ext cx="2383604" cy="3030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改数据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每日的广告数据报告及广告日志监控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1419600"/>
            <a:ext cx="6781800" cy="355654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41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/>
        </p:nvGraphicFramePr>
        <p:xfrm>
          <a:off x="-1" y="876300"/>
          <a:ext cx="914400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714" y="3619500"/>
            <a:ext cx="1161215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5.17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商品投放广告开启</a:t>
            </a:r>
            <a:endParaRPr lang="zh-CN" altLang="en-US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4321" y="776343"/>
            <a:ext cx="1324486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5.20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自动广告开启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开始关键词排名监控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61925" indent="-128905" defTabSz="685800">
              <a:buClrTx/>
              <a:buFont typeface="Wingdings" panose="05000000000000000000" pitchFamily="2" charset="2"/>
              <a:buChar char="Ø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添加调研后的关键词进行监控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61925" indent="-128905" defTabSz="685800">
              <a:buClrTx/>
              <a:buFont typeface="Wingdings" panose="05000000000000000000" pitchFamily="2" charset="2"/>
              <a:buChar char="Ø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添加自动广告的搜索词进行监控</a:t>
            </a:r>
            <a:endParaRPr lang="zh-CN" altLang="en-US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96460" y="3619500"/>
            <a:ext cx="944693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5.24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review</a:t>
            </a: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展示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开启手动广告</a:t>
            </a: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-</a:t>
            </a: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广泛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商品投放暂停让预算到关键词投放</a:t>
            </a:r>
            <a:endParaRPr lang="zh-CN" altLang="en-US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68806" y="776343"/>
            <a:ext cx="958804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5.26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有断货风险，降低</a:t>
            </a: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coupon</a:t>
            </a:r>
            <a:endParaRPr lang="zh-CN" altLang="en-US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8208" y="3640035"/>
            <a:ext cx="970456" cy="72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5.27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Listing</a:t>
            </a: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被禁止显示</a:t>
            </a: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(</a:t>
            </a: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图片问题</a:t>
            </a: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)</a:t>
            </a:r>
            <a:endParaRPr lang="zh-CN" altLang="en-US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被删评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18376" y="776343"/>
            <a:ext cx="1200575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5.28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着手测评；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由于掉评影响了销量，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coupon</a:t>
            </a: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恢复力度；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修改主图</a:t>
            </a: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18663" y="3619500"/>
            <a:ext cx="970456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5.30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有断货风险要降低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coupon</a:t>
            </a: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力度</a:t>
            </a: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18951" y="776343"/>
            <a:ext cx="1311899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5.31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转化率降低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重点大词掉出首页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提高基础竞价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+</a:t>
            </a: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广告位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恢复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coupon</a:t>
            </a: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保证转化率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开精准投放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defTabSz="685800">
              <a:buClrTx/>
            </a:pP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54882" y="3640035"/>
            <a:ext cx="970456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6.02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稳定出单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20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defTabSz="685800">
              <a:buClrTx/>
            </a:pP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60969" y="776343"/>
            <a:ext cx="970456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6.10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库存不足，低开广告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defTabSz="685800">
              <a:buClrTx/>
            </a:pP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75194" y="776343"/>
            <a:ext cx="970456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6.19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库存到位，恢复广告力度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添加新词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广告词卡位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defTabSz="685800">
              <a:buClrTx/>
            </a:pP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VECTOR" val="1ba05097-6074-4acd-bd7a-0d987f80d91c"/>
</p:tagLst>
</file>

<file path=ppt/tags/tag2.xml><?xml version="1.0" encoding="utf-8"?>
<p:tagLst xmlns:p="http://schemas.openxmlformats.org/presentationml/2006/main">
  <p:tag name="ISLIDE.VECTOR" val="1ba05097-6074-4acd-bd7a-0d987f80d91c"/>
</p:tagLst>
</file>

<file path=ppt/tags/tag3.xml><?xml version="1.0" encoding="utf-8"?>
<p:tagLst xmlns:p="http://schemas.openxmlformats.org/presentationml/2006/main">
  <p:tag name="ISLIDE.ICON" val="#374331;#131205;#374332;"/>
</p:tagLst>
</file>

<file path=ppt/tags/tag4.xml><?xml version="1.0" encoding="utf-8"?>
<p:tagLst xmlns:p="http://schemas.openxmlformats.org/presentationml/2006/main">
  <p:tag name="ISLIDE.ICON" val="#374331;#131205;#374332;"/>
</p:tagLst>
</file>

<file path=ppt/tags/tag5.xml><?xml version="1.0" encoding="utf-8"?>
<p:tagLst xmlns:p="http://schemas.openxmlformats.org/presentationml/2006/main">
  <p:tag name="ISLIDE.ICON" val="#374331;#131205;#374332;"/>
</p:tagLst>
</file>

<file path=ppt/tags/tag6.xml><?xml version="1.0" encoding="utf-8"?>
<p:tagLst xmlns:p="http://schemas.openxmlformats.org/presentationml/2006/main">
  <p:tag name="ISLIDE.ICON" val="#374331;#131205;#374332;"/>
</p:tagLst>
</file>

<file path=ppt/tags/tag7.xml><?xml version="1.0" encoding="utf-8"?>
<p:tagLst xmlns:p="http://schemas.openxmlformats.org/presentationml/2006/main">
  <p:tag name="ISLIDE.ICON" val="#374331;#131205;#374332;"/>
</p:tagLst>
</file>

<file path=ppt/tags/tag8.xml><?xml version="1.0" encoding="utf-8"?>
<p:tagLst xmlns:p="http://schemas.openxmlformats.org/presentationml/2006/main">
  <p:tag name="ISLIDE.ICON" val="#374331;#131205;#374332;"/>
</p:tagLst>
</file>

<file path=ppt/tags/tag9.xml><?xml version="1.0" encoding="utf-8"?>
<p:tagLst xmlns:p="http://schemas.openxmlformats.org/presentationml/2006/main">
  <p:tag name="ISLIDE.ICON" val="#374331;#131205;#374332;"/>
</p:tagLst>
</file>

<file path=ppt/tags/tag10.xml><?xml version="1.0" encoding="utf-8"?>
<p:tagLst xmlns:p="http://schemas.openxmlformats.org/presentationml/2006/main">
  <p:tag name="ISLIDE.ICON" val="#374331;#131205;#374332;"/>
</p:tagLst>
</file>

<file path=ppt/tags/tag11.xml><?xml version="1.0" encoding="utf-8"?>
<p:tagLst xmlns:p="http://schemas.openxmlformats.org/presentationml/2006/main">
  <p:tag name="ISLIDE.ICON" val="#374331;#131205;#374332;"/>
</p:tagLst>
</file>

<file path=ppt/tags/tag12.xml><?xml version="1.0" encoding="utf-8"?>
<p:tagLst xmlns:p="http://schemas.openxmlformats.org/presentationml/2006/main">
  <p:tag name="ISLIDE.ICON" val="#374331;#131205;#374332;"/>
</p:tagLst>
</file>

<file path=ppt/tags/tag13.xml><?xml version="1.0" encoding="utf-8"?>
<p:tagLst xmlns:p="http://schemas.openxmlformats.org/presentationml/2006/main">
  <p:tag name="ISLIDE.ICON" val="#374331;#131205;#374332;"/>
</p:tagLst>
</file>

<file path=ppt/tags/tag14.xml><?xml version="1.0" encoding="utf-8"?>
<p:tagLst xmlns:p="http://schemas.openxmlformats.org/presentationml/2006/main">
  <p:tag name="COMMONDATA" val="eyJoZGlkIjoiNzkxYjc2YWJhN2RmZTc2MWFjZmU4YTFjNGM5MWEyY2EifQ=="/>
  <p:tag name="KSO_WPP_MARK_KEY" val="95c8e037-39ac-497f-822e-9c29a5c10939"/>
</p:tagLst>
</file>

<file path=ppt/theme/theme1.xml><?xml version="1.0" encoding="utf-8"?>
<a:theme xmlns:a="http://schemas.openxmlformats.org/drawingml/2006/main" name="Lodovico template">
  <a:themeElements>
    <a:clrScheme name="Custom 347">
      <a:dk1>
        <a:srgbClr val="272A36"/>
      </a:dk1>
      <a:lt1>
        <a:srgbClr val="FFFFFF"/>
      </a:lt1>
      <a:dk2>
        <a:srgbClr val="808392"/>
      </a:dk2>
      <a:lt2>
        <a:srgbClr val="E0E0E7"/>
      </a:lt2>
      <a:accent1>
        <a:srgbClr val="FFAD1D"/>
      </a:accent1>
      <a:accent2>
        <a:srgbClr val="EB7700"/>
      </a:accent2>
      <a:accent3>
        <a:srgbClr val="FD7E6B"/>
      </a:accent3>
      <a:accent4>
        <a:srgbClr val="F03131"/>
      </a:accent4>
      <a:accent5>
        <a:srgbClr val="41B5FF"/>
      </a:accent5>
      <a:accent6>
        <a:srgbClr val="1E87CA"/>
      </a:accent6>
      <a:hlink>
        <a:srgbClr val="272A3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BAD22"/>
      </a:accent1>
      <a:accent2>
        <a:srgbClr val="AAAAE5"/>
      </a:accent2>
      <a:accent3>
        <a:srgbClr val="DA325C"/>
      </a:accent3>
      <a:accent4>
        <a:srgbClr val="E76C89"/>
      </a:accent4>
      <a:accent5>
        <a:srgbClr val="F3A5B5"/>
      </a:accent5>
      <a:accent6>
        <a:srgbClr val="407FFD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4604</Words>
  <Application>WPS 演示</Application>
  <PresentationFormat>全屏显示(16:9)</PresentationFormat>
  <Paragraphs>732</Paragraphs>
  <Slides>47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2" baseType="lpstr">
      <vt:lpstr>Arial</vt:lpstr>
      <vt:lpstr>宋体</vt:lpstr>
      <vt:lpstr>Wingdings</vt:lpstr>
      <vt:lpstr>Arial</vt:lpstr>
      <vt:lpstr>Barlow SemiBold</vt:lpstr>
      <vt:lpstr>Segoe Print</vt:lpstr>
      <vt:lpstr>Barlow Light</vt:lpstr>
      <vt:lpstr>思源黑体 Medium</vt:lpstr>
      <vt:lpstr>思源黑体 Normal</vt:lpstr>
      <vt:lpstr>微软雅黑</vt:lpstr>
      <vt:lpstr>Arial Unicode MS</vt:lpstr>
      <vt:lpstr>Franklin Gothic Heavy</vt:lpstr>
      <vt:lpstr>Wingdings 3</vt:lpstr>
      <vt:lpstr>Lodovico template</vt:lpstr>
      <vt:lpstr>主题5</vt:lpstr>
      <vt:lpstr>亚马逊广告打造篇</vt:lpstr>
      <vt:lpstr>PowerPoint 演示文稿</vt:lpstr>
      <vt:lpstr>PowerPoint 演示文稿</vt:lpstr>
      <vt:lpstr>一、产品上架前充分准备</vt:lpstr>
      <vt:lpstr>分析及确定产品核心流量词</vt:lpstr>
      <vt:lpstr>分析及确定产品核心流量词</vt:lpstr>
      <vt:lpstr>分析及确定产品核心流量词</vt:lpstr>
      <vt:lpstr>分析及确定产品核心流量词</vt:lpstr>
      <vt:lpstr>分析及确定产品核心流量词</vt:lpstr>
      <vt:lpstr>保证点击率和转化率的有效准备</vt:lpstr>
      <vt:lpstr>二、上架初期广告打法</vt:lpstr>
      <vt:lpstr>积累订单基数</vt:lpstr>
      <vt:lpstr>积累订单基数</vt:lpstr>
      <vt:lpstr>积累订单基数</vt:lpstr>
      <vt:lpstr>自动广告策略测算核心词技巧细节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手动广告打造核心流量词排名技巧</vt:lpstr>
      <vt:lpstr>手动广告设置技巧细节</vt:lpstr>
      <vt:lpstr>手动广告设置技巧细节</vt:lpstr>
      <vt:lpstr>打造核心流量词排名技巧</vt:lpstr>
      <vt:lpstr>打造核心流量词排名技巧</vt:lpstr>
      <vt:lpstr>打造核心流量词排名技巧</vt:lpstr>
      <vt:lpstr>打造核心流量词排名技巧</vt:lpstr>
      <vt:lpstr>三、上升期广告打法</vt:lpstr>
      <vt:lpstr>有效控制核心流量词排名</vt:lpstr>
      <vt:lpstr>突发状况处理：</vt:lpstr>
      <vt:lpstr>控制ACOS的核心因素及操作思维</vt:lpstr>
      <vt:lpstr>四、稳定期广告打法</vt:lpstr>
      <vt:lpstr>分析市场竞品有效关键词搜索卡位</vt:lpstr>
      <vt:lpstr>分析市场竞品有效关键词搜索卡位</vt:lpstr>
      <vt:lpstr>关键词卡位的平衡竞价</vt:lpstr>
      <vt:lpstr>DAY17、DAY18销量</vt:lpstr>
      <vt:lpstr>预算的有效控制与分时段调控 </vt:lpstr>
      <vt:lpstr>预算的有效控制与分时段调控 </vt:lpstr>
      <vt:lpstr>广告持续优化</vt:lpstr>
      <vt:lpstr>提高广告持续优化的效率</vt:lpstr>
      <vt:lpstr>每日的广告数据报告及广告日志监控 </vt:lpstr>
      <vt:lpstr>每日的广告数据报告及广告日志监控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luk wongkwan</dc:creator>
  <cp:lastModifiedBy>万凌</cp:lastModifiedBy>
  <cp:revision>162</cp:revision>
  <dcterms:created xsi:type="dcterms:W3CDTF">2020-10-20T07:38:00Z</dcterms:created>
  <dcterms:modified xsi:type="dcterms:W3CDTF">2023-03-07T09:48:04Z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9848D7562D6D497FB9EAAD8D58B6F0B1</vt:lpwstr>
  </property>
</Properties>
</file>