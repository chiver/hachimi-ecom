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79" r:id="rId4"/>
  </p:sldMasterIdLst>
  <p:notesMasterIdLst>
    <p:notesMasterId r:id="rId6"/>
  </p:notesMasterIdLst>
  <p:sldIdLst>
    <p:sldId id="258" r:id="rId5"/>
    <p:sldId id="259" r:id="rId7"/>
    <p:sldId id="260" r:id="rId8"/>
    <p:sldId id="262" r:id="rId9"/>
    <p:sldId id="263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303" r:id="rId18"/>
    <p:sldId id="302" r:id="rId19"/>
    <p:sldId id="304" r:id="rId20"/>
    <p:sldId id="305" r:id="rId21"/>
    <p:sldId id="306" r:id="rId22"/>
    <p:sldId id="288" r:id="rId23"/>
    <p:sldId id="289" r:id="rId24"/>
    <p:sldId id="276" r:id="rId25"/>
    <p:sldId id="275" r:id="rId26"/>
    <p:sldId id="322" r:id="rId27"/>
    <p:sldId id="277" r:id="rId28"/>
    <p:sldId id="323" r:id="rId29"/>
    <p:sldId id="278" r:id="rId30"/>
    <p:sldId id="279" r:id="rId31"/>
    <p:sldId id="324" r:id="rId32"/>
    <p:sldId id="280" r:id="rId33"/>
    <p:sldId id="281" r:id="rId34"/>
    <p:sldId id="282" r:id="rId35"/>
    <p:sldId id="325" r:id="rId36"/>
    <p:sldId id="283" r:id="rId37"/>
    <p:sldId id="284" r:id="rId38"/>
    <p:sldId id="285" r:id="rId39"/>
    <p:sldId id="286" r:id="rId4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43" Type="http://schemas.openxmlformats.org/officeDocument/2006/relationships/tableStyles" Target="tableStyles.xml"/><Relationship Id="rId42" Type="http://schemas.openxmlformats.org/officeDocument/2006/relationships/viewProps" Target="viewProps.xml"/><Relationship Id="rId41" Type="http://schemas.openxmlformats.org/officeDocument/2006/relationships/presProps" Target="presProps.xml"/><Relationship Id="rId40" Type="http://schemas.openxmlformats.org/officeDocument/2006/relationships/slide" Target="slides/slide35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0" Type="http://schemas.openxmlformats.org/officeDocument/2006/relationships/slide" Target="slides/slide15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>
              <a:sym typeface="+mn-ea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4E5D49-73DC-4F12-9286-E1E270B96B4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tags" Target="../tags/tag1.xm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3.png"/><Relationship Id="rId6" Type="http://schemas.openxmlformats.org/officeDocument/2006/relationships/tags" Target="../tags/tag8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2.png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19.xml"/><Relationship Id="rId8" Type="http://schemas.openxmlformats.org/officeDocument/2006/relationships/tags" Target="../tags/tag18.xml"/><Relationship Id="rId7" Type="http://schemas.openxmlformats.org/officeDocument/2006/relationships/tags" Target="../tags/tag17.xml"/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4" Type="http://schemas.openxmlformats.org/officeDocument/2006/relationships/image" Target="file:///C:\Users\1V994W2\PycharmProjects\PPT_Background_Generation/pic_temp/pic_half_right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14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23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3.png"/><Relationship Id="rId6" Type="http://schemas.openxmlformats.org/officeDocument/2006/relationships/tags" Target="../tags/tag22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2.png"/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4" Type="http://schemas.openxmlformats.org/officeDocument/2006/relationships/tags" Target="../tags/tag28.xml"/><Relationship Id="rId13" Type="http://schemas.openxmlformats.org/officeDocument/2006/relationships/tags" Target="../tags/tag27.xml"/><Relationship Id="rId12" Type="http://schemas.openxmlformats.org/officeDocument/2006/relationships/tags" Target="../tags/tag26.xml"/><Relationship Id="rId11" Type="http://schemas.openxmlformats.org/officeDocument/2006/relationships/tags" Target="../tags/tag25.xml"/><Relationship Id="rId10" Type="http://schemas.openxmlformats.org/officeDocument/2006/relationships/tags" Target="../tags/tag24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32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3.png"/><Relationship Id="rId6" Type="http://schemas.openxmlformats.org/officeDocument/2006/relationships/tags" Target="../tags/tag31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2.png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6" Type="http://schemas.openxmlformats.org/officeDocument/2006/relationships/tags" Target="../tags/tag39.xml"/><Relationship Id="rId15" Type="http://schemas.openxmlformats.org/officeDocument/2006/relationships/tags" Target="../tags/tag38.xml"/><Relationship Id="rId14" Type="http://schemas.openxmlformats.org/officeDocument/2006/relationships/tags" Target="../tags/tag37.xml"/><Relationship Id="rId13" Type="http://schemas.openxmlformats.org/officeDocument/2006/relationships/tags" Target="../tags/tag36.xml"/><Relationship Id="rId12" Type="http://schemas.openxmlformats.org/officeDocument/2006/relationships/tags" Target="../tags/tag35.xml"/><Relationship Id="rId11" Type="http://schemas.openxmlformats.org/officeDocument/2006/relationships/tags" Target="../tags/tag34.xml"/><Relationship Id="rId10" Type="http://schemas.openxmlformats.org/officeDocument/2006/relationships/tags" Target="../tags/tag33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43.xml"/><Relationship Id="rId8" Type="http://schemas.openxmlformats.org/officeDocument/2006/relationships/image" Target="file:///C:\Users\1V994W2\PycharmProjects\PPT_Background_Generation/pic_temp/0_pic_quater_left_up.png" TargetMode="External"/><Relationship Id="rId7" Type="http://schemas.openxmlformats.org/officeDocument/2006/relationships/image" Target="../media/image2.png"/><Relationship Id="rId6" Type="http://schemas.openxmlformats.org/officeDocument/2006/relationships/tags" Target="../tags/tag42.xml"/><Relationship Id="rId5" Type="http://schemas.openxmlformats.org/officeDocument/2006/relationships/tags" Target="../tags/tag41.xml"/><Relationship Id="rId4" Type="http://schemas.openxmlformats.org/officeDocument/2006/relationships/image" Target="file:///C:\Users\1V994W2\Documents\Tencent%20Files\574576071\FileRecv\&#25340;&#35013;&#32032;&#26448;\formiddle1\\02\subject_holdleft_130,158,155_0_staid_full_0.png" TargetMode="External"/><Relationship Id="rId3" Type="http://schemas.openxmlformats.org/officeDocument/2006/relationships/image" Target="../media/image5.png"/><Relationship Id="rId2" Type="http://schemas.openxmlformats.org/officeDocument/2006/relationships/tags" Target="../tags/tag40.xml"/><Relationship Id="rId12" Type="http://schemas.openxmlformats.org/officeDocument/2006/relationships/tags" Target="../tags/tag46.xml"/><Relationship Id="rId11" Type="http://schemas.openxmlformats.org/officeDocument/2006/relationships/tags" Target="../tags/tag45.xml"/><Relationship Id="rId10" Type="http://schemas.openxmlformats.org/officeDocument/2006/relationships/tags" Target="../tags/tag44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tags" Target="../tags/tag53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3.png"/><Relationship Id="rId6" Type="http://schemas.openxmlformats.org/officeDocument/2006/relationships/tags" Target="../tags/tag52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2.png"/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tags" Target="../tags/tag56.xml"/><Relationship Id="rId11" Type="http://schemas.openxmlformats.org/officeDocument/2006/relationships/tags" Target="../tags/tag55.xml"/><Relationship Id="rId10" Type="http://schemas.openxmlformats.org/officeDocument/2006/relationships/tags" Target="../tags/tag54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9" Type="http://schemas.openxmlformats.org/officeDocument/2006/relationships/tags" Target="../tags/tag62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3.png"/><Relationship Id="rId6" Type="http://schemas.openxmlformats.org/officeDocument/2006/relationships/tags" Target="../tags/tag61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2.png"/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3" Type="http://schemas.openxmlformats.org/officeDocument/2006/relationships/tags" Target="../tags/tag66.xml"/><Relationship Id="rId12" Type="http://schemas.openxmlformats.org/officeDocument/2006/relationships/tags" Target="../tags/tag65.xml"/><Relationship Id="rId11" Type="http://schemas.openxmlformats.org/officeDocument/2006/relationships/tags" Target="../tags/tag64.xml"/><Relationship Id="rId10" Type="http://schemas.openxmlformats.org/officeDocument/2006/relationships/tags" Target="../tags/tag63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9" Type="http://schemas.openxmlformats.org/officeDocument/2006/relationships/tags" Target="../tags/tag70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3.png"/><Relationship Id="rId6" Type="http://schemas.openxmlformats.org/officeDocument/2006/relationships/tags" Target="../tags/tag69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2.png"/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2" Type="http://schemas.openxmlformats.org/officeDocument/2006/relationships/tags" Target="../tags/tag73.xml"/><Relationship Id="rId11" Type="http://schemas.openxmlformats.org/officeDocument/2006/relationships/tags" Target="../tags/tag72.xml"/><Relationship Id="rId10" Type="http://schemas.openxmlformats.org/officeDocument/2006/relationships/tags" Target="../tags/tag71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7" Type="http://schemas.openxmlformats.org/officeDocument/2006/relationships/tags" Target="../tags/tag78.xml"/><Relationship Id="rId6" Type="http://schemas.openxmlformats.org/officeDocument/2006/relationships/tags" Target="../tags/tag77.xml"/><Relationship Id="rId5" Type="http://schemas.openxmlformats.org/officeDocument/2006/relationships/tags" Target="../tags/tag76.xml"/><Relationship Id="rId4" Type="http://schemas.openxmlformats.org/officeDocument/2006/relationships/tags" Target="../tags/tag75.xml"/><Relationship Id="rId3" Type="http://schemas.openxmlformats.org/officeDocument/2006/relationships/tags" Target="../tags/tag74.xm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9" Type="http://schemas.openxmlformats.org/officeDocument/2006/relationships/tags" Target="../tags/tag82.xml"/><Relationship Id="rId8" Type="http://schemas.openxmlformats.org/officeDocument/2006/relationships/tags" Target="../tags/tag81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3.png"/><Relationship Id="rId5" Type="http://schemas.openxmlformats.org/officeDocument/2006/relationships/tags" Target="../tags/tag80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2.png"/><Relationship Id="rId2" Type="http://schemas.openxmlformats.org/officeDocument/2006/relationships/tags" Target="../tags/tag79.xml"/><Relationship Id="rId11" Type="http://schemas.openxmlformats.org/officeDocument/2006/relationships/tags" Target="../tags/tag84.xml"/><Relationship Id="rId10" Type="http://schemas.openxmlformats.org/officeDocument/2006/relationships/tags" Target="../tags/tag83.xml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9" Type="http://schemas.openxmlformats.org/officeDocument/2006/relationships/tags" Target="../tags/tag88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3.png"/><Relationship Id="rId6" Type="http://schemas.openxmlformats.org/officeDocument/2006/relationships/tags" Target="../tags/tag87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2.png"/><Relationship Id="rId3" Type="http://schemas.openxmlformats.org/officeDocument/2006/relationships/tags" Target="../tags/tag86.xml"/><Relationship Id="rId2" Type="http://schemas.openxmlformats.org/officeDocument/2006/relationships/tags" Target="../tags/tag85.xml"/><Relationship Id="rId13" Type="http://schemas.openxmlformats.org/officeDocument/2006/relationships/tags" Target="../tags/tag92.xml"/><Relationship Id="rId12" Type="http://schemas.openxmlformats.org/officeDocument/2006/relationships/tags" Target="../tags/tag91.xml"/><Relationship Id="rId11" Type="http://schemas.openxmlformats.org/officeDocument/2006/relationships/tags" Target="../tags/tag90.xml"/><Relationship Id="rId10" Type="http://schemas.openxmlformats.org/officeDocument/2006/relationships/tags" Target="../tags/tag89.xml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9" Type="http://schemas.openxmlformats.org/officeDocument/2006/relationships/tags" Target="../tags/tag98.xml"/><Relationship Id="rId8" Type="http://schemas.openxmlformats.org/officeDocument/2006/relationships/tags" Target="../tags/tag97.xml"/><Relationship Id="rId7" Type="http://schemas.openxmlformats.org/officeDocument/2006/relationships/tags" Target="../tags/tag96.xml"/><Relationship Id="rId6" Type="http://schemas.openxmlformats.org/officeDocument/2006/relationships/tags" Target="../tags/tag95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2.png"/><Relationship Id="rId3" Type="http://schemas.openxmlformats.org/officeDocument/2006/relationships/tags" Target="../tags/tag94.xml"/><Relationship Id="rId2" Type="http://schemas.openxmlformats.org/officeDocument/2006/relationships/tags" Target="../tags/tag93.xml"/><Relationship Id="rId11" Type="http://schemas.openxmlformats.org/officeDocument/2006/relationships/tags" Target="../tags/tag100.xml"/><Relationship Id="rId10" Type="http://schemas.openxmlformats.org/officeDocument/2006/relationships/tags" Target="../tags/tag99.xml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9" Type="http://schemas.openxmlformats.org/officeDocument/2006/relationships/tags" Target="../tags/tag104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3.png"/><Relationship Id="rId6" Type="http://schemas.openxmlformats.org/officeDocument/2006/relationships/tags" Target="../tags/tag103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2.png"/><Relationship Id="rId3" Type="http://schemas.openxmlformats.org/officeDocument/2006/relationships/tags" Target="../tags/tag102.xml"/><Relationship Id="rId2" Type="http://schemas.openxmlformats.org/officeDocument/2006/relationships/tags" Target="../tags/tag101.xml"/><Relationship Id="rId14" Type="http://schemas.openxmlformats.org/officeDocument/2006/relationships/tags" Target="../tags/tag109.xml"/><Relationship Id="rId13" Type="http://schemas.openxmlformats.org/officeDocument/2006/relationships/tags" Target="../tags/tag108.xml"/><Relationship Id="rId12" Type="http://schemas.openxmlformats.org/officeDocument/2006/relationships/tags" Target="../tags/tag107.xml"/><Relationship Id="rId11" Type="http://schemas.openxmlformats.org/officeDocument/2006/relationships/tags" Target="../tags/tag106.xml"/><Relationship Id="rId10" Type="http://schemas.openxmlformats.org/officeDocument/2006/relationships/tags" Target="../tags/tag105.xml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9" Type="http://schemas.openxmlformats.org/officeDocument/2006/relationships/tags" Target="../tags/tag113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3.png"/><Relationship Id="rId6" Type="http://schemas.openxmlformats.org/officeDocument/2006/relationships/tags" Target="../tags/tag112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2.png"/><Relationship Id="rId3" Type="http://schemas.openxmlformats.org/officeDocument/2006/relationships/tags" Target="../tags/tag111.xml"/><Relationship Id="rId2" Type="http://schemas.openxmlformats.org/officeDocument/2006/relationships/tags" Target="../tags/tag110.xml"/><Relationship Id="rId14" Type="http://schemas.openxmlformats.org/officeDocument/2006/relationships/tags" Target="../tags/tag118.xml"/><Relationship Id="rId13" Type="http://schemas.openxmlformats.org/officeDocument/2006/relationships/tags" Target="../tags/tag117.xml"/><Relationship Id="rId12" Type="http://schemas.openxmlformats.org/officeDocument/2006/relationships/tags" Target="../tags/tag116.xml"/><Relationship Id="rId11" Type="http://schemas.openxmlformats.org/officeDocument/2006/relationships/tags" Target="../tags/tag115.xml"/><Relationship Id="rId10" Type="http://schemas.openxmlformats.org/officeDocument/2006/relationships/tags" Target="../tags/tag114.xml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9" Type="http://schemas.openxmlformats.org/officeDocument/2006/relationships/tags" Target="../tags/tag122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3.png"/><Relationship Id="rId6" Type="http://schemas.openxmlformats.org/officeDocument/2006/relationships/tags" Target="../tags/tag121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2.png"/><Relationship Id="rId3" Type="http://schemas.openxmlformats.org/officeDocument/2006/relationships/tags" Target="../tags/tag120.xml"/><Relationship Id="rId2" Type="http://schemas.openxmlformats.org/officeDocument/2006/relationships/tags" Target="../tags/tag119.xml"/><Relationship Id="rId16" Type="http://schemas.openxmlformats.org/officeDocument/2006/relationships/tags" Target="../tags/tag129.xml"/><Relationship Id="rId15" Type="http://schemas.openxmlformats.org/officeDocument/2006/relationships/tags" Target="../tags/tag128.xml"/><Relationship Id="rId14" Type="http://schemas.openxmlformats.org/officeDocument/2006/relationships/tags" Target="../tags/tag127.xml"/><Relationship Id="rId13" Type="http://schemas.openxmlformats.org/officeDocument/2006/relationships/tags" Target="../tags/tag126.xml"/><Relationship Id="rId12" Type="http://schemas.openxmlformats.org/officeDocument/2006/relationships/tags" Target="../tags/tag125.xml"/><Relationship Id="rId11" Type="http://schemas.openxmlformats.org/officeDocument/2006/relationships/tags" Target="../tags/tag124.xml"/><Relationship Id="rId10" Type="http://schemas.openxmlformats.org/officeDocument/2006/relationships/tags" Target="../tags/tag123.xml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9" Type="http://schemas.openxmlformats.org/officeDocument/2006/relationships/tags" Target="../tags/tag133.xml"/><Relationship Id="rId8" Type="http://schemas.openxmlformats.org/officeDocument/2006/relationships/image" Target="file:///C:\Users\1V994W2\PycharmProjects\PPT_Background_Generation/pic_temp/1_pic_quater_left_down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132.xml"/><Relationship Id="rId5" Type="http://schemas.openxmlformats.org/officeDocument/2006/relationships/image" Target="file:///C:\Users\1V994W2\PycharmProjects\PPT_Background_Generation/pic_temp/0_pic_quater_right_down.png" TargetMode="External"/><Relationship Id="rId4" Type="http://schemas.openxmlformats.org/officeDocument/2006/relationships/image" Target="../media/image6.png"/><Relationship Id="rId3" Type="http://schemas.openxmlformats.org/officeDocument/2006/relationships/tags" Target="../tags/tag131.xml"/><Relationship Id="rId2" Type="http://schemas.openxmlformats.org/officeDocument/2006/relationships/tags" Target="../tags/tag130.xml"/><Relationship Id="rId13" Type="http://schemas.openxmlformats.org/officeDocument/2006/relationships/tags" Target="../tags/tag137.xml"/><Relationship Id="rId12" Type="http://schemas.openxmlformats.org/officeDocument/2006/relationships/tags" Target="../tags/tag136.xml"/><Relationship Id="rId11" Type="http://schemas.openxmlformats.org/officeDocument/2006/relationships/tags" Target="../tags/tag135.xml"/><Relationship Id="rId10" Type="http://schemas.openxmlformats.org/officeDocument/2006/relationships/tags" Target="../tags/tag134.xml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9" Type="http://schemas.openxmlformats.org/officeDocument/2006/relationships/tags" Target="../tags/tag149.xml"/><Relationship Id="rId8" Type="http://schemas.openxmlformats.org/officeDocument/2006/relationships/tags" Target="../tags/tag148.xml"/><Relationship Id="rId7" Type="http://schemas.openxmlformats.org/officeDocument/2006/relationships/tags" Target="../tags/tag147.xml"/><Relationship Id="rId6" Type="http://schemas.openxmlformats.org/officeDocument/2006/relationships/tags" Target="../tags/tag146.xml"/><Relationship Id="rId5" Type="http://schemas.openxmlformats.org/officeDocument/2006/relationships/tags" Target="../tags/tag145.xml"/><Relationship Id="rId4" Type="http://schemas.openxmlformats.org/officeDocument/2006/relationships/image" Target="file:///C:\Users\1V994W2\PycharmProjects\PPT_Background_Generation/pic_temp/pic_sup.png" TargetMode="External"/><Relationship Id="rId3" Type="http://schemas.openxmlformats.org/officeDocument/2006/relationships/image" Target="../media/image8.png"/><Relationship Id="rId2" Type="http://schemas.openxmlformats.org/officeDocument/2006/relationships/tags" Target="../tags/tag144.xml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9" Type="http://schemas.openxmlformats.org/officeDocument/2006/relationships/tags" Target="../tags/tag153.xml"/><Relationship Id="rId8" Type="http://schemas.openxmlformats.org/officeDocument/2006/relationships/tags" Target="../tags/tag152.xml"/><Relationship Id="rId7" Type="http://schemas.openxmlformats.org/officeDocument/2006/relationships/image" Target="file:///C:\Users\1V994W2\PycharmProjects\PPT_Background_Generation/pic_temp/1_pic_quater_left_down.png" TargetMode="External"/><Relationship Id="rId6" Type="http://schemas.openxmlformats.org/officeDocument/2006/relationships/image" Target="../media/image10.png"/><Relationship Id="rId5" Type="http://schemas.openxmlformats.org/officeDocument/2006/relationships/tags" Target="../tags/tag151.xml"/><Relationship Id="rId4" Type="http://schemas.openxmlformats.org/officeDocument/2006/relationships/image" Target="file:///C:\Users\1V994W2\PycharmProjects\PPT_Background_Generation/pic_temp/0_pic_quater_right_down.png" TargetMode="External"/><Relationship Id="rId3" Type="http://schemas.openxmlformats.org/officeDocument/2006/relationships/image" Target="../media/image9.png"/><Relationship Id="rId2" Type="http://schemas.openxmlformats.org/officeDocument/2006/relationships/tags" Target="../tags/tag150.xml"/><Relationship Id="rId12" Type="http://schemas.openxmlformats.org/officeDocument/2006/relationships/tags" Target="../tags/tag156.xml"/><Relationship Id="rId11" Type="http://schemas.openxmlformats.org/officeDocument/2006/relationships/tags" Target="../tags/tag155.xml"/><Relationship Id="rId10" Type="http://schemas.openxmlformats.org/officeDocument/2006/relationships/tags" Target="../tags/tag154.xml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9" Type="http://schemas.openxmlformats.org/officeDocument/2006/relationships/tags" Target="../tags/tag162.xml"/><Relationship Id="rId8" Type="http://schemas.openxmlformats.org/officeDocument/2006/relationships/tags" Target="../tags/tag161.xml"/><Relationship Id="rId7" Type="http://schemas.openxmlformats.org/officeDocument/2006/relationships/tags" Target="../tags/tag160.xml"/><Relationship Id="rId6" Type="http://schemas.openxmlformats.org/officeDocument/2006/relationships/tags" Target="../tags/tag159.xml"/><Relationship Id="rId5" Type="http://schemas.openxmlformats.org/officeDocument/2006/relationships/tags" Target="../tags/tag158.xml"/><Relationship Id="rId4" Type="http://schemas.openxmlformats.org/officeDocument/2006/relationships/image" Target="file:///C:\Users\1V994W2\PycharmProjects\PPT_Background_Generation/pic_temp/pic_half_top.png" TargetMode="External"/><Relationship Id="rId3" Type="http://schemas.openxmlformats.org/officeDocument/2006/relationships/image" Target="../media/image11.png"/><Relationship Id="rId2" Type="http://schemas.openxmlformats.org/officeDocument/2006/relationships/tags" Target="../tags/tag157.xml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9" Type="http://schemas.openxmlformats.org/officeDocument/2006/relationships/tags" Target="../tags/tag166.xml"/><Relationship Id="rId8" Type="http://schemas.openxmlformats.org/officeDocument/2006/relationships/tags" Target="../tags/tag165.xml"/><Relationship Id="rId7" Type="http://schemas.openxmlformats.org/officeDocument/2006/relationships/image" Target="file:///C:\Users\1V994W2\PycharmProjects\PPT_Background_Generation/pic_temp/1_pic_quater_left_down.png" TargetMode="External"/><Relationship Id="rId6" Type="http://schemas.openxmlformats.org/officeDocument/2006/relationships/image" Target="../media/image10.png"/><Relationship Id="rId5" Type="http://schemas.openxmlformats.org/officeDocument/2006/relationships/tags" Target="../tags/tag164.xml"/><Relationship Id="rId4" Type="http://schemas.openxmlformats.org/officeDocument/2006/relationships/image" Target="file:///C:\Users\1V994W2\PycharmProjects\PPT_Background_Generation/pic_temp/0_pic_quater_right_down.png" TargetMode="External"/><Relationship Id="rId3" Type="http://schemas.openxmlformats.org/officeDocument/2006/relationships/image" Target="../media/image9.png"/><Relationship Id="rId2" Type="http://schemas.openxmlformats.org/officeDocument/2006/relationships/tags" Target="../tags/tag163.xml"/><Relationship Id="rId13" Type="http://schemas.openxmlformats.org/officeDocument/2006/relationships/tags" Target="../tags/tag170.xml"/><Relationship Id="rId12" Type="http://schemas.openxmlformats.org/officeDocument/2006/relationships/tags" Target="../tags/tag169.xml"/><Relationship Id="rId11" Type="http://schemas.openxmlformats.org/officeDocument/2006/relationships/tags" Target="../tags/tag168.xml"/><Relationship Id="rId10" Type="http://schemas.openxmlformats.org/officeDocument/2006/relationships/tags" Target="../tags/tag167.xml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9" Type="http://schemas.openxmlformats.org/officeDocument/2006/relationships/tags" Target="../tags/tag174.xml"/><Relationship Id="rId8" Type="http://schemas.openxmlformats.org/officeDocument/2006/relationships/tags" Target="../tags/tag173.xml"/><Relationship Id="rId7" Type="http://schemas.openxmlformats.org/officeDocument/2006/relationships/image" Target="file:///C:\Users\1V994W2\PycharmProjects\PPT_Background_Generation/pic_temp/1_pic_quater_left_down.png" TargetMode="External"/><Relationship Id="rId6" Type="http://schemas.openxmlformats.org/officeDocument/2006/relationships/image" Target="../media/image10.png"/><Relationship Id="rId5" Type="http://schemas.openxmlformats.org/officeDocument/2006/relationships/tags" Target="../tags/tag172.xml"/><Relationship Id="rId4" Type="http://schemas.openxmlformats.org/officeDocument/2006/relationships/image" Target="file:///C:\Users\1V994W2\PycharmProjects\PPT_Background_Generation/pic_temp/0_pic_quater_right_down.png" TargetMode="External"/><Relationship Id="rId3" Type="http://schemas.openxmlformats.org/officeDocument/2006/relationships/image" Target="../media/image9.png"/><Relationship Id="rId2" Type="http://schemas.openxmlformats.org/officeDocument/2006/relationships/tags" Target="../tags/tag171.xml"/><Relationship Id="rId15" Type="http://schemas.openxmlformats.org/officeDocument/2006/relationships/tags" Target="../tags/tag180.xml"/><Relationship Id="rId14" Type="http://schemas.openxmlformats.org/officeDocument/2006/relationships/tags" Target="../tags/tag179.xml"/><Relationship Id="rId13" Type="http://schemas.openxmlformats.org/officeDocument/2006/relationships/tags" Target="../tags/tag178.xml"/><Relationship Id="rId12" Type="http://schemas.openxmlformats.org/officeDocument/2006/relationships/tags" Target="../tags/tag177.xml"/><Relationship Id="rId11" Type="http://schemas.openxmlformats.org/officeDocument/2006/relationships/tags" Target="../tags/tag176.xml"/><Relationship Id="rId10" Type="http://schemas.openxmlformats.org/officeDocument/2006/relationships/tags" Target="../tags/tag175.xml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9" Type="http://schemas.openxmlformats.org/officeDocument/2006/relationships/tags" Target="../tags/tag184.xml"/><Relationship Id="rId8" Type="http://schemas.openxmlformats.org/officeDocument/2006/relationships/tags" Target="../tags/tag183.xml"/><Relationship Id="rId7" Type="http://schemas.openxmlformats.org/officeDocument/2006/relationships/image" Target="file:///C:\Users\1V994W2\PycharmProjects\PPT_Background_Generation/pic_temp/1_pic_quater_left_down.png" TargetMode="External"/><Relationship Id="rId6" Type="http://schemas.openxmlformats.org/officeDocument/2006/relationships/image" Target="../media/image10.png"/><Relationship Id="rId5" Type="http://schemas.openxmlformats.org/officeDocument/2006/relationships/tags" Target="../tags/tag182.xml"/><Relationship Id="rId4" Type="http://schemas.openxmlformats.org/officeDocument/2006/relationships/image" Target="file:///C:\Users\1V994W2\Documents\Tencent%20Files\574576071\FileRecv\&#25340;&#35013;&#32032;&#26448;\forright\\42\subject_holdleft_42,122,231_0_lively_full_0.png" TargetMode="External"/><Relationship Id="rId3" Type="http://schemas.openxmlformats.org/officeDocument/2006/relationships/image" Target="../media/image12.png"/><Relationship Id="rId2" Type="http://schemas.openxmlformats.org/officeDocument/2006/relationships/tags" Target="../tags/tag181.xml"/><Relationship Id="rId11" Type="http://schemas.openxmlformats.org/officeDocument/2006/relationships/tags" Target="../tags/tag186.xml"/><Relationship Id="rId10" Type="http://schemas.openxmlformats.org/officeDocument/2006/relationships/tags" Target="../tags/tag185.xml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4" Type="http://schemas.openxmlformats.org/officeDocument/2006/relationships/tags" Target="../tags/tag189.xml"/><Relationship Id="rId3" Type="http://schemas.openxmlformats.org/officeDocument/2006/relationships/tags" Target="../tags/tag188.xml"/><Relationship Id="rId2" Type="http://schemas.openxmlformats.org/officeDocument/2006/relationships/tags" Target="../tags/tag187.xml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9" Type="http://schemas.openxmlformats.org/officeDocument/2006/relationships/tags" Target="../tags/tag193.xml"/><Relationship Id="rId8" Type="http://schemas.openxmlformats.org/officeDocument/2006/relationships/tags" Target="../tags/tag192.xml"/><Relationship Id="rId7" Type="http://schemas.openxmlformats.org/officeDocument/2006/relationships/image" Target="file:///C:\Users\1V994W2\PycharmProjects\PPT_Background_Generation/pic_temp/1_pic_quater_left_down.png" TargetMode="External"/><Relationship Id="rId6" Type="http://schemas.openxmlformats.org/officeDocument/2006/relationships/image" Target="../media/image10.png"/><Relationship Id="rId5" Type="http://schemas.openxmlformats.org/officeDocument/2006/relationships/tags" Target="../tags/tag191.xml"/><Relationship Id="rId4" Type="http://schemas.openxmlformats.org/officeDocument/2006/relationships/image" Target="file:///C:\Users\1V994W2\PycharmProjects\PPT_Background_Generation/pic_temp/0_pic_quater_right_down.png" TargetMode="External"/><Relationship Id="rId3" Type="http://schemas.openxmlformats.org/officeDocument/2006/relationships/image" Target="../media/image9.png"/><Relationship Id="rId2" Type="http://schemas.openxmlformats.org/officeDocument/2006/relationships/tags" Target="../tags/tag190.xml"/><Relationship Id="rId13" Type="http://schemas.openxmlformats.org/officeDocument/2006/relationships/tags" Target="../tags/tag197.xml"/><Relationship Id="rId12" Type="http://schemas.openxmlformats.org/officeDocument/2006/relationships/tags" Target="../tags/tag196.xml"/><Relationship Id="rId11" Type="http://schemas.openxmlformats.org/officeDocument/2006/relationships/tags" Target="../tags/tag195.xml"/><Relationship Id="rId10" Type="http://schemas.openxmlformats.org/officeDocument/2006/relationships/tags" Target="../tags/tag194.xml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9" Type="http://schemas.openxmlformats.org/officeDocument/2006/relationships/tags" Target="../tags/tag201.xml"/><Relationship Id="rId8" Type="http://schemas.openxmlformats.org/officeDocument/2006/relationships/tags" Target="../tags/tag200.xml"/><Relationship Id="rId7" Type="http://schemas.openxmlformats.org/officeDocument/2006/relationships/image" Target="file:///C:\Users\1V994W2\PycharmProjects\PPT_Background_Generation/pic_temp/1_pic_quater_left_down.png" TargetMode="External"/><Relationship Id="rId6" Type="http://schemas.openxmlformats.org/officeDocument/2006/relationships/image" Target="../media/image10.png"/><Relationship Id="rId5" Type="http://schemas.openxmlformats.org/officeDocument/2006/relationships/tags" Target="../tags/tag199.xml"/><Relationship Id="rId4" Type="http://schemas.openxmlformats.org/officeDocument/2006/relationships/image" Target="file:///C:\Users\1V994W2\PycharmProjects\PPT_Background_Generation/pic_temp/0_pic_quater_right_down.png" TargetMode="External"/><Relationship Id="rId3" Type="http://schemas.openxmlformats.org/officeDocument/2006/relationships/image" Target="../media/image9.png"/><Relationship Id="rId2" Type="http://schemas.openxmlformats.org/officeDocument/2006/relationships/tags" Target="../tags/tag198.xml"/><Relationship Id="rId12" Type="http://schemas.openxmlformats.org/officeDocument/2006/relationships/tags" Target="../tags/tag204.xml"/><Relationship Id="rId11" Type="http://schemas.openxmlformats.org/officeDocument/2006/relationships/tags" Target="../tags/tag203.xml"/><Relationship Id="rId10" Type="http://schemas.openxmlformats.org/officeDocument/2006/relationships/tags" Target="../tags/tag202.xml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9" Type="http://schemas.openxmlformats.org/officeDocument/2006/relationships/tags" Target="../tags/tag208.xml"/><Relationship Id="rId8" Type="http://schemas.openxmlformats.org/officeDocument/2006/relationships/tags" Target="../tags/tag207.xml"/><Relationship Id="rId7" Type="http://schemas.openxmlformats.org/officeDocument/2006/relationships/image" Target="file:///C:\Users\1V994W2\PycharmProjects\PPT_Background_Generation/pic_temp/1_pic_quater_left_down.png" TargetMode="External"/><Relationship Id="rId6" Type="http://schemas.openxmlformats.org/officeDocument/2006/relationships/image" Target="../media/image10.png"/><Relationship Id="rId5" Type="http://schemas.openxmlformats.org/officeDocument/2006/relationships/tags" Target="../tags/tag206.xml"/><Relationship Id="rId4" Type="http://schemas.openxmlformats.org/officeDocument/2006/relationships/image" Target="file:///C:\Users\1V994W2\PycharmProjects\PPT_Background_Generation/pic_temp/0_pic_quater_right_down.png" TargetMode="External"/><Relationship Id="rId3" Type="http://schemas.openxmlformats.org/officeDocument/2006/relationships/image" Target="../media/image9.png"/><Relationship Id="rId2" Type="http://schemas.openxmlformats.org/officeDocument/2006/relationships/tags" Target="../tags/tag205.xml"/><Relationship Id="rId11" Type="http://schemas.openxmlformats.org/officeDocument/2006/relationships/tags" Target="../tags/tag210.xml"/><Relationship Id="rId10" Type="http://schemas.openxmlformats.org/officeDocument/2006/relationships/tags" Target="../tags/tag209.xml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9" Type="http://schemas.openxmlformats.org/officeDocument/2006/relationships/tags" Target="../tags/tag216.xml"/><Relationship Id="rId8" Type="http://schemas.openxmlformats.org/officeDocument/2006/relationships/tags" Target="../tags/tag215.xml"/><Relationship Id="rId7" Type="http://schemas.openxmlformats.org/officeDocument/2006/relationships/tags" Target="../tags/tag214.xml"/><Relationship Id="rId6" Type="http://schemas.openxmlformats.org/officeDocument/2006/relationships/tags" Target="../tags/tag213.xml"/><Relationship Id="rId5" Type="http://schemas.openxmlformats.org/officeDocument/2006/relationships/tags" Target="../tags/tag212.xml"/><Relationship Id="rId4" Type="http://schemas.openxmlformats.org/officeDocument/2006/relationships/image" Target="file:///C:\Users\1V994W2\PycharmProjects\PPT_Background_Generation/pic_temp/pic_sup.png" TargetMode="External"/><Relationship Id="rId3" Type="http://schemas.openxmlformats.org/officeDocument/2006/relationships/image" Target="../media/image8.png"/><Relationship Id="rId2" Type="http://schemas.openxmlformats.org/officeDocument/2006/relationships/tags" Target="../tags/tag211.xml"/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9" Type="http://schemas.openxmlformats.org/officeDocument/2006/relationships/tags" Target="../tags/tag220.xml"/><Relationship Id="rId8" Type="http://schemas.openxmlformats.org/officeDocument/2006/relationships/tags" Target="../tags/tag219.xml"/><Relationship Id="rId7" Type="http://schemas.openxmlformats.org/officeDocument/2006/relationships/image" Target="file:///C:\Users\1V994W2\PycharmProjects\PPT_Background_Generation/pic_temp/1_pic_quater_left_down.png" TargetMode="External"/><Relationship Id="rId6" Type="http://schemas.openxmlformats.org/officeDocument/2006/relationships/image" Target="../media/image10.png"/><Relationship Id="rId5" Type="http://schemas.openxmlformats.org/officeDocument/2006/relationships/tags" Target="../tags/tag218.xml"/><Relationship Id="rId4" Type="http://schemas.openxmlformats.org/officeDocument/2006/relationships/image" Target="file:///C:\Users\1V994W2\PycharmProjects\PPT_Background_Generation/pic_temp/0_pic_quater_right_down.png" TargetMode="External"/><Relationship Id="rId3" Type="http://schemas.openxmlformats.org/officeDocument/2006/relationships/image" Target="../media/image9.png"/><Relationship Id="rId2" Type="http://schemas.openxmlformats.org/officeDocument/2006/relationships/tags" Target="../tags/tag217.xml"/><Relationship Id="rId11" Type="http://schemas.openxmlformats.org/officeDocument/2006/relationships/tags" Target="../tags/tag222.xml"/><Relationship Id="rId10" Type="http://schemas.openxmlformats.org/officeDocument/2006/relationships/tags" Target="../tags/tag221.xml"/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9" Type="http://schemas.openxmlformats.org/officeDocument/2006/relationships/tags" Target="../tags/tag226.xml"/><Relationship Id="rId8" Type="http://schemas.openxmlformats.org/officeDocument/2006/relationships/image" Target="file:///C:\Users\1V994W2\PycharmProjects\PPT_Background_Generation/pic_temp/1_pic_quater_left_down.png" TargetMode="External"/><Relationship Id="rId7" Type="http://schemas.openxmlformats.org/officeDocument/2006/relationships/image" Target="../media/image10.png"/><Relationship Id="rId6" Type="http://schemas.openxmlformats.org/officeDocument/2006/relationships/tags" Target="../tags/tag225.xml"/><Relationship Id="rId5" Type="http://schemas.openxmlformats.org/officeDocument/2006/relationships/image" Target="file:///C:\Users\1V994W2\PycharmProjects\PPT_Background_Generation/pic_temp/0_pic_quater_right_down.png" TargetMode="External"/><Relationship Id="rId4" Type="http://schemas.openxmlformats.org/officeDocument/2006/relationships/image" Target="../media/image9.png"/><Relationship Id="rId3" Type="http://schemas.openxmlformats.org/officeDocument/2006/relationships/tags" Target="../tags/tag224.xml"/><Relationship Id="rId2" Type="http://schemas.openxmlformats.org/officeDocument/2006/relationships/tags" Target="../tags/tag223.xml"/><Relationship Id="rId13" Type="http://schemas.openxmlformats.org/officeDocument/2006/relationships/tags" Target="../tags/tag230.xml"/><Relationship Id="rId12" Type="http://schemas.openxmlformats.org/officeDocument/2006/relationships/tags" Target="../tags/tag229.xml"/><Relationship Id="rId11" Type="http://schemas.openxmlformats.org/officeDocument/2006/relationships/tags" Target="../tags/tag228.xml"/><Relationship Id="rId10" Type="http://schemas.openxmlformats.org/officeDocument/2006/relationships/tags" Target="../tags/tag227.xml"/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9" Type="http://schemas.openxmlformats.org/officeDocument/2006/relationships/tags" Target="../tags/tag236.xml"/><Relationship Id="rId8" Type="http://schemas.openxmlformats.org/officeDocument/2006/relationships/tags" Target="../tags/tag235.xml"/><Relationship Id="rId7" Type="http://schemas.openxmlformats.org/officeDocument/2006/relationships/tags" Target="../tags/tag234.xml"/><Relationship Id="rId6" Type="http://schemas.openxmlformats.org/officeDocument/2006/relationships/tags" Target="../tags/tag233.xml"/><Relationship Id="rId5" Type="http://schemas.openxmlformats.org/officeDocument/2006/relationships/image" Target="file:///C:\Users\1V994W2\PycharmProjects\PPT_Background_Generation/pic_temp/0_pic_quater_right_down.png" TargetMode="External"/><Relationship Id="rId4" Type="http://schemas.openxmlformats.org/officeDocument/2006/relationships/image" Target="../media/image9.png"/><Relationship Id="rId3" Type="http://schemas.openxmlformats.org/officeDocument/2006/relationships/tags" Target="../tags/tag232.xml"/><Relationship Id="rId2" Type="http://schemas.openxmlformats.org/officeDocument/2006/relationships/tags" Target="../tags/tag231.xml"/><Relationship Id="rId11" Type="http://schemas.openxmlformats.org/officeDocument/2006/relationships/tags" Target="../tags/tag238.xml"/><Relationship Id="rId10" Type="http://schemas.openxmlformats.org/officeDocument/2006/relationships/tags" Target="../tags/tag237.xml"/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9" Type="http://schemas.openxmlformats.org/officeDocument/2006/relationships/tags" Target="../tags/tag242.xml"/><Relationship Id="rId8" Type="http://schemas.openxmlformats.org/officeDocument/2006/relationships/image" Target="file:///C:\Users\1V994W2\PycharmProjects\PPT_Background_Generation/pic_temp/1_pic_quater_left_down.png" TargetMode="External"/><Relationship Id="rId7" Type="http://schemas.openxmlformats.org/officeDocument/2006/relationships/image" Target="../media/image10.png"/><Relationship Id="rId6" Type="http://schemas.openxmlformats.org/officeDocument/2006/relationships/tags" Target="../tags/tag241.xml"/><Relationship Id="rId5" Type="http://schemas.openxmlformats.org/officeDocument/2006/relationships/image" Target="file:///C:\Users\1V994W2\PycharmProjects\PPT_Background_Generation/pic_temp/0_pic_quater_right_down.png" TargetMode="External"/><Relationship Id="rId4" Type="http://schemas.openxmlformats.org/officeDocument/2006/relationships/image" Target="../media/image9.png"/><Relationship Id="rId3" Type="http://schemas.openxmlformats.org/officeDocument/2006/relationships/tags" Target="../tags/tag240.xml"/><Relationship Id="rId2" Type="http://schemas.openxmlformats.org/officeDocument/2006/relationships/tags" Target="../tags/tag239.xml"/><Relationship Id="rId14" Type="http://schemas.openxmlformats.org/officeDocument/2006/relationships/tags" Target="../tags/tag247.xml"/><Relationship Id="rId13" Type="http://schemas.openxmlformats.org/officeDocument/2006/relationships/tags" Target="../tags/tag246.xml"/><Relationship Id="rId12" Type="http://schemas.openxmlformats.org/officeDocument/2006/relationships/tags" Target="../tags/tag245.xml"/><Relationship Id="rId11" Type="http://schemas.openxmlformats.org/officeDocument/2006/relationships/tags" Target="../tags/tag244.xml"/><Relationship Id="rId10" Type="http://schemas.openxmlformats.org/officeDocument/2006/relationships/tags" Target="../tags/tag243.xml"/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9" Type="http://schemas.openxmlformats.org/officeDocument/2006/relationships/tags" Target="../tags/tag251.xml"/><Relationship Id="rId8" Type="http://schemas.openxmlformats.org/officeDocument/2006/relationships/image" Target="file:///C:\Users\1V994W2\PycharmProjects\PPT_Background_Generation/pic_temp/1_pic_quater_left_down.png" TargetMode="External"/><Relationship Id="rId7" Type="http://schemas.openxmlformats.org/officeDocument/2006/relationships/image" Target="../media/image10.png"/><Relationship Id="rId6" Type="http://schemas.openxmlformats.org/officeDocument/2006/relationships/tags" Target="../tags/tag250.xml"/><Relationship Id="rId5" Type="http://schemas.openxmlformats.org/officeDocument/2006/relationships/image" Target="file:///C:\Users\1V994W2\PycharmProjects\PPT_Background_Generation/pic_temp/0_pic_quater_right_down.png" TargetMode="External"/><Relationship Id="rId4" Type="http://schemas.openxmlformats.org/officeDocument/2006/relationships/image" Target="../media/image9.png"/><Relationship Id="rId3" Type="http://schemas.openxmlformats.org/officeDocument/2006/relationships/tags" Target="../tags/tag249.xml"/><Relationship Id="rId2" Type="http://schemas.openxmlformats.org/officeDocument/2006/relationships/tags" Target="../tags/tag248.xml"/><Relationship Id="rId14" Type="http://schemas.openxmlformats.org/officeDocument/2006/relationships/tags" Target="../tags/tag256.xml"/><Relationship Id="rId13" Type="http://schemas.openxmlformats.org/officeDocument/2006/relationships/tags" Target="../tags/tag255.xml"/><Relationship Id="rId12" Type="http://schemas.openxmlformats.org/officeDocument/2006/relationships/tags" Target="../tags/tag254.xml"/><Relationship Id="rId11" Type="http://schemas.openxmlformats.org/officeDocument/2006/relationships/tags" Target="../tags/tag253.xml"/><Relationship Id="rId10" Type="http://schemas.openxmlformats.org/officeDocument/2006/relationships/tags" Target="../tags/tag252.xml"/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9" Type="http://schemas.openxmlformats.org/officeDocument/2006/relationships/tags" Target="../tags/tag260.xml"/><Relationship Id="rId8" Type="http://schemas.openxmlformats.org/officeDocument/2006/relationships/image" Target="file:///C:\Users\1V994W2\PycharmProjects\PPT_Background_Generation/pic_temp/1_pic_quater_left_down.png" TargetMode="External"/><Relationship Id="rId7" Type="http://schemas.openxmlformats.org/officeDocument/2006/relationships/image" Target="../media/image10.png"/><Relationship Id="rId6" Type="http://schemas.openxmlformats.org/officeDocument/2006/relationships/tags" Target="../tags/tag259.xml"/><Relationship Id="rId5" Type="http://schemas.openxmlformats.org/officeDocument/2006/relationships/image" Target="file:///C:\Users\1V994W2\PycharmProjects\PPT_Background_Generation/pic_temp/0_pic_quater_right_down.png" TargetMode="External"/><Relationship Id="rId4" Type="http://schemas.openxmlformats.org/officeDocument/2006/relationships/image" Target="../media/image9.png"/><Relationship Id="rId3" Type="http://schemas.openxmlformats.org/officeDocument/2006/relationships/tags" Target="../tags/tag258.xml"/><Relationship Id="rId2" Type="http://schemas.openxmlformats.org/officeDocument/2006/relationships/tags" Target="../tags/tag257.xml"/><Relationship Id="rId16" Type="http://schemas.openxmlformats.org/officeDocument/2006/relationships/tags" Target="../tags/tag267.xml"/><Relationship Id="rId15" Type="http://schemas.openxmlformats.org/officeDocument/2006/relationships/tags" Target="../tags/tag266.xml"/><Relationship Id="rId14" Type="http://schemas.openxmlformats.org/officeDocument/2006/relationships/tags" Target="../tags/tag265.xml"/><Relationship Id="rId13" Type="http://schemas.openxmlformats.org/officeDocument/2006/relationships/tags" Target="../tags/tag264.xml"/><Relationship Id="rId12" Type="http://schemas.openxmlformats.org/officeDocument/2006/relationships/tags" Target="../tags/tag263.xml"/><Relationship Id="rId11" Type="http://schemas.openxmlformats.org/officeDocument/2006/relationships/tags" Target="../tags/tag262.xml"/><Relationship Id="rId10" Type="http://schemas.openxmlformats.org/officeDocument/2006/relationships/tags" Target="../tags/tag261.xml"/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9" Type="http://schemas.openxmlformats.org/officeDocument/2006/relationships/tags" Target="../tags/tag271.xml"/><Relationship Id="rId8" Type="http://schemas.openxmlformats.org/officeDocument/2006/relationships/image" Target="file:///C:\Users\1V994W2\PycharmProjects\PPT_Background_Generation/pic_temp/1_pic_quater_left_down.png" TargetMode="External"/><Relationship Id="rId7" Type="http://schemas.openxmlformats.org/officeDocument/2006/relationships/image" Target="../media/image10.png"/><Relationship Id="rId6" Type="http://schemas.openxmlformats.org/officeDocument/2006/relationships/tags" Target="../tags/tag270.xml"/><Relationship Id="rId5" Type="http://schemas.openxmlformats.org/officeDocument/2006/relationships/image" Target="file:///C:\Users\1V994W2\PycharmProjects\PPT_Background_Generation/pic_temp/0_pic_quater_right_down.png" TargetMode="External"/><Relationship Id="rId4" Type="http://schemas.openxmlformats.org/officeDocument/2006/relationships/image" Target="../media/image13.png"/><Relationship Id="rId3" Type="http://schemas.openxmlformats.org/officeDocument/2006/relationships/tags" Target="../tags/tag269.xml"/><Relationship Id="rId2" Type="http://schemas.openxmlformats.org/officeDocument/2006/relationships/tags" Target="../tags/tag268.xml"/><Relationship Id="rId13" Type="http://schemas.openxmlformats.org/officeDocument/2006/relationships/tags" Target="../tags/tag275.xml"/><Relationship Id="rId12" Type="http://schemas.openxmlformats.org/officeDocument/2006/relationships/tags" Target="../tags/tag274.xml"/><Relationship Id="rId11" Type="http://schemas.openxmlformats.org/officeDocument/2006/relationships/tags" Target="../tags/tag273.xml"/><Relationship Id="rId10" Type="http://schemas.openxmlformats.org/officeDocument/2006/relationships/tags" Target="../tags/tag272.xml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Sp="0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 showMasterSp="0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79742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49833"/>
            <a:ext cx="396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4" hasCustomPrompt="1"/>
            <p:custDataLst>
              <p:tags r:id="rId6"/>
            </p:custDataLst>
          </p:nvPr>
        </p:nvSpPr>
        <p:spPr>
          <a:xfrm>
            <a:off x="2921000" y="4049396"/>
            <a:ext cx="6350000" cy="361315"/>
          </a:xfrm>
        </p:spPr>
        <p:txBody>
          <a:bodyPr vert="horz" wrap="square" lIns="90000" tIns="0" rIns="90000" bIns="46800" anchor="t" anchorCtr="0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000"/>
              <a:buFont typeface="Arial" panose="020B0604020202020204" pitchFamily="34" charset="0"/>
              <a:buNone/>
              <a:defRPr sz="2000" b="0" spc="2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CN" altLang="en-US"/>
              <a:t>单击此处编辑副标题</a:t>
            </a: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idx="13" hasCustomPrompt="1"/>
            <p:custDataLst>
              <p:tags r:id="rId7"/>
            </p:custDataLst>
          </p:nvPr>
        </p:nvSpPr>
        <p:spPr>
          <a:xfrm>
            <a:off x="2780371" y="2447291"/>
            <a:ext cx="6631258" cy="1398905"/>
          </a:xfrm>
        </p:spPr>
        <p:txBody>
          <a:bodyPr vert="horz" wrap="square" lIns="90000" tIns="46800" rIns="90000" bIns="0" anchor="ctr" anchorCtr="0">
            <a:normAutofit/>
          </a:bodyPr>
          <a:lstStyle>
            <a:lvl1pPr marL="0" marR="0" indent="0" algn="dist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ts val="7200"/>
              <a:buNone/>
              <a:defRPr sz="7200" b="0" spc="-2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标题和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 userDrawn="1">
            <p:custDataLst>
              <p:tags r:id="rId2"/>
            </p:custDataLst>
          </p:nvPr>
        </p:nvGrpSpPr>
        <p:grpSpPr>
          <a:xfrm>
            <a:off x="0" y="0"/>
            <a:ext cx="12192000" cy="514350"/>
            <a:chOff x="0" y="0"/>
            <a:chExt cx="12192000" cy="514350"/>
          </a:xfrm>
        </p:grpSpPr>
        <p:pic>
          <p:nvPicPr>
            <p:cNvPr id="8" name="图片 7"/>
            <p:cNvPicPr/>
            <p:nvPr userDrawn="1">
              <p:custDataLst>
                <p:tags r:id="rId3"/>
              </p:custDataLst>
            </p:nvPr>
          </p:nvPicPr>
          <p:blipFill>
            <a:blip r:embed="rId4" r:link="rId5" cstate="email"/>
            <a:stretch>
              <a:fillRect/>
            </a:stretch>
          </p:blipFill>
          <p:spPr>
            <a:xfrm>
              <a:off x="0" y="0"/>
              <a:ext cx="720090" cy="514350"/>
            </a:xfrm>
            <a:prstGeom prst="rect">
              <a:avLst/>
            </a:prstGeom>
          </p:spPr>
        </p:pic>
        <p:pic>
          <p:nvPicPr>
            <p:cNvPr id="7" name="图片 6"/>
            <p:cNvPicPr/>
            <p:nvPr userDrawn="1">
              <p:custDataLst>
                <p:tags r:id="rId6"/>
              </p:custDataLst>
            </p:nvPr>
          </p:nvPicPr>
          <p:blipFill>
            <a:blip r:embed="rId7" r:link="rId8" cstate="email"/>
            <a:stretch>
              <a:fillRect/>
            </a:stretch>
          </p:blipFill>
          <p:spPr>
            <a:xfrm>
              <a:off x="11471910" y="0"/>
              <a:ext cx="720090" cy="514350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10"/>
            </p:custDataLst>
          </p:nvPr>
        </p:nvSpPr>
        <p:spPr>
          <a:xfrm>
            <a:off x="669882" y="952508"/>
            <a:ext cx="10852237" cy="5388907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>
          <a:xfrm>
            <a:off x="879742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>
          <a:xfrm>
            <a:off x="4116000" y="6349833"/>
            <a:ext cx="396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>
          <a:xfrm>
            <a:off x="8610600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3" r:link="rId4" cstate="email"/>
          <a:stretch>
            <a:fillRect/>
          </a:stretch>
        </p:blipFill>
        <p:spPr>
          <a:xfrm>
            <a:off x="8579555" y="1397000"/>
            <a:ext cx="3612445" cy="4064000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879742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49833"/>
            <a:ext cx="396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610600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标题 2"/>
          <p:cNvSpPr>
            <a:spLocks noGrp="1"/>
          </p:cNvSpPr>
          <p:nvPr>
            <p:ph type="ctrTitle" idx="14" hasCustomPrompt="1"/>
            <p:custDataLst>
              <p:tags r:id="rId8"/>
            </p:custDataLst>
          </p:nvPr>
        </p:nvSpPr>
        <p:spPr>
          <a:xfrm>
            <a:off x="3212149" y="3174047"/>
            <a:ext cx="5767705" cy="835660"/>
          </a:xfrm>
        </p:spPr>
        <p:txBody>
          <a:bodyPr vert="horz" wrap="square" lIns="90000" tIns="46800" rIns="90000" bIns="0" anchor="ctr" anchorCtr="0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ts val="4400"/>
              <a:buFont typeface="Arial" panose="020B0604020202020204" pitchFamily="34" charset="0"/>
              <a:buNone/>
              <a:defRPr sz="4400" b="0" spc="400">
                <a:solidFill>
                  <a:schemeClr val="tx1"/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/>
              <a:t>编辑标题</a:t>
            </a:r>
            <a:endParaRPr lang="zh-CN" altLang="en-US"/>
          </a:p>
        </p:txBody>
      </p:sp>
      <p:sp>
        <p:nvSpPr>
          <p:cNvPr id="2" name="副标题 1"/>
          <p:cNvSpPr>
            <a:spLocks noGrp="1"/>
          </p:cNvSpPr>
          <p:nvPr>
            <p:ph type="subTitle" idx="13" hasCustomPrompt="1"/>
            <p:custDataLst>
              <p:tags r:id="rId9"/>
            </p:custDataLst>
          </p:nvPr>
        </p:nvSpPr>
        <p:spPr>
          <a:xfrm>
            <a:off x="3212149" y="4212907"/>
            <a:ext cx="5767705" cy="715010"/>
          </a:xfrm>
        </p:spPr>
        <p:txBody>
          <a:bodyPr vert="horz" wrap="square" lIns="0" tIns="0" rIns="0" bIns="0" anchor="t" anchorCtr="0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Pts val="1600"/>
              <a:buFont typeface="Arial" panose="020B0604020202020204" pitchFamily="34" charset="0"/>
              <a:buNone/>
              <a:defRPr sz="1600" b="0" spc="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CN" altLang="en-US"/>
              <a:t>单击此处编辑副标题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Sp="0">
  <p:cSld name="两栏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 userDrawn="1">
            <p:custDataLst>
              <p:tags r:id="rId2"/>
            </p:custDataLst>
          </p:nvPr>
        </p:nvGrpSpPr>
        <p:grpSpPr>
          <a:xfrm>
            <a:off x="0" y="0"/>
            <a:ext cx="12192000" cy="514350"/>
            <a:chOff x="0" y="0"/>
            <a:chExt cx="12192000" cy="514350"/>
          </a:xfrm>
        </p:grpSpPr>
        <p:pic>
          <p:nvPicPr>
            <p:cNvPr id="9" name="图片 8"/>
            <p:cNvPicPr/>
            <p:nvPr userDrawn="1">
              <p:custDataLst>
                <p:tags r:id="rId3"/>
              </p:custDataLst>
            </p:nvPr>
          </p:nvPicPr>
          <p:blipFill>
            <a:blip r:embed="rId4" r:link="rId5" cstate="email"/>
            <a:stretch>
              <a:fillRect/>
            </a:stretch>
          </p:blipFill>
          <p:spPr>
            <a:xfrm>
              <a:off x="0" y="0"/>
              <a:ext cx="720090" cy="514350"/>
            </a:xfrm>
            <a:prstGeom prst="rect">
              <a:avLst/>
            </a:prstGeom>
          </p:spPr>
        </p:pic>
        <p:pic>
          <p:nvPicPr>
            <p:cNvPr id="8" name="图片 7"/>
            <p:cNvPicPr/>
            <p:nvPr userDrawn="1">
              <p:custDataLst>
                <p:tags r:id="rId6"/>
              </p:custDataLst>
            </p:nvPr>
          </p:nvPicPr>
          <p:blipFill>
            <a:blip r:embed="rId7" r:link="rId8" cstate="email"/>
            <a:stretch>
              <a:fillRect/>
            </a:stretch>
          </p:blipFill>
          <p:spPr>
            <a:xfrm>
              <a:off x="11471910" y="0"/>
              <a:ext cx="720090" cy="514350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10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11"/>
            </p:custDataLst>
          </p:nvPr>
        </p:nvSpPr>
        <p:spPr>
          <a:xfrm>
            <a:off x="6238877" y="952508"/>
            <a:ext cx="5283242" cy="5388907"/>
          </a:xfrm>
        </p:spPr>
        <p:txBody>
          <a:bodyPr wrap="square" lIns="90170" tIns="46990" rIns="90170" bIns="46990">
            <a:normAutofit/>
          </a:bodyPr>
          <a:lstStyle>
            <a:lvl1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>
          <a:xfrm>
            <a:off x="879742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>
          <a:xfrm>
            <a:off x="4116000" y="6349833"/>
            <a:ext cx="396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>
          <a:xfrm>
            <a:off x="8610600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比较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 userDrawn="1">
            <p:custDataLst>
              <p:tags r:id="rId2"/>
            </p:custDataLst>
          </p:nvPr>
        </p:nvGrpSpPr>
        <p:grpSpPr>
          <a:xfrm>
            <a:off x="0" y="0"/>
            <a:ext cx="12192000" cy="514350"/>
            <a:chOff x="0" y="0"/>
            <a:chExt cx="12192000" cy="514350"/>
          </a:xfrm>
        </p:grpSpPr>
        <p:pic>
          <p:nvPicPr>
            <p:cNvPr id="11" name="图片 10"/>
            <p:cNvPicPr/>
            <p:nvPr userDrawn="1">
              <p:custDataLst>
                <p:tags r:id="rId3"/>
              </p:custDataLst>
            </p:nvPr>
          </p:nvPicPr>
          <p:blipFill>
            <a:blip r:embed="rId4" r:link="rId5" cstate="email"/>
            <a:stretch>
              <a:fillRect/>
            </a:stretch>
          </p:blipFill>
          <p:spPr>
            <a:xfrm>
              <a:off x="0" y="0"/>
              <a:ext cx="720090" cy="514350"/>
            </a:xfrm>
            <a:prstGeom prst="rect">
              <a:avLst/>
            </a:prstGeom>
          </p:spPr>
        </p:pic>
        <p:pic>
          <p:nvPicPr>
            <p:cNvPr id="10" name="图片 9"/>
            <p:cNvPicPr/>
            <p:nvPr userDrawn="1">
              <p:custDataLst>
                <p:tags r:id="rId6"/>
              </p:custDataLst>
            </p:nvPr>
          </p:nvPicPr>
          <p:blipFill>
            <a:blip r:embed="rId7" r:link="rId8" cstate="email"/>
            <a:stretch>
              <a:fillRect/>
            </a:stretch>
          </p:blipFill>
          <p:spPr>
            <a:xfrm>
              <a:off x="11471910" y="0"/>
              <a:ext cx="720090" cy="514350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10"/>
            </p:custDataLst>
          </p:nvPr>
        </p:nvSpPr>
        <p:spPr>
          <a:xfrm>
            <a:off x="669930" y="952508"/>
            <a:ext cx="5283242" cy="381003"/>
          </a:xfrm>
        </p:spPr>
        <p:txBody>
          <a:bodyPr wrap="square" lIns="90170" tIns="46990" rIns="90170" bIns="46990" anchor="ctr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11"/>
            </p:custDataLst>
          </p:nvPr>
        </p:nvSpPr>
        <p:spPr>
          <a:xfrm>
            <a:off x="669925" y="1406525"/>
            <a:ext cx="5283200" cy="4934752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12"/>
            </p:custDataLst>
          </p:nvPr>
        </p:nvSpPr>
        <p:spPr>
          <a:xfrm>
            <a:off x="6235750" y="952508"/>
            <a:ext cx="5283242" cy="381003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13"/>
            </p:custDataLst>
          </p:nvPr>
        </p:nvSpPr>
        <p:spPr>
          <a:xfrm>
            <a:off x="6235750" y="1406525"/>
            <a:ext cx="5283242" cy="4934752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14"/>
            </p:custDataLst>
          </p:nvPr>
        </p:nvSpPr>
        <p:spPr>
          <a:xfrm>
            <a:off x="879742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15"/>
            </p:custDataLst>
          </p:nvPr>
        </p:nvSpPr>
        <p:spPr>
          <a:xfrm>
            <a:off x="4116000" y="6349833"/>
            <a:ext cx="396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6"/>
            </p:custDataLst>
          </p:nvPr>
        </p:nvSpPr>
        <p:spPr>
          <a:xfrm>
            <a:off x="8610600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仅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3" r:link="rId4" cstate="email"/>
          <a:stretch>
            <a:fillRect/>
          </a:stretch>
        </p:blipFill>
        <p:spPr>
          <a:xfrm>
            <a:off x="304800" y="2194560"/>
            <a:ext cx="4389120" cy="2468880"/>
          </a:xfrm>
          <a:prstGeom prst="rect">
            <a:avLst/>
          </a:prstGeom>
        </p:spPr>
      </p:pic>
      <p:sp>
        <p:nvSpPr>
          <p:cNvPr id="7" name="任意多边形 6"/>
          <p:cNvSpPr/>
          <p:nvPr userDrawn="1">
            <p:custDataLst>
              <p:tags r:id="rId5"/>
            </p:custDataLst>
          </p:nvPr>
        </p:nvSpPr>
        <p:spPr>
          <a:xfrm>
            <a:off x="4878000" y="0"/>
            <a:ext cx="7314000" cy="6858000"/>
          </a:xfrm>
          <a:custGeom>
            <a:avLst/>
            <a:gdLst>
              <a:gd name="connsiteX0" fmla="*/ 1714500 w 7314000"/>
              <a:gd name="connsiteY0" fmla="*/ 0 h 6858000"/>
              <a:gd name="connsiteX1" fmla="*/ 7314000 w 7314000"/>
              <a:gd name="connsiteY1" fmla="*/ 0 h 6858000"/>
              <a:gd name="connsiteX2" fmla="*/ 7314000 w 7314000"/>
              <a:gd name="connsiteY2" fmla="*/ 6858000 h 6858000"/>
              <a:gd name="connsiteX3" fmla="*/ 0 w 7314000"/>
              <a:gd name="connsiteY3" fmla="*/ 6858000 h 6858000"/>
              <a:gd name="connsiteX4" fmla="*/ 1714500 w 7314000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14000" h="6858000">
                <a:moveTo>
                  <a:pt x="1714500" y="0"/>
                </a:moveTo>
                <a:lnTo>
                  <a:pt x="7314000" y="0"/>
                </a:lnTo>
                <a:lnTo>
                  <a:pt x="7314000" y="6858000"/>
                </a:lnTo>
                <a:lnTo>
                  <a:pt x="0" y="6858000"/>
                </a:lnTo>
                <a:lnTo>
                  <a:pt x="1714500" y="0"/>
                </a:lnTo>
                <a:close/>
              </a:path>
            </a:pathLst>
          </a:custGeom>
          <a:solidFill>
            <a:schemeClr val="tx2"/>
          </a:solidFill>
          <a:ln w="12700" cap="flat" cmpd="sng" algn="ctr">
            <a:solidFill>
              <a:schemeClr val="accent1">
                <a:shade val="50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pic>
        <p:nvPicPr>
          <p:cNvPr id="6" name="图片 5"/>
          <p:cNvPicPr/>
          <p:nvPr userDrawn="1">
            <p:custDataLst>
              <p:tags r:id="rId6"/>
            </p:custDataLst>
          </p:nvPr>
        </p:nvPicPr>
        <p:blipFill>
          <a:blip r:embed="rId7" r:link="rId8" cstate="email"/>
          <a:stretch>
            <a:fillRect/>
          </a:stretch>
        </p:blipFill>
        <p:spPr>
          <a:xfrm>
            <a:off x="11471910" y="6343650"/>
            <a:ext cx="720090" cy="51435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69882" y="443230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>
          <a:xfrm>
            <a:off x="879742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>
          <a:xfrm>
            <a:off x="4116000" y="6349833"/>
            <a:ext cx="396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>
          <a:xfrm>
            <a:off x="8610600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879742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49833"/>
            <a:ext cx="396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610600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图片与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 userDrawn="1">
            <p:custDataLst>
              <p:tags r:id="rId2"/>
            </p:custDataLst>
          </p:nvPr>
        </p:nvGrpSpPr>
        <p:grpSpPr>
          <a:xfrm>
            <a:off x="0" y="0"/>
            <a:ext cx="12192000" cy="514350"/>
            <a:chOff x="0" y="0"/>
            <a:chExt cx="12192000" cy="514350"/>
          </a:xfrm>
        </p:grpSpPr>
        <p:pic>
          <p:nvPicPr>
            <p:cNvPr id="9" name="图片 8"/>
            <p:cNvPicPr/>
            <p:nvPr userDrawn="1">
              <p:custDataLst>
                <p:tags r:id="rId3"/>
              </p:custDataLst>
            </p:nvPr>
          </p:nvPicPr>
          <p:blipFill>
            <a:blip r:embed="rId4" r:link="rId5" cstate="email"/>
            <a:stretch>
              <a:fillRect/>
            </a:stretch>
          </p:blipFill>
          <p:spPr>
            <a:xfrm>
              <a:off x="0" y="0"/>
              <a:ext cx="720090" cy="514350"/>
            </a:xfrm>
            <a:prstGeom prst="rect">
              <a:avLst/>
            </a:prstGeom>
          </p:spPr>
        </p:pic>
        <p:pic>
          <p:nvPicPr>
            <p:cNvPr id="8" name="图片 7"/>
            <p:cNvPicPr/>
            <p:nvPr userDrawn="1">
              <p:custDataLst>
                <p:tags r:id="rId6"/>
              </p:custDataLst>
            </p:nvPr>
          </p:nvPicPr>
          <p:blipFill>
            <a:blip r:embed="rId7" r:link="rId8" cstate="email"/>
            <a:stretch>
              <a:fillRect/>
            </a:stretch>
          </p:blipFill>
          <p:spPr>
            <a:xfrm>
              <a:off x="11471910" y="0"/>
              <a:ext cx="720090" cy="514350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69930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0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90170" tIns="46990" rIns="90170" bIns="4699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11"/>
            </p:custDataLst>
          </p:nvPr>
        </p:nvSpPr>
        <p:spPr>
          <a:xfrm>
            <a:off x="6238925" y="952508"/>
            <a:ext cx="5283242" cy="5388907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>
          <a:xfrm>
            <a:off x="879742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>
          <a:xfrm>
            <a:off x="4116000" y="6349833"/>
            <a:ext cx="396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>
          <a:xfrm>
            <a:off x="8610600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竖排标题与文本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 userDrawn="1">
            <p:custDataLst>
              <p:tags r:id="rId2"/>
            </p:custDataLst>
          </p:nvPr>
        </p:nvGrpSpPr>
        <p:grpSpPr>
          <a:xfrm>
            <a:off x="0" y="0"/>
            <a:ext cx="12192000" cy="514350"/>
            <a:chOff x="0" y="0"/>
            <a:chExt cx="12192000" cy="514350"/>
          </a:xfrm>
        </p:grpSpPr>
        <p:pic>
          <p:nvPicPr>
            <p:cNvPr id="8" name="图片 7"/>
            <p:cNvPicPr/>
            <p:nvPr userDrawn="1">
              <p:custDataLst>
                <p:tags r:id="rId3"/>
              </p:custDataLst>
            </p:nvPr>
          </p:nvPicPr>
          <p:blipFill>
            <a:blip r:embed="rId4" r:link="rId5" cstate="email"/>
            <a:stretch>
              <a:fillRect/>
            </a:stretch>
          </p:blipFill>
          <p:spPr>
            <a:xfrm>
              <a:off x="0" y="0"/>
              <a:ext cx="720090" cy="514350"/>
            </a:xfrm>
            <a:prstGeom prst="rect">
              <a:avLst/>
            </a:prstGeom>
          </p:spPr>
        </p:pic>
        <p:pic>
          <p:nvPicPr>
            <p:cNvPr id="7" name="图片 6"/>
            <p:cNvPicPr/>
            <p:nvPr userDrawn="1">
              <p:custDataLst>
                <p:tags r:id="rId6"/>
              </p:custDataLst>
            </p:nvPr>
          </p:nvPicPr>
          <p:blipFill>
            <a:blip r:embed="rId7" r:link="rId8" cstate="email"/>
            <a:stretch>
              <a:fillRect/>
            </a:stretch>
          </p:blipFill>
          <p:spPr>
            <a:xfrm>
              <a:off x="11471910" y="0"/>
              <a:ext cx="720090" cy="514350"/>
            </a:xfrm>
            <a:prstGeom prst="rect">
              <a:avLst/>
            </a:prstGeom>
          </p:spPr>
        </p:pic>
      </p:grpSp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9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10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 wrap="square">
            <a:normAutofit/>
          </a:bodyPr>
          <a:lstStyle>
            <a:lvl1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>
          <a:xfrm>
            <a:off x="879742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>
          <a:xfrm>
            <a:off x="4116000" y="6349833"/>
            <a:ext cx="396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>
          <a:xfrm>
            <a:off x="8610600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>
            <p:custDataLst>
              <p:tags r:id="rId2"/>
            </p:custDataLst>
          </p:nvPr>
        </p:nvGrpSpPr>
        <p:grpSpPr>
          <a:xfrm>
            <a:off x="0" y="0"/>
            <a:ext cx="12192000" cy="514350"/>
            <a:chOff x="0" y="0"/>
            <a:chExt cx="12192000" cy="514350"/>
          </a:xfrm>
        </p:grpSpPr>
        <p:pic>
          <p:nvPicPr>
            <p:cNvPr id="8" name="图片 7"/>
            <p:cNvPicPr/>
            <p:nvPr userDrawn="1">
              <p:custDataLst>
                <p:tags r:id="rId3"/>
              </p:custDataLst>
            </p:nvPr>
          </p:nvPicPr>
          <p:blipFill>
            <a:blip r:embed="rId4" r:link="rId5" cstate="email"/>
            <a:stretch>
              <a:fillRect/>
            </a:stretch>
          </p:blipFill>
          <p:spPr>
            <a:xfrm>
              <a:off x="0" y="0"/>
              <a:ext cx="720090" cy="514350"/>
            </a:xfrm>
            <a:prstGeom prst="rect">
              <a:avLst/>
            </a:prstGeom>
          </p:spPr>
        </p:pic>
        <p:pic>
          <p:nvPicPr>
            <p:cNvPr id="6" name="图片 5"/>
            <p:cNvPicPr/>
            <p:nvPr userDrawn="1">
              <p:custDataLst>
                <p:tags r:id="rId6"/>
              </p:custDataLst>
            </p:nvPr>
          </p:nvPicPr>
          <p:blipFill>
            <a:blip r:embed="rId7" r:link="rId8" cstate="email"/>
            <a:stretch>
              <a:fillRect/>
            </a:stretch>
          </p:blipFill>
          <p:spPr>
            <a:xfrm>
              <a:off x="11471910" y="0"/>
              <a:ext cx="720090" cy="514350"/>
            </a:xfrm>
            <a:prstGeom prst="rect">
              <a:avLst/>
            </a:prstGeom>
          </p:spPr>
        </p:pic>
      </p:grp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>
          <a:xfrm>
            <a:off x="879742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>
          <a:xfrm>
            <a:off x="4116000" y="6349833"/>
            <a:ext cx="396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>
          <a:xfrm>
            <a:off x="8610600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2"/>
            </p:custDataLst>
          </p:nvPr>
        </p:nvSpPr>
        <p:spPr>
          <a:xfrm>
            <a:off x="669930" y="952508"/>
            <a:ext cx="10852237" cy="5388907"/>
          </a:xfrm>
        </p:spPr>
        <p:txBody>
          <a:bodyPr wrap="squar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79742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49833"/>
            <a:ext cx="396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idx="13" hasCustomPrompt="1"/>
            <p:custDataLst>
              <p:tags r:id="rId6"/>
            </p:custDataLst>
          </p:nvPr>
        </p:nvSpPr>
        <p:spPr>
          <a:xfrm>
            <a:off x="3201035" y="2530158"/>
            <a:ext cx="5789930" cy="1398905"/>
          </a:xfrm>
        </p:spPr>
        <p:txBody>
          <a:bodyPr vert="horz" wrap="square" lIns="90000" tIns="46800" rIns="90000" bIns="46800" anchor="ctr" anchorCtr="0">
            <a:normAutofit/>
          </a:bodyPr>
          <a:lstStyle>
            <a:lvl1pPr marL="0" marR="0" indent="0" algn="dist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ts val="8000"/>
              <a:buNone/>
              <a:defRPr sz="8000" b="0" spc="10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4" hasCustomPrompt="1"/>
            <p:custDataLst>
              <p:tags r:id="rId7"/>
            </p:custDataLst>
          </p:nvPr>
        </p:nvSpPr>
        <p:spPr>
          <a:xfrm>
            <a:off x="3233057" y="3929063"/>
            <a:ext cx="5554981" cy="476250"/>
          </a:xfrm>
        </p:spPr>
        <p:txBody>
          <a:bodyPr>
            <a:normAutofit/>
          </a:bodyPr>
          <a:lstStyle>
            <a:lvl1pPr marL="0" indent="0" algn="dist">
              <a:buNone/>
              <a:defRPr sz="2000"/>
            </a:lvl1pPr>
          </a:lstStyle>
          <a:p>
            <a:pPr lvl="0"/>
            <a:r>
              <a:rPr lang="zh-CN" altLang="en-US" dirty="0"/>
              <a:t>单击此处编辑副标题内容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通用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3" r:link="rId4" cstate="email"/>
          <a:stretch>
            <a:fillRect/>
          </a:stretch>
        </p:blipFill>
        <p:spPr>
          <a:xfrm>
            <a:off x="0" y="0"/>
            <a:ext cx="720090" cy="514350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5"/>
            </p:custDataLst>
          </p:nvPr>
        </p:nvPicPr>
        <p:blipFill>
          <a:blip r:embed="rId6" r:link="rId7" cstate="email"/>
          <a:stretch>
            <a:fillRect/>
          </a:stretch>
        </p:blipFill>
        <p:spPr>
          <a:xfrm>
            <a:off x="11471910" y="0"/>
            <a:ext cx="720090" cy="51435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669882" y="443230"/>
            <a:ext cx="10852237" cy="441964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>
          <a:xfrm>
            <a:off x="879742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>
          <a:xfrm>
            <a:off x="4116000" y="6349833"/>
            <a:ext cx="396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>
          <a:xfrm>
            <a:off x="8610600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相框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292075" y="303809"/>
            <a:ext cx="11607851" cy="6250382"/>
          </a:xfrm>
          <a:prstGeom prst="rect">
            <a:avLst/>
          </a:prstGeom>
          <a:solidFill>
            <a:schemeClr val="tx2"/>
          </a:solidFill>
          <a:ln w="12700" cap="flat" cmpd="sng" algn="ctr">
            <a:solidFill>
              <a:schemeClr val="accent1">
                <a:shade val="50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/>
          <p:nvPr userDrawn="1">
            <p:custDataLst>
              <p:tags r:id="rId3"/>
            </p:custDataLst>
          </p:nvPr>
        </p:nvPicPr>
        <p:blipFill>
          <a:blip r:embed="rId4" r:link="rId5" cstate="email"/>
          <a:stretch>
            <a:fillRect/>
          </a:stretch>
        </p:blipFill>
        <p:spPr>
          <a:xfrm>
            <a:off x="0" y="0"/>
            <a:ext cx="720090" cy="514350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 cstate="email"/>
          <a:stretch>
            <a:fillRect/>
          </a:stretch>
        </p:blipFill>
        <p:spPr>
          <a:xfrm>
            <a:off x="11471910" y="0"/>
            <a:ext cx="720090" cy="51435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1281600" y="1249200"/>
            <a:ext cx="9626400" cy="723600"/>
          </a:xfrm>
        </p:spPr>
        <p:txBody>
          <a:bodyPr wrap="square" anchor="ctr">
            <a:normAutofit/>
          </a:bodyPr>
          <a:lstStyle>
            <a:lvl1pPr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0"/>
            </p:custDataLst>
          </p:nvPr>
        </p:nvSpPr>
        <p:spPr>
          <a:xfrm>
            <a:off x="1281113" y="2163600"/>
            <a:ext cx="9626600" cy="3445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>
          <a:xfrm>
            <a:off x="879742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>
          <a:xfrm>
            <a:off x="4116000" y="6349833"/>
            <a:ext cx="396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>
          <a:xfrm>
            <a:off x="8610600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左右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4824603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solidFill>
              <a:schemeClr val="accent1">
                <a:shade val="50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/>
          <p:nvPr userDrawn="1">
            <p:custDataLst>
              <p:tags r:id="rId3"/>
            </p:custDataLst>
          </p:nvPr>
        </p:nvPicPr>
        <p:blipFill>
          <a:blip r:embed="rId4" r:link="rId5" cstate="email"/>
          <a:stretch>
            <a:fillRect/>
          </a:stretch>
        </p:blipFill>
        <p:spPr>
          <a:xfrm>
            <a:off x="11471910" y="0"/>
            <a:ext cx="720090" cy="51435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583200" y="770400"/>
            <a:ext cx="3960000" cy="882000"/>
          </a:xfrm>
        </p:spPr>
        <p:txBody>
          <a:bodyPr wrap="square" anchor="ctr" anchorCtr="0">
            <a:normAutofit/>
          </a:bodyPr>
          <a:lstStyle>
            <a:lvl1pPr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879742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116000" y="6349833"/>
            <a:ext cx="396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610600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0"/>
            </p:custDataLst>
          </p:nvPr>
        </p:nvSpPr>
        <p:spPr>
          <a:xfrm>
            <a:off x="586800" y="1764000"/>
            <a:ext cx="3956400" cy="4093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1"/>
            </p:custDataLst>
          </p:nvPr>
        </p:nvSpPr>
        <p:spPr>
          <a:xfrm>
            <a:off x="5101200" y="769938"/>
            <a:ext cx="6480000" cy="5087937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上下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2664333"/>
          </a:xfrm>
          <a:prstGeom prst="rect">
            <a:avLst/>
          </a:prstGeom>
          <a:solidFill>
            <a:schemeClr val="tx2"/>
          </a:solidFill>
          <a:ln w="12700" cap="flat" cmpd="sng" algn="ctr">
            <a:solidFill>
              <a:schemeClr val="accent1">
                <a:shade val="50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/>
          <p:nvPr userDrawn="1">
            <p:custDataLst>
              <p:tags r:id="rId3"/>
            </p:custDataLst>
          </p:nvPr>
        </p:nvPicPr>
        <p:blipFill>
          <a:blip r:embed="rId4" r:link="rId5" cstate="email"/>
          <a:stretch>
            <a:fillRect/>
          </a:stretch>
        </p:blipFill>
        <p:spPr>
          <a:xfrm>
            <a:off x="0" y="0"/>
            <a:ext cx="720090" cy="514350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 cstate="email"/>
          <a:stretch>
            <a:fillRect/>
          </a:stretch>
        </p:blipFill>
        <p:spPr>
          <a:xfrm>
            <a:off x="11471910" y="0"/>
            <a:ext cx="720090" cy="51435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12000" y="781200"/>
            <a:ext cx="10976400" cy="626400"/>
          </a:xfrm>
        </p:spPr>
        <p:txBody>
          <a:bodyPr wrap="square" anchor="ctr">
            <a:normAutofit/>
          </a:bodyPr>
          <a:lstStyle>
            <a:lvl1pPr algn="ctr"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>
          <a:xfrm>
            <a:off x="879742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>
          <a:xfrm>
            <a:off x="4116000" y="6349833"/>
            <a:ext cx="396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>
          <a:xfrm>
            <a:off x="8610600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3"/>
            </p:custDataLst>
          </p:nvPr>
        </p:nvSpPr>
        <p:spPr>
          <a:xfrm>
            <a:off x="612000" y="1659600"/>
            <a:ext cx="10975975" cy="828000"/>
          </a:xfrm>
        </p:spPr>
        <p:txBody>
          <a:bodyPr wrap="square">
            <a:normAutofit/>
          </a:bodyPr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4"/>
            </p:custDataLst>
          </p:nvPr>
        </p:nvSpPr>
        <p:spPr>
          <a:xfrm>
            <a:off x="612775" y="2808000"/>
            <a:ext cx="10965600" cy="34308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下上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2"/>
            </p:custDataLst>
          </p:nvPr>
        </p:nvSpPr>
        <p:spPr>
          <a:xfrm>
            <a:off x="0" y="5028971"/>
            <a:ext cx="12192000" cy="1829029"/>
          </a:xfrm>
          <a:prstGeom prst="rect">
            <a:avLst/>
          </a:prstGeom>
          <a:solidFill>
            <a:schemeClr val="tx2"/>
          </a:solidFill>
          <a:ln w="12700" cap="flat" cmpd="sng" algn="ctr">
            <a:solidFill>
              <a:schemeClr val="accent1">
                <a:shade val="50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/>
          <p:nvPr userDrawn="1">
            <p:custDataLst>
              <p:tags r:id="rId3"/>
            </p:custDataLst>
          </p:nvPr>
        </p:nvPicPr>
        <p:blipFill>
          <a:blip r:embed="rId4" r:link="rId5" cstate="email"/>
          <a:stretch>
            <a:fillRect/>
          </a:stretch>
        </p:blipFill>
        <p:spPr>
          <a:xfrm>
            <a:off x="0" y="0"/>
            <a:ext cx="720090" cy="514350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 cstate="email"/>
          <a:stretch>
            <a:fillRect/>
          </a:stretch>
        </p:blipFill>
        <p:spPr>
          <a:xfrm>
            <a:off x="11471910" y="0"/>
            <a:ext cx="720090" cy="51435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04800" y="669600"/>
            <a:ext cx="10976400" cy="565200"/>
          </a:xfrm>
        </p:spPr>
        <p:txBody>
          <a:bodyPr wrap="square" anchor="ctr" anchorCtr="0">
            <a:normAutofit/>
          </a:bodyPr>
          <a:lstStyle>
            <a:lvl1pPr algn="ctr"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>
          <a:xfrm>
            <a:off x="879742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>
          <a:xfrm>
            <a:off x="4116000" y="6349833"/>
            <a:ext cx="396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>
          <a:xfrm>
            <a:off x="8610600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3"/>
            </p:custDataLst>
          </p:nvPr>
        </p:nvSpPr>
        <p:spPr>
          <a:xfrm>
            <a:off x="604837" y="1681200"/>
            <a:ext cx="10990800" cy="3211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14"/>
            </p:custDataLst>
          </p:nvPr>
        </p:nvSpPr>
        <p:spPr>
          <a:xfrm>
            <a:off x="594000" y="5180400"/>
            <a:ext cx="11001600" cy="10116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导航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solidFill>
              <a:schemeClr val="accent1">
                <a:shade val="50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12" name="图片 11"/>
          <p:cNvPicPr/>
          <p:nvPr userDrawn="1">
            <p:custDataLst>
              <p:tags r:id="rId3"/>
            </p:custDataLst>
          </p:nvPr>
        </p:nvPicPr>
        <p:blipFill>
          <a:blip r:embed="rId4" r:link="rId5" cstate="email"/>
          <a:stretch>
            <a:fillRect/>
          </a:stretch>
        </p:blipFill>
        <p:spPr>
          <a:xfrm>
            <a:off x="11471910" y="6343650"/>
            <a:ext cx="720090" cy="514350"/>
          </a:xfrm>
          <a:prstGeom prst="rect">
            <a:avLst/>
          </a:prstGeom>
        </p:spPr>
      </p:pic>
      <p:pic>
        <p:nvPicPr>
          <p:cNvPr id="10" name="图片 9"/>
          <p:cNvPicPr/>
          <p:nvPr userDrawn="1">
            <p:custDataLst>
              <p:tags r:id="rId6"/>
            </p:custDataLst>
          </p:nvPr>
        </p:nvPicPr>
        <p:blipFill>
          <a:blip r:embed="rId7" r:link="rId8" cstate="email"/>
          <a:stretch>
            <a:fillRect/>
          </a:stretch>
        </p:blipFill>
        <p:spPr>
          <a:xfrm>
            <a:off x="0" y="6343650"/>
            <a:ext cx="720090" cy="51435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579600" y="237600"/>
            <a:ext cx="11037600" cy="441964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>
          <a:xfrm>
            <a:off x="879742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>
          <a:xfrm>
            <a:off x="4116000" y="6349833"/>
            <a:ext cx="396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>
          <a:xfrm>
            <a:off x="8610600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3"/>
            </p:custDataLst>
          </p:nvPr>
        </p:nvSpPr>
        <p:spPr>
          <a:xfrm>
            <a:off x="579600" y="1663200"/>
            <a:ext cx="5342400" cy="28944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4"/>
            </p:custDataLst>
          </p:nvPr>
        </p:nvSpPr>
        <p:spPr>
          <a:xfrm>
            <a:off x="6242400" y="1663200"/>
            <a:ext cx="5367600" cy="28944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5"/>
            </p:custDataLst>
          </p:nvPr>
        </p:nvSpPr>
        <p:spPr>
          <a:xfrm>
            <a:off x="572400" y="4816800"/>
            <a:ext cx="5342400" cy="781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6"/>
            </p:custDataLst>
          </p:nvPr>
        </p:nvSpPr>
        <p:spPr>
          <a:xfrm>
            <a:off x="6253200" y="4813200"/>
            <a:ext cx="5367600" cy="781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腰带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953691"/>
            <a:ext cx="12192000" cy="4950618"/>
          </a:xfrm>
          <a:prstGeom prst="rect">
            <a:avLst/>
          </a:prstGeom>
          <a:solidFill>
            <a:schemeClr val="tx2"/>
          </a:solidFill>
          <a:ln w="12700" cap="flat" cmpd="sng" algn="ctr">
            <a:solidFill>
              <a:schemeClr val="accent1">
                <a:shade val="50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/>
          <p:nvPr userDrawn="1">
            <p:custDataLst>
              <p:tags r:id="rId3"/>
            </p:custDataLst>
          </p:nvPr>
        </p:nvPicPr>
        <p:blipFill>
          <a:blip r:embed="rId4" r:link="rId5" cstate="email"/>
          <a:stretch>
            <a:fillRect/>
          </a:stretch>
        </p:blipFill>
        <p:spPr>
          <a:xfrm>
            <a:off x="10571480" y="5701030"/>
            <a:ext cx="1619885" cy="1157605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 cstate="email"/>
          <a:stretch>
            <a:fillRect/>
          </a:stretch>
        </p:blipFill>
        <p:spPr>
          <a:xfrm>
            <a:off x="0" y="5701030"/>
            <a:ext cx="1619885" cy="115760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1522800" y="1339200"/>
            <a:ext cx="9144000" cy="2386800"/>
          </a:xfrm>
        </p:spPr>
        <p:txBody>
          <a:bodyPr wrap="square" anchor="b">
            <a:normAutofit/>
          </a:bodyPr>
          <a:lstStyle>
            <a:lvl1pPr algn="ctr">
              <a:defRPr sz="6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>
          <a:xfrm>
            <a:off x="879742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>
          <a:xfrm>
            <a:off x="4116000" y="6349833"/>
            <a:ext cx="396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>
          <a:xfrm>
            <a:off x="8610600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3"/>
            </p:custDataLst>
          </p:nvPr>
        </p:nvSpPr>
        <p:spPr>
          <a:xfrm>
            <a:off x="1522413" y="3862800"/>
            <a:ext cx="9144000" cy="1656000"/>
          </a:xfrm>
        </p:spPr>
        <p:txBody>
          <a:bodyPr wrap="square">
            <a:normAutofit/>
          </a:bodyPr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/>
          <p:nvPr userDrawn="1">
            <p:custDataLst>
              <p:tags r:id="rId2"/>
            </p:custDataLst>
          </p:nvPr>
        </p:nvPicPr>
        <p:blipFill>
          <a:blip r:embed="rId3" r:link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ctrTitle" idx="14" hasCustomPrompt="1"/>
            <p:custDataLst>
              <p:tags r:id="rId8"/>
            </p:custDataLst>
          </p:nvPr>
        </p:nvSpPr>
        <p:spPr>
          <a:xfrm>
            <a:off x="6948703" y="2137727"/>
            <a:ext cx="4825365" cy="2212340"/>
          </a:xfrm>
        </p:spPr>
        <p:txBody>
          <a:bodyPr vert="horz" wrap="square" lIns="0" tIns="0" rIns="0" bIns="0" anchor="ctr" anchorCtr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ts val="5400"/>
              <a:buFont typeface="Arial" panose="020B0604020202020204" pitchFamily="34" charset="0"/>
              <a:buNone/>
              <a:defRPr sz="5400" b="0" spc="600">
                <a:solidFill>
                  <a:schemeClr val="tx1"/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/>
              <a:t>编辑标题</a:t>
            </a:r>
            <a:endParaRPr lang="zh-CN" altLang="en-US"/>
          </a:p>
        </p:txBody>
      </p:sp>
      <p:sp>
        <p:nvSpPr>
          <p:cNvPr id="2" name="副标题 1"/>
          <p:cNvSpPr>
            <a:spLocks noGrp="1"/>
          </p:cNvSpPr>
          <p:nvPr>
            <p:ph type="subTitle" idx="13" hasCustomPrompt="1"/>
            <p:custDataLst>
              <p:tags r:id="rId9"/>
            </p:custDataLst>
          </p:nvPr>
        </p:nvSpPr>
        <p:spPr>
          <a:xfrm>
            <a:off x="7025538" y="4350068"/>
            <a:ext cx="1786571" cy="370205"/>
          </a:xfrm>
        </p:spPr>
        <p:txBody>
          <a:bodyPr vert="horz" wrap="square" lIns="0" tIns="0" rIns="0" bIns="0" anchor="t" anchorCtr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000"/>
              <a:buFont typeface="Arial" panose="020B0604020202020204" pitchFamily="34" charset="0"/>
              <a:buNone/>
              <a:defRPr sz="2000" b="0" spc="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CN" altLang="en-US" dirty="0"/>
              <a:t>编辑文本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标题和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3" r:link="rId4" cstate="screen"/>
          <a:stretch>
            <a:fillRect/>
          </a:stretch>
        </p:blipFill>
        <p:spPr>
          <a:xfrm>
            <a:off x="0" y="0"/>
            <a:ext cx="720090" cy="681881"/>
          </a:xfrm>
          <a:prstGeom prst="rect">
            <a:avLst/>
          </a:prstGeom>
        </p:spPr>
      </p:pic>
      <p:pic>
        <p:nvPicPr>
          <p:cNvPr id="7" name="图片 6"/>
          <p:cNvPicPr/>
          <p:nvPr userDrawn="1">
            <p:custDataLst>
              <p:tags r:id="rId5"/>
            </p:custDataLst>
          </p:nvPr>
        </p:nvPicPr>
        <p:blipFill>
          <a:blip r:embed="rId6" r:link="rId7" cstate="screen"/>
          <a:stretch>
            <a:fillRect/>
          </a:stretch>
        </p:blipFill>
        <p:spPr>
          <a:xfrm>
            <a:off x="11471910" y="0"/>
            <a:ext cx="720090" cy="5277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9"/>
            </p:custDataLst>
          </p:nvPr>
        </p:nvSpPr>
        <p:spPr>
          <a:xfrm>
            <a:off x="669882" y="952508"/>
            <a:ext cx="10852237" cy="5388907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3" r:link="rId4" cstate="screen"/>
          <a:stretch>
            <a:fillRect/>
          </a:stretch>
        </p:blipFill>
        <p:spPr>
          <a:xfrm>
            <a:off x="4064000" y="5716016"/>
            <a:ext cx="4064000" cy="1141984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标题 2"/>
          <p:cNvSpPr>
            <a:spLocks noGrp="1"/>
          </p:cNvSpPr>
          <p:nvPr>
            <p:ph type="ctrTitle" idx="14" hasCustomPrompt="1"/>
            <p:custDataLst>
              <p:tags r:id="rId8"/>
            </p:custDataLst>
          </p:nvPr>
        </p:nvSpPr>
        <p:spPr>
          <a:xfrm>
            <a:off x="4504176" y="2490153"/>
            <a:ext cx="5438775" cy="714375"/>
          </a:xfrm>
        </p:spPr>
        <p:txBody>
          <a:bodyPr vert="horz" wrap="square" lIns="0" tIns="0" rIns="0" bIns="0" anchor="ctr" anchorCtr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Tx/>
              <a:buSzPts val="3600"/>
              <a:buNone/>
              <a:defRPr sz="3600" b="0" spc="400">
                <a:solidFill>
                  <a:schemeClr val="tx1"/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/>
              <a:t>编辑标题</a:t>
            </a:r>
            <a:endParaRPr lang="zh-CN" altLang="en-US"/>
          </a:p>
        </p:txBody>
      </p:sp>
      <p:sp>
        <p:nvSpPr>
          <p:cNvPr id="2" name="副标题 1"/>
          <p:cNvSpPr>
            <a:spLocks noGrp="1"/>
          </p:cNvSpPr>
          <p:nvPr>
            <p:ph type="subTitle" idx="13" hasCustomPrompt="1"/>
            <p:custDataLst>
              <p:tags r:id="rId9"/>
            </p:custDataLst>
          </p:nvPr>
        </p:nvSpPr>
        <p:spPr>
          <a:xfrm>
            <a:off x="4504176" y="3321369"/>
            <a:ext cx="5438775" cy="1067435"/>
          </a:xfrm>
        </p:spPr>
        <p:txBody>
          <a:bodyPr vert="horz" wrap="square" lIns="0" tIns="0" rIns="0" bIns="0" anchor="t" anchorCtr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Pts val="1600"/>
              <a:buFont typeface="Arial" panose="020B0604020202020204" pitchFamily="34" charset="0"/>
              <a:buNone/>
              <a:defRPr sz="1600" b="0" spc="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CN" altLang="en-US"/>
              <a:t>单击此处编辑副标题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Sp="0">
  <p:cSld name="两栏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/>
          <p:nvPr userDrawn="1">
            <p:custDataLst>
              <p:tags r:id="rId2"/>
            </p:custDataLst>
          </p:nvPr>
        </p:nvPicPr>
        <p:blipFill>
          <a:blip r:embed="rId3" r:link="rId4" cstate="screen"/>
          <a:stretch>
            <a:fillRect/>
          </a:stretch>
        </p:blipFill>
        <p:spPr>
          <a:xfrm>
            <a:off x="0" y="0"/>
            <a:ext cx="720090" cy="681881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5"/>
            </p:custDataLst>
          </p:nvPr>
        </p:nvPicPr>
        <p:blipFill>
          <a:blip r:embed="rId6" r:link="rId7" cstate="screen"/>
          <a:stretch>
            <a:fillRect/>
          </a:stretch>
        </p:blipFill>
        <p:spPr>
          <a:xfrm>
            <a:off x="11471910" y="0"/>
            <a:ext cx="720090" cy="5277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9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10"/>
            </p:custDataLst>
          </p:nvPr>
        </p:nvSpPr>
        <p:spPr>
          <a:xfrm>
            <a:off x="6238877" y="952508"/>
            <a:ext cx="5283242" cy="5388907"/>
          </a:xfrm>
        </p:spPr>
        <p:txBody>
          <a:bodyPr wrap="square" lIns="90170" tIns="46990" rIns="90170" bIns="46990">
            <a:normAutofit/>
          </a:bodyPr>
          <a:lstStyle>
            <a:lvl1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比较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/>
          <p:nvPr userDrawn="1">
            <p:custDataLst>
              <p:tags r:id="rId2"/>
            </p:custDataLst>
          </p:nvPr>
        </p:nvPicPr>
        <p:blipFill>
          <a:blip r:embed="rId3" r:link="rId4" cstate="screen"/>
          <a:stretch>
            <a:fillRect/>
          </a:stretch>
        </p:blipFill>
        <p:spPr>
          <a:xfrm>
            <a:off x="0" y="0"/>
            <a:ext cx="720090" cy="681881"/>
          </a:xfrm>
          <a:prstGeom prst="rect">
            <a:avLst/>
          </a:prstGeom>
        </p:spPr>
      </p:pic>
      <p:pic>
        <p:nvPicPr>
          <p:cNvPr id="10" name="图片 9"/>
          <p:cNvPicPr/>
          <p:nvPr userDrawn="1">
            <p:custDataLst>
              <p:tags r:id="rId5"/>
            </p:custDataLst>
          </p:nvPr>
        </p:nvPicPr>
        <p:blipFill>
          <a:blip r:embed="rId6" r:link="rId7" cstate="screen"/>
          <a:stretch>
            <a:fillRect/>
          </a:stretch>
        </p:blipFill>
        <p:spPr>
          <a:xfrm>
            <a:off x="11471910" y="0"/>
            <a:ext cx="720090" cy="5277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9"/>
            </p:custDataLst>
          </p:nvPr>
        </p:nvSpPr>
        <p:spPr>
          <a:xfrm>
            <a:off x="669930" y="952508"/>
            <a:ext cx="5283242" cy="381003"/>
          </a:xfrm>
        </p:spPr>
        <p:txBody>
          <a:bodyPr wrap="square" lIns="90170" tIns="46990" rIns="90170" bIns="46990" anchor="ctr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10"/>
            </p:custDataLst>
          </p:nvPr>
        </p:nvSpPr>
        <p:spPr>
          <a:xfrm>
            <a:off x="669925" y="1406525"/>
            <a:ext cx="5283200" cy="4934752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11"/>
            </p:custDataLst>
          </p:nvPr>
        </p:nvSpPr>
        <p:spPr>
          <a:xfrm>
            <a:off x="6235750" y="952508"/>
            <a:ext cx="5283242" cy="381003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12"/>
            </p:custDataLst>
          </p:nvPr>
        </p:nvSpPr>
        <p:spPr>
          <a:xfrm>
            <a:off x="6235750" y="1406525"/>
            <a:ext cx="5283242" cy="4934752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仅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3" r:link="rId4" cstate="screen"/>
          <a:stretch>
            <a:fillRect/>
          </a:stretch>
        </p:blipFill>
        <p:spPr>
          <a:xfrm>
            <a:off x="7498080" y="2194560"/>
            <a:ext cx="4389120" cy="2468880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5"/>
            </p:custDataLst>
          </p:nvPr>
        </p:nvPicPr>
        <p:blipFill>
          <a:blip r:embed="rId6" r:link="rId7" cstate="screen"/>
          <a:stretch>
            <a:fillRect/>
          </a:stretch>
        </p:blipFill>
        <p:spPr>
          <a:xfrm>
            <a:off x="0" y="6330300"/>
            <a:ext cx="720090" cy="5277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/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图片与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/>
          <p:nvPr userDrawn="1">
            <p:custDataLst>
              <p:tags r:id="rId2"/>
            </p:custDataLst>
          </p:nvPr>
        </p:nvPicPr>
        <p:blipFill>
          <a:blip r:embed="rId3" r:link="rId4" cstate="screen"/>
          <a:stretch>
            <a:fillRect/>
          </a:stretch>
        </p:blipFill>
        <p:spPr>
          <a:xfrm>
            <a:off x="0" y="0"/>
            <a:ext cx="720090" cy="681881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5"/>
            </p:custDataLst>
          </p:nvPr>
        </p:nvPicPr>
        <p:blipFill>
          <a:blip r:embed="rId6" r:link="rId7" cstate="screen"/>
          <a:stretch>
            <a:fillRect/>
          </a:stretch>
        </p:blipFill>
        <p:spPr>
          <a:xfrm>
            <a:off x="11471910" y="0"/>
            <a:ext cx="720090" cy="5277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669930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9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90170" tIns="46990" rIns="90170" bIns="4699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10"/>
            </p:custDataLst>
          </p:nvPr>
        </p:nvSpPr>
        <p:spPr>
          <a:xfrm>
            <a:off x="6238925" y="952508"/>
            <a:ext cx="5283242" cy="5388907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竖排标题与文本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3" r:link="rId4" cstate="screen"/>
          <a:stretch>
            <a:fillRect/>
          </a:stretch>
        </p:blipFill>
        <p:spPr>
          <a:xfrm>
            <a:off x="0" y="0"/>
            <a:ext cx="720090" cy="681881"/>
          </a:xfrm>
          <a:prstGeom prst="rect">
            <a:avLst/>
          </a:prstGeom>
        </p:spPr>
      </p:pic>
      <p:pic>
        <p:nvPicPr>
          <p:cNvPr id="7" name="图片 6"/>
          <p:cNvPicPr/>
          <p:nvPr userDrawn="1">
            <p:custDataLst>
              <p:tags r:id="rId5"/>
            </p:custDataLst>
          </p:nvPr>
        </p:nvPicPr>
        <p:blipFill>
          <a:blip r:embed="rId6" r:link="rId7" cstate="screen"/>
          <a:stretch>
            <a:fillRect/>
          </a:stretch>
        </p:blipFill>
        <p:spPr>
          <a:xfrm>
            <a:off x="11471910" y="0"/>
            <a:ext cx="720090" cy="527700"/>
          </a:xfrm>
          <a:prstGeom prst="rect">
            <a:avLst/>
          </a:prstGeom>
        </p:spPr>
      </p:pic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8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9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 wrap="square">
            <a:normAutofit/>
          </a:bodyPr>
          <a:lstStyle>
            <a:lvl1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3" r:link="rId4" cstate="screen"/>
          <a:stretch>
            <a:fillRect/>
          </a:stretch>
        </p:blipFill>
        <p:spPr>
          <a:xfrm>
            <a:off x="0" y="0"/>
            <a:ext cx="720090" cy="681881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5"/>
            </p:custDataLst>
          </p:nvPr>
        </p:nvPicPr>
        <p:blipFill>
          <a:blip r:embed="rId6" r:link="rId7" cstate="screen"/>
          <a:stretch>
            <a:fillRect/>
          </a:stretch>
        </p:blipFill>
        <p:spPr>
          <a:xfrm>
            <a:off x="11471910" y="0"/>
            <a:ext cx="720090" cy="527700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1"/>
            </p:custDataLst>
          </p:nvPr>
        </p:nvSpPr>
        <p:spPr>
          <a:xfrm>
            <a:off x="669930" y="952508"/>
            <a:ext cx="10852237" cy="5388907"/>
          </a:xfrm>
        </p:spPr>
        <p:txBody>
          <a:bodyPr wrap="squar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/>
          <p:nvPr userDrawn="1">
            <p:custDataLst>
              <p:tags r:id="rId2"/>
            </p:custDataLst>
          </p:nvPr>
        </p:nvPicPr>
        <p:blipFill>
          <a:blip r:embed="rId3" r:link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4" hasCustomPrompt="1"/>
            <p:custDataLst>
              <p:tags r:id="rId8"/>
            </p:custDataLst>
          </p:nvPr>
        </p:nvSpPr>
        <p:spPr>
          <a:xfrm>
            <a:off x="6989128" y="3932238"/>
            <a:ext cx="4359910" cy="370205"/>
          </a:xfrm>
        </p:spPr>
        <p:txBody>
          <a:bodyPr vert="horz" wrap="square" lIns="0" tIns="0" rIns="0" bIns="0" anchor="t" anchorCtr="0">
            <a:normAutofit/>
          </a:bodyPr>
          <a:lstStyle>
            <a:lvl1pPr marL="0" marR="0" indent="0" algn="l" rtl="0" eaLnBrk="1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000"/>
              <a:buFont typeface="Arial" panose="020B0604020202020204" pitchFamily="34" charset="0"/>
              <a:buNone/>
              <a:defRPr sz="2000" b="0" spc="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marL="22860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65000"/>
                  <a:lumOff val="35000"/>
                </a:schemeClr>
              </a:buClr>
              <a:buSzPts val="2000"/>
              <a:buFont typeface="Arial" panose="020B0604020202020204" pitchFamily="34" charset="0"/>
              <a:buNone/>
            </a:pPr>
            <a:r>
              <a:rPr lang="zh-CN" altLang="en-US"/>
              <a:t>单击此处编辑副标题</a:t>
            </a: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idx="13" hasCustomPrompt="1"/>
            <p:custDataLst>
              <p:tags r:id="rId9"/>
            </p:custDataLst>
          </p:nvPr>
        </p:nvSpPr>
        <p:spPr>
          <a:xfrm>
            <a:off x="6989128" y="2555558"/>
            <a:ext cx="4359910" cy="1172210"/>
          </a:xfrm>
        </p:spPr>
        <p:txBody>
          <a:bodyPr vert="horz" wrap="square" lIns="0" tIns="0" rIns="0" bIns="0" anchor="ctr" anchorCtr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ts val="6600"/>
              <a:buFont typeface="Arial" panose="020B0604020202020204" pitchFamily="34" charset="0"/>
              <a:buNone/>
              <a:defRPr sz="6600" b="0" spc="700">
                <a:solidFill>
                  <a:schemeClr val="tx1"/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/>
              <a:t>编辑标题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通用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3" r:link="rId4" cstate="screen"/>
          <a:stretch>
            <a:fillRect/>
          </a:stretch>
        </p:blipFill>
        <p:spPr>
          <a:xfrm>
            <a:off x="0" y="0"/>
            <a:ext cx="720090" cy="681990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5"/>
            </p:custDataLst>
          </p:nvPr>
        </p:nvPicPr>
        <p:blipFill>
          <a:blip r:embed="rId6" r:link="rId7" cstate="screen"/>
          <a:stretch>
            <a:fillRect/>
          </a:stretch>
        </p:blipFill>
        <p:spPr>
          <a:xfrm>
            <a:off x="11471910" y="0"/>
            <a:ext cx="720090" cy="52768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相框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292075" y="303809"/>
            <a:ext cx="11607851" cy="6250382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/>
          <p:nvPr userDrawn="1">
            <p:custDataLst>
              <p:tags r:id="rId3"/>
            </p:custDataLst>
          </p:nvPr>
        </p:nvPicPr>
        <p:blipFill>
          <a:blip r:embed="rId4" r:link="rId5" cstate="screen"/>
          <a:stretch>
            <a:fillRect/>
          </a:stretch>
        </p:blipFill>
        <p:spPr>
          <a:xfrm>
            <a:off x="0" y="0"/>
            <a:ext cx="720090" cy="681990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 cstate="screen"/>
          <a:stretch>
            <a:fillRect/>
          </a:stretch>
        </p:blipFill>
        <p:spPr>
          <a:xfrm>
            <a:off x="11471910" y="0"/>
            <a:ext cx="720090" cy="52768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1281600" y="1249200"/>
            <a:ext cx="9626400" cy="723600"/>
          </a:xfrm>
        </p:spPr>
        <p:txBody>
          <a:bodyPr wrap="square" anchor="ctr">
            <a:normAutofit/>
          </a:bodyPr>
          <a:lstStyle>
            <a:lvl1pPr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0"/>
            </p:custDataLst>
          </p:nvPr>
        </p:nvSpPr>
        <p:spPr>
          <a:xfrm>
            <a:off x="1281113" y="2163600"/>
            <a:ext cx="9626600" cy="3445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左右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4824603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/>
          <p:nvPr userDrawn="1">
            <p:custDataLst>
              <p:tags r:id="rId3"/>
            </p:custDataLst>
          </p:nvPr>
        </p:nvPicPr>
        <p:blipFill>
          <a:blip r:embed="rId4" r:link="rId5" cstate="screen"/>
          <a:stretch>
            <a:fillRect/>
          </a:stretch>
        </p:blipFill>
        <p:spPr>
          <a:xfrm>
            <a:off x="11471910" y="0"/>
            <a:ext cx="720090" cy="68188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583200" y="770400"/>
            <a:ext cx="3960000" cy="882000"/>
          </a:xfrm>
        </p:spPr>
        <p:txBody>
          <a:bodyPr wrap="square" anchor="ctr" anchorCtr="0">
            <a:normAutofit/>
          </a:bodyPr>
          <a:lstStyle>
            <a:lvl1pPr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0"/>
            </p:custDataLst>
          </p:nvPr>
        </p:nvSpPr>
        <p:spPr>
          <a:xfrm>
            <a:off x="586800" y="1764000"/>
            <a:ext cx="3956400" cy="4093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1"/>
            </p:custDataLst>
          </p:nvPr>
        </p:nvSpPr>
        <p:spPr>
          <a:xfrm>
            <a:off x="5101200" y="769938"/>
            <a:ext cx="6480000" cy="5087937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上下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2664333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/>
          <p:nvPr userDrawn="1">
            <p:custDataLst>
              <p:tags r:id="rId3"/>
            </p:custDataLst>
          </p:nvPr>
        </p:nvPicPr>
        <p:blipFill>
          <a:blip r:embed="rId4" r:link="rId5" cstate="screen"/>
          <a:stretch>
            <a:fillRect/>
          </a:stretch>
        </p:blipFill>
        <p:spPr>
          <a:xfrm>
            <a:off x="0" y="0"/>
            <a:ext cx="720090" cy="681990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 cstate="screen"/>
          <a:stretch>
            <a:fillRect/>
          </a:stretch>
        </p:blipFill>
        <p:spPr>
          <a:xfrm>
            <a:off x="11471910" y="0"/>
            <a:ext cx="720090" cy="52768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12000" y="781200"/>
            <a:ext cx="10976400" cy="626400"/>
          </a:xfrm>
        </p:spPr>
        <p:txBody>
          <a:bodyPr wrap="square" anchor="ctr">
            <a:normAutofit/>
          </a:bodyPr>
          <a:lstStyle>
            <a:lvl1pPr algn="ctr"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3"/>
            </p:custDataLst>
          </p:nvPr>
        </p:nvSpPr>
        <p:spPr>
          <a:xfrm>
            <a:off x="612000" y="1659600"/>
            <a:ext cx="10975975" cy="828000"/>
          </a:xfrm>
        </p:spPr>
        <p:txBody>
          <a:bodyPr wrap="square">
            <a:normAutofit/>
          </a:bodyPr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4"/>
            </p:custDataLst>
          </p:nvPr>
        </p:nvSpPr>
        <p:spPr>
          <a:xfrm>
            <a:off x="612775" y="2808000"/>
            <a:ext cx="10965600" cy="34308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下上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2"/>
            </p:custDataLst>
          </p:nvPr>
        </p:nvSpPr>
        <p:spPr>
          <a:xfrm>
            <a:off x="0" y="5028971"/>
            <a:ext cx="12192000" cy="182902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/>
          <p:nvPr userDrawn="1">
            <p:custDataLst>
              <p:tags r:id="rId3"/>
            </p:custDataLst>
          </p:nvPr>
        </p:nvPicPr>
        <p:blipFill>
          <a:blip r:embed="rId4" r:link="rId5" cstate="screen"/>
          <a:stretch>
            <a:fillRect/>
          </a:stretch>
        </p:blipFill>
        <p:spPr>
          <a:xfrm>
            <a:off x="0" y="0"/>
            <a:ext cx="720090" cy="681990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 cstate="screen"/>
          <a:stretch>
            <a:fillRect/>
          </a:stretch>
        </p:blipFill>
        <p:spPr>
          <a:xfrm>
            <a:off x="11471910" y="0"/>
            <a:ext cx="720090" cy="52768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04800" y="669600"/>
            <a:ext cx="10976400" cy="565200"/>
          </a:xfrm>
        </p:spPr>
        <p:txBody>
          <a:bodyPr wrap="square" anchor="ctr" anchorCtr="0">
            <a:normAutofit/>
          </a:bodyPr>
          <a:lstStyle>
            <a:lvl1pPr algn="ctr"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3"/>
            </p:custDataLst>
          </p:nvPr>
        </p:nvSpPr>
        <p:spPr>
          <a:xfrm>
            <a:off x="604837" y="1681200"/>
            <a:ext cx="10990800" cy="3211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14"/>
            </p:custDataLst>
          </p:nvPr>
        </p:nvSpPr>
        <p:spPr>
          <a:xfrm>
            <a:off x="594000" y="5180400"/>
            <a:ext cx="11001600" cy="10116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导航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12" name="图片 11"/>
          <p:cNvPicPr/>
          <p:nvPr userDrawn="1">
            <p:custDataLst>
              <p:tags r:id="rId3"/>
            </p:custDataLst>
          </p:nvPr>
        </p:nvPicPr>
        <p:blipFill>
          <a:blip r:embed="rId4" r:link="rId5" cstate="screen"/>
          <a:stretch>
            <a:fillRect/>
          </a:stretch>
        </p:blipFill>
        <p:spPr>
          <a:xfrm>
            <a:off x="11471910" y="6176010"/>
            <a:ext cx="720090" cy="681990"/>
          </a:xfrm>
          <a:prstGeom prst="rect">
            <a:avLst/>
          </a:prstGeom>
        </p:spPr>
      </p:pic>
      <p:pic>
        <p:nvPicPr>
          <p:cNvPr id="10" name="图片 9"/>
          <p:cNvPicPr/>
          <p:nvPr userDrawn="1">
            <p:custDataLst>
              <p:tags r:id="rId6"/>
            </p:custDataLst>
          </p:nvPr>
        </p:nvPicPr>
        <p:blipFill>
          <a:blip r:embed="rId7" r:link="rId8" cstate="screen"/>
          <a:stretch>
            <a:fillRect/>
          </a:stretch>
        </p:blipFill>
        <p:spPr>
          <a:xfrm>
            <a:off x="0" y="6330315"/>
            <a:ext cx="720090" cy="52768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579600" y="237600"/>
            <a:ext cx="11037600" cy="441964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3"/>
            </p:custDataLst>
          </p:nvPr>
        </p:nvSpPr>
        <p:spPr>
          <a:xfrm>
            <a:off x="579600" y="1663200"/>
            <a:ext cx="5342400" cy="28944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4"/>
            </p:custDataLst>
          </p:nvPr>
        </p:nvSpPr>
        <p:spPr>
          <a:xfrm>
            <a:off x="6242400" y="1663200"/>
            <a:ext cx="5367600" cy="28944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5"/>
            </p:custDataLst>
          </p:nvPr>
        </p:nvSpPr>
        <p:spPr>
          <a:xfrm>
            <a:off x="572400" y="4816800"/>
            <a:ext cx="5342400" cy="781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6"/>
            </p:custDataLst>
          </p:nvPr>
        </p:nvSpPr>
        <p:spPr>
          <a:xfrm>
            <a:off x="6253200" y="4813200"/>
            <a:ext cx="5367600" cy="781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腰带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953691"/>
            <a:ext cx="12192000" cy="4950618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/>
          <p:nvPr userDrawn="1">
            <p:custDataLst>
              <p:tags r:id="rId3"/>
            </p:custDataLst>
          </p:nvPr>
        </p:nvPicPr>
        <p:blipFill>
          <a:blip r:embed="rId4" r:link="rId5"/>
          <a:stretch>
            <a:fillRect/>
          </a:stretch>
        </p:blipFill>
        <p:spPr>
          <a:xfrm>
            <a:off x="10571480" y="5323840"/>
            <a:ext cx="1619885" cy="1534160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/>
          <a:stretch>
            <a:fillRect/>
          </a:stretch>
        </p:blipFill>
        <p:spPr>
          <a:xfrm>
            <a:off x="0" y="5670550"/>
            <a:ext cx="1619885" cy="118745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1522800" y="1339200"/>
            <a:ext cx="9144000" cy="2386800"/>
          </a:xfrm>
        </p:spPr>
        <p:txBody>
          <a:bodyPr wrap="square" anchor="b">
            <a:normAutofit/>
          </a:bodyPr>
          <a:lstStyle>
            <a:lvl1pPr algn="ctr">
              <a:defRPr sz="6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3"/>
            </p:custDataLst>
          </p:nvPr>
        </p:nvSpPr>
        <p:spPr>
          <a:xfrm>
            <a:off x="1522413" y="3862800"/>
            <a:ext cx="9144000" cy="1656000"/>
          </a:xfrm>
        </p:spPr>
        <p:txBody>
          <a:bodyPr wrap="square">
            <a:normAutofit/>
          </a:bodyPr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5" Type="http://schemas.openxmlformats.org/officeDocument/2006/relationships/theme" Target="../theme/theme2.xml"/><Relationship Id="rId24" Type="http://schemas.openxmlformats.org/officeDocument/2006/relationships/tags" Target="../tags/tag143.xml"/><Relationship Id="rId23" Type="http://schemas.openxmlformats.org/officeDocument/2006/relationships/tags" Target="../tags/tag142.xml"/><Relationship Id="rId22" Type="http://schemas.openxmlformats.org/officeDocument/2006/relationships/tags" Target="../tags/tag141.xml"/><Relationship Id="rId21" Type="http://schemas.openxmlformats.org/officeDocument/2006/relationships/tags" Target="../tags/tag140.xml"/><Relationship Id="rId20" Type="http://schemas.openxmlformats.org/officeDocument/2006/relationships/tags" Target="../tags/tag139.xml"/><Relationship Id="rId2" Type="http://schemas.openxmlformats.org/officeDocument/2006/relationships/slideLayout" Target="../slideLayouts/slideLayout13.xml"/><Relationship Id="rId19" Type="http://schemas.openxmlformats.org/officeDocument/2006/relationships/tags" Target="../tags/tag138.xml"/><Relationship Id="rId18" Type="http://schemas.openxmlformats.org/officeDocument/2006/relationships/slideLayout" Target="../slideLayouts/slideLayout29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8.xml"/><Relationship Id="rId8" Type="http://schemas.openxmlformats.org/officeDocument/2006/relationships/slideLayout" Target="../slideLayouts/slideLayout37.xml"/><Relationship Id="rId7" Type="http://schemas.openxmlformats.org/officeDocument/2006/relationships/slideLayout" Target="../slideLayouts/slideLayout36.xml"/><Relationship Id="rId6" Type="http://schemas.openxmlformats.org/officeDocument/2006/relationships/slideLayout" Target="../slideLayouts/slideLayout35.xml"/><Relationship Id="rId5" Type="http://schemas.openxmlformats.org/officeDocument/2006/relationships/slideLayout" Target="../slideLayouts/slideLayout34.xml"/><Relationship Id="rId4" Type="http://schemas.openxmlformats.org/officeDocument/2006/relationships/slideLayout" Target="../slideLayouts/slideLayout33.xml"/><Relationship Id="rId3" Type="http://schemas.openxmlformats.org/officeDocument/2006/relationships/slideLayout" Target="../slideLayouts/slideLayout32.xml"/><Relationship Id="rId25" Type="http://schemas.openxmlformats.org/officeDocument/2006/relationships/theme" Target="../theme/theme3.xml"/><Relationship Id="rId24" Type="http://schemas.openxmlformats.org/officeDocument/2006/relationships/tags" Target="../tags/tag281.xml"/><Relationship Id="rId23" Type="http://schemas.openxmlformats.org/officeDocument/2006/relationships/tags" Target="../tags/tag280.xml"/><Relationship Id="rId22" Type="http://schemas.openxmlformats.org/officeDocument/2006/relationships/tags" Target="../tags/tag279.xml"/><Relationship Id="rId21" Type="http://schemas.openxmlformats.org/officeDocument/2006/relationships/tags" Target="../tags/tag278.xml"/><Relationship Id="rId20" Type="http://schemas.openxmlformats.org/officeDocument/2006/relationships/tags" Target="../tags/tag277.xml"/><Relationship Id="rId2" Type="http://schemas.openxmlformats.org/officeDocument/2006/relationships/slideLayout" Target="../slideLayouts/slideLayout31.xml"/><Relationship Id="rId19" Type="http://schemas.openxmlformats.org/officeDocument/2006/relationships/tags" Target="../tags/tag276.xml"/><Relationship Id="rId18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46.xml"/><Relationship Id="rId16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44.xml"/><Relationship Id="rId14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42.xml"/><Relationship Id="rId12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669882" y="443230"/>
            <a:ext cx="10852237" cy="441964"/>
          </a:xfrm>
          <a:prstGeom prst="rect">
            <a:avLst/>
          </a:prstGeom>
        </p:spPr>
        <p:txBody>
          <a:bodyPr vert="horz" wrap="square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0"/>
            </p:custDataLst>
          </p:nvPr>
        </p:nvSpPr>
        <p:spPr>
          <a:xfrm>
            <a:off x="669882" y="961398"/>
            <a:ext cx="10852237" cy="5388907"/>
          </a:xfrm>
          <a:prstGeom prst="rect">
            <a:avLst/>
          </a:prstGeom>
        </p:spPr>
        <p:txBody>
          <a:bodyPr vert="horz" wrap="square" lIns="90170" tIns="46990" rIns="90170" bIns="4699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1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2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3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>
            <p:custDataLst>
              <p:tags r:id="rId2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669882" y="443230"/>
            <a:ext cx="10852237" cy="441964"/>
          </a:xfrm>
          <a:prstGeom prst="rect">
            <a:avLst/>
          </a:prstGeom>
        </p:spPr>
        <p:txBody>
          <a:bodyPr vert="horz" wrap="square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0"/>
            </p:custDataLst>
          </p:nvPr>
        </p:nvSpPr>
        <p:spPr>
          <a:xfrm>
            <a:off x="669882" y="961398"/>
            <a:ext cx="10852237" cy="5388907"/>
          </a:xfrm>
          <a:prstGeom prst="rect">
            <a:avLst/>
          </a:prstGeom>
        </p:spPr>
        <p:txBody>
          <a:bodyPr vert="horz" wrap="square" lIns="90170" tIns="46990" rIns="90170" bIns="4699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1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2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3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>
            <p:custDataLst>
              <p:tags r:id="rId2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1" r:id="rId12"/>
    <p:sldLayoutId id="2147483692" r:id="rId13"/>
    <p:sldLayoutId id="2147483693" r:id="rId14"/>
    <p:sldLayoutId id="2147483694" r:id="rId15"/>
    <p:sldLayoutId id="2147483695" r:id="rId16"/>
    <p:sldLayoutId id="2147483696" r:id="rId17"/>
    <p:sldLayoutId id="2147483697" r:id="rId1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2.xml"/><Relationship Id="rId3" Type="http://schemas.openxmlformats.org/officeDocument/2006/relationships/tags" Target="../tags/tag284.xml"/><Relationship Id="rId2" Type="http://schemas.openxmlformats.org/officeDocument/2006/relationships/tags" Target="../tags/tag283.xml"/><Relationship Id="rId1" Type="http://schemas.openxmlformats.org/officeDocument/2006/relationships/tags" Target="../tags/tag282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32.xml"/><Relationship Id="rId3" Type="http://schemas.openxmlformats.org/officeDocument/2006/relationships/tags" Target="../tags/tag287.xml"/><Relationship Id="rId2" Type="http://schemas.openxmlformats.org/officeDocument/2006/relationships/tags" Target="../tags/tag286.xml"/><Relationship Id="rId1" Type="http://schemas.openxmlformats.org/officeDocument/2006/relationships/tags" Target="../tags/tag28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6.xml"/><Relationship Id="rId2" Type="http://schemas.openxmlformats.org/officeDocument/2006/relationships/tags" Target="../tags/tag288.xml"/><Relationship Id="rId1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297.xml"/><Relationship Id="rId8" Type="http://schemas.openxmlformats.org/officeDocument/2006/relationships/tags" Target="../tags/tag296.xml"/><Relationship Id="rId7" Type="http://schemas.openxmlformats.org/officeDocument/2006/relationships/tags" Target="../tags/tag295.xml"/><Relationship Id="rId6" Type="http://schemas.openxmlformats.org/officeDocument/2006/relationships/tags" Target="../tags/tag294.xml"/><Relationship Id="rId5" Type="http://schemas.openxmlformats.org/officeDocument/2006/relationships/tags" Target="../tags/tag293.xml"/><Relationship Id="rId4" Type="http://schemas.openxmlformats.org/officeDocument/2006/relationships/tags" Target="../tags/tag292.xml"/><Relationship Id="rId3" Type="http://schemas.openxmlformats.org/officeDocument/2006/relationships/tags" Target="../tags/tag291.xml"/><Relationship Id="rId2" Type="http://schemas.openxmlformats.org/officeDocument/2006/relationships/tags" Target="../tags/tag290.xml"/><Relationship Id="rId18" Type="http://schemas.openxmlformats.org/officeDocument/2006/relationships/slideLayout" Target="../slideLayouts/slideLayout36.xml"/><Relationship Id="rId17" Type="http://schemas.openxmlformats.org/officeDocument/2006/relationships/tags" Target="../tags/tag305.xml"/><Relationship Id="rId16" Type="http://schemas.openxmlformats.org/officeDocument/2006/relationships/tags" Target="../tags/tag304.xml"/><Relationship Id="rId15" Type="http://schemas.openxmlformats.org/officeDocument/2006/relationships/tags" Target="../tags/tag303.xml"/><Relationship Id="rId14" Type="http://schemas.openxmlformats.org/officeDocument/2006/relationships/tags" Target="../tags/tag302.xml"/><Relationship Id="rId13" Type="http://schemas.openxmlformats.org/officeDocument/2006/relationships/tags" Target="../tags/tag301.xml"/><Relationship Id="rId12" Type="http://schemas.openxmlformats.org/officeDocument/2006/relationships/tags" Target="../tags/tag300.xml"/><Relationship Id="rId11" Type="http://schemas.openxmlformats.org/officeDocument/2006/relationships/tags" Target="../tags/tag299.xml"/><Relationship Id="rId10" Type="http://schemas.openxmlformats.org/officeDocument/2006/relationships/tags" Target="../tags/tag298.xml"/><Relationship Id="rId1" Type="http://schemas.openxmlformats.org/officeDocument/2006/relationships/tags" Target="../tags/tag28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6.xml"/><Relationship Id="rId2" Type="http://schemas.openxmlformats.org/officeDocument/2006/relationships/tags" Target="../tags/tag306.xml"/><Relationship Id="rId1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315.xml"/><Relationship Id="rId8" Type="http://schemas.openxmlformats.org/officeDocument/2006/relationships/tags" Target="../tags/tag314.xml"/><Relationship Id="rId7" Type="http://schemas.openxmlformats.org/officeDocument/2006/relationships/tags" Target="../tags/tag313.xml"/><Relationship Id="rId6" Type="http://schemas.openxmlformats.org/officeDocument/2006/relationships/tags" Target="../tags/tag312.xml"/><Relationship Id="rId5" Type="http://schemas.openxmlformats.org/officeDocument/2006/relationships/tags" Target="../tags/tag311.xml"/><Relationship Id="rId4" Type="http://schemas.openxmlformats.org/officeDocument/2006/relationships/tags" Target="../tags/tag310.xml"/><Relationship Id="rId3" Type="http://schemas.openxmlformats.org/officeDocument/2006/relationships/tags" Target="../tags/tag309.xml"/><Relationship Id="rId2" Type="http://schemas.openxmlformats.org/officeDocument/2006/relationships/tags" Target="../tags/tag308.xml"/><Relationship Id="rId12" Type="http://schemas.openxmlformats.org/officeDocument/2006/relationships/slideLayout" Target="../slideLayouts/slideLayout36.xml"/><Relationship Id="rId11" Type="http://schemas.openxmlformats.org/officeDocument/2006/relationships/tags" Target="../tags/tag317.xml"/><Relationship Id="rId10" Type="http://schemas.openxmlformats.org/officeDocument/2006/relationships/tags" Target="../tags/tag316.xml"/><Relationship Id="rId1" Type="http://schemas.openxmlformats.org/officeDocument/2006/relationships/tags" Target="../tags/tag307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326.xml"/><Relationship Id="rId8" Type="http://schemas.openxmlformats.org/officeDocument/2006/relationships/tags" Target="../tags/tag325.xml"/><Relationship Id="rId7" Type="http://schemas.openxmlformats.org/officeDocument/2006/relationships/tags" Target="../tags/tag324.xml"/><Relationship Id="rId6" Type="http://schemas.openxmlformats.org/officeDocument/2006/relationships/tags" Target="../tags/tag323.xml"/><Relationship Id="rId5" Type="http://schemas.openxmlformats.org/officeDocument/2006/relationships/tags" Target="../tags/tag322.xml"/><Relationship Id="rId4" Type="http://schemas.openxmlformats.org/officeDocument/2006/relationships/tags" Target="../tags/tag321.xml"/><Relationship Id="rId3" Type="http://schemas.openxmlformats.org/officeDocument/2006/relationships/tags" Target="../tags/tag320.xml"/><Relationship Id="rId2" Type="http://schemas.openxmlformats.org/officeDocument/2006/relationships/tags" Target="../tags/tag319.xml"/><Relationship Id="rId19" Type="http://schemas.openxmlformats.org/officeDocument/2006/relationships/notesSlide" Target="../notesSlides/notesSlide3.xml"/><Relationship Id="rId18" Type="http://schemas.openxmlformats.org/officeDocument/2006/relationships/slideLayout" Target="../slideLayouts/slideLayout17.xml"/><Relationship Id="rId17" Type="http://schemas.openxmlformats.org/officeDocument/2006/relationships/tags" Target="../tags/tag334.xml"/><Relationship Id="rId16" Type="http://schemas.openxmlformats.org/officeDocument/2006/relationships/tags" Target="../tags/tag333.xml"/><Relationship Id="rId15" Type="http://schemas.openxmlformats.org/officeDocument/2006/relationships/tags" Target="../tags/tag332.xml"/><Relationship Id="rId14" Type="http://schemas.openxmlformats.org/officeDocument/2006/relationships/tags" Target="../tags/tag331.xml"/><Relationship Id="rId13" Type="http://schemas.openxmlformats.org/officeDocument/2006/relationships/tags" Target="../tags/tag330.xml"/><Relationship Id="rId12" Type="http://schemas.openxmlformats.org/officeDocument/2006/relationships/tags" Target="../tags/tag329.xml"/><Relationship Id="rId11" Type="http://schemas.openxmlformats.org/officeDocument/2006/relationships/tags" Target="../tags/tag328.xml"/><Relationship Id="rId10" Type="http://schemas.openxmlformats.org/officeDocument/2006/relationships/tags" Target="../tags/tag327.xml"/><Relationship Id="rId1" Type="http://schemas.openxmlformats.org/officeDocument/2006/relationships/tags" Target="../tags/tag3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tags" Target="../tags/tag33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tags" Target="../tags/tag336.xml"/><Relationship Id="rId1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tags" Target="../tags/tag337.xml"/><Relationship Id="rId1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tags" Target="../tags/tag338.xml"/><Relationship Id="rId1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tags" Target="../tags/tag339.xml"/><Relationship Id="rId1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8.xml"/><Relationship Id="rId3" Type="http://schemas.openxmlformats.org/officeDocument/2006/relationships/tags" Target="../tags/tag340.xml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tags" Target="../tags/tag341.xml"/><Relationship Id="rId1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tags" Target="../tags/tag342.xml"/><Relationship Id="rId1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tags" Target="../tags/tag343.xml"/><Relationship Id="rId1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tags" Target="../tags/tag344.xml"/><Relationship Id="rId1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8.xml"/><Relationship Id="rId3" Type="http://schemas.openxmlformats.org/officeDocument/2006/relationships/tags" Target="../tags/tag345.xml"/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tags" Target="../tags/tag346.xml"/><Relationship Id="rId1" Type="http://schemas.openxmlformats.org/officeDocument/2006/relationships/image" Target="../media/image2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tags" Target="../tags/tag347.xml"/><Relationship Id="rId1" Type="http://schemas.openxmlformats.org/officeDocument/2006/relationships/image" Target="../media/image1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tags" Target="../tags/tag348.xml"/><Relationship Id="rId1" Type="http://schemas.openxmlformats.org/officeDocument/2006/relationships/image" Target="../media/image1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tags" Target="../tags/tag349.xml"/><Relationship Id="rId1" Type="http://schemas.openxmlformats.org/officeDocument/2006/relationships/image" Target="../media/image2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tags" Target="../tags/tag350.xml"/><Relationship Id="rId1" Type="http://schemas.openxmlformats.org/officeDocument/2006/relationships/image" Target="../media/image14.png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8.xml"/><Relationship Id="rId3" Type="http://schemas.openxmlformats.org/officeDocument/2006/relationships/tags" Target="../tags/tag351.xml"/><Relationship Id="rId2" Type="http://schemas.openxmlformats.org/officeDocument/2006/relationships/image" Target="../media/image30.png"/><Relationship Id="rId1" Type="http://schemas.openxmlformats.org/officeDocument/2006/relationships/image" Target="../media/image2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tags" Target="../tags/tag352.xml"/><Relationship Id="rId1" Type="http://schemas.openxmlformats.org/officeDocument/2006/relationships/image" Target="../media/image1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tags" Target="../tags/tag353.xml"/><Relationship Id="rId1" Type="http://schemas.openxmlformats.org/officeDocument/2006/relationships/image" Target="../media/image14.png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8.xml"/><Relationship Id="rId3" Type="http://schemas.openxmlformats.org/officeDocument/2006/relationships/tags" Target="../tags/tag354.xml"/><Relationship Id="rId2" Type="http://schemas.openxmlformats.org/officeDocument/2006/relationships/image" Target="../media/image32.png"/><Relationship Id="rId1" Type="http://schemas.openxmlformats.org/officeDocument/2006/relationships/image" Target="../media/image3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tags" Target="../tags/tag355.xml"/><Relationship Id="rId1" Type="http://schemas.openxmlformats.org/officeDocument/2006/relationships/image" Target="../media/image1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tags" Target="../tags/tag356.xml"/><Relationship Id="rId1" Type="http://schemas.openxmlformats.org/officeDocument/2006/relationships/image" Target="../media/image1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tags" Target="../tags/tag357.xml"/><Relationship Id="rId1" Type="http://schemas.openxmlformats.org/officeDocument/2006/relationships/image" Target="../media/image1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tags" Target="../tags/tag358.xml"/><Relationship Id="rId1" Type="http://schemas.openxmlformats.org/officeDocument/2006/relationships/image" Target="../media/image3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tags" Target="../tags/tag359.xml"/><Relationship Id="rId1" Type="http://schemas.openxmlformats.org/officeDocument/2006/relationships/image" Target="../media/image1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tags" Target="../tags/tag360.xml"/><Relationship Id="rId1" Type="http://schemas.openxmlformats.org/officeDocument/2006/relationships/image" Target="../media/image14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tags" Target="../tags/tag361.xml"/><Relationship Id="rId1" Type="http://schemas.openxmlformats.org/officeDocument/2006/relationships/image" Target="../media/image34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tags" Target="../tags/tag362.xml"/><Relationship Id="rId1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4"/>
            <p:custDataLst>
              <p:tags r:id="rId1"/>
            </p:custDataLst>
          </p:nvPr>
        </p:nvSpPr>
        <p:spPr/>
        <p:txBody>
          <a:bodyPr>
            <a:noAutofit/>
          </a:bodyPr>
          <a:lstStyle/>
          <a:p>
            <a:r>
              <a:rPr lang="zh-CN" altLang="en-US" sz="3600"/>
              <a:t>重点课程</a:t>
            </a:r>
            <a:endParaRPr lang="zh-CN" altLang="en-US" sz="3600"/>
          </a:p>
        </p:txBody>
      </p:sp>
      <p:sp>
        <p:nvSpPr>
          <p:cNvPr id="2" name="标题 1"/>
          <p:cNvSpPr>
            <a:spLocks noGrp="1"/>
          </p:cNvSpPr>
          <p:nvPr>
            <p:ph type="ctrTitle" idx="13"/>
            <p:custDataLst>
              <p:tags r:id="rId2"/>
            </p:custDataLst>
          </p:nvPr>
        </p:nvSpPr>
        <p:spPr/>
        <p:txBody>
          <a:bodyPr/>
          <a:lstStyle/>
          <a:p>
            <a:pPr algn="ctr"/>
            <a:r>
              <a:rPr lang="en-US" altLang="zh-CN"/>
              <a:t>Listing </a:t>
            </a:r>
            <a:r>
              <a:rPr lang="zh-CN" altLang="en-US"/>
              <a:t>编写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ctrTitle" idx="14"/>
            <p:custDataLst>
              <p:tags r:id="rId1"/>
            </p:custDataLst>
          </p:nvPr>
        </p:nvSpPr>
        <p:spPr>
          <a:xfrm>
            <a:off x="4821555" y="1390650"/>
            <a:ext cx="2549525" cy="704215"/>
          </a:xfrm>
        </p:spPr>
        <p:txBody>
          <a:bodyPr>
            <a:noAutofit/>
          </a:bodyPr>
          <a:lstStyle/>
          <a:p>
            <a:r>
              <a:rPr lang="zh-CN" altLang="en-US" sz="4400" b="1">
                <a:solidFill>
                  <a:srgbClr val="C00000"/>
                </a:solidFill>
              </a:rPr>
              <a:t>两大维度</a:t>
            </a:r>
            <a:endParaRPr lang="zh-CN" altLang="en-US" sz="4400" b="1">
              <a:solidFill>
                <a:srgbClr val="C00000"/>
              </a:solidFill>
            </a:endParaRPr>
          </a:p>
        </p:txBody>
      </p:sp>
      <p:sp>
        <p:nvSpPr>
          <p:cNvPr id="2" name="副标题 1"/>
          <p:cNvSpPr>
            <a:spLocks noGrp="1"/>
          </p:cNvSpPr>
          <p:nvPr>
            <p:ph type="subTitle" idx="13"/>
            <p:custDataLst>
              <p:tags r:id="rId2"/>
            </p:custDataLst>
          </p:nvPr>
        </p:nvSpPr>
        <p:spPr>
          <a:xfrm>
            <a:off x="2474595" y="2927350"/>
            <a:ext cx="7243445" cy="1616710"/>
          </a:xfrm>
        </p:spPr>
        <p:txBody>
          <a:bodyPr>
            <a:noAutofit/>
          </a:bodyPr>
          <a:lstStyle/>
          <a:p>
            <a:pPr algn="ctr"/>
            <a:r>
              <a:rPr lang="zh-CN" altLang="en-US" sz="2800"/>
              <a:t>一、</a:t>
            </a:r>
            <a:r>
              <a:rPr lang="en-US" altLang="zh-CN" sz="2800">
                <a:solidFill>
                  <a:srgbClr val="FF0000"/>
                </a:solidFill>
              </a:rPr>
              <a:t>listing</a:t>
            </a:r>
            <a:r>
              <a:rPr lang="zh-CN" altLang="en-US" sz="2800">
                <a:solidFill>
                  <a:srgbClr val="FF0000"/>
                </a:solidFill>
              </a:rPr>
              <a:t>好坏影响</a:t>
            </a:r>
            <a:r>
              <a:rPr lang="en-US" altLang="zh-CN" sz="2800">
                <a:sym typeface="+mn-ea"/>
              </a:rPr>
              <a:t>→</a:t>
            </a:r>
            <a:r>
              <a:rPr lang="zh-CN" altLang="en-US" sz="2800">
                <a:solidFill>
                  <a:srgbClr val="FF0000"/>
                </a:solidFill>
              </a:rPr>
              <a:t>自然流量</a:t>
            </a:r>
            <a:r>
              <a:rPr lang="en-US" altLang="zh-CN" sz="2800">
                <a:sym typeface="+mn-ea"/>
              </a:rPr>
              <a:t>→</a:t>
            </a:r>
            <a:r>
              <a:rPr lang="zh-CN" altLang="en-US" sz="2800">
                <a:solidFill>
                  <a:srgbClr val="FF0000"/>
                </a:solidFill>
              </a:rPr>
              <a:t>点击率</a:t>
            </a:r>
            <a:endParaRPr lang="zh-CN" altLang="en-US" sz="2800"/>
          </a:p>
          <a:p>
            <a:endParaRPr lang="zh-CN" altLang="en-US" sz="2800"/>
          </a:p>
          <a:p>
            <a:pPr algn="ctr"/>
            <a:r>
              <a:rPr lang="zh-CN" altLang="en-US" sz="2800"/>
              <a:t>二、</a:t>
            </a:r>
            <a:r>
              <a:rPr lang="zh-CN" altLang="en-US" sz="2800">
                <a:solidFill>
                  <a:srgbClr val="FF0000"/>
                </a:solidFill>
              </a:rPr>
              <a:t>影响</a:t>
            </a:r>
            <a:r>
              <a:rPr lang="en-US" altLang="zh-CN" sz="2800">
                <a:solidFill>
                  <a:srgbClr val="FF0000"/>
                </a:solidFill>
              </a:rPr>
              <a:t>PPC</a:t>
            </a:r>
            <a:r>
              <a:rPr lang="en-US" altLang="zh-CN" sz="2800">
                <a:sym typeface="+mn-ea"/>
              </a:rPr>
              <a:t>→</a:t>
            </a:r>
            <a:r>
              <a:rPr lang="zh-CN" altLang="en-US" sz="2800">
                <a:solidFill>
                  <a:srgbClr val="FF0000"/>
                </a:solidFill>
              </a:rPr>
              <a:t>点击率</a:t>
            </a:r>
            <a:r>
              <a:rPr lang="en-US" altLang="zh-CN" sz="2800">
                <a:sym typeface="+mn-ea"/>
              </a:rPr>
              <a:t>→</a:t>
            </a:r>
            <a:r>
              <a:rPr lang="en-US" altLang="zh-CN" sz="2800">
                <a:solidFill>
                  <a:srgbClr val="FF0000"/>
                </a:solidFill>
              </a:rPr>
              <a:t>ACOS</a:t>
            </a:r>
            <a:endParaRPr lang="en-US" altLang="zh-CN" sz="2800">
              <a:solidFill>
                <a:srgbClr val="FF0000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114675" y="508000"/>
            <a:ext cx="612076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altLang="zh-CN" sz="3200" b="1">
                <a:solidFill>
                  <a:srgbClr val="FF0000"/>
                </a:solidFill>
                <a:sym typeface="+mn-ea"/>
              </a:rPr>
              <a:t>listing</a:t>
            </a:r>
            <a:r>
              <a:rPr lang="zh-CN" altLang="en-US" sz="3200" b="1">
                <a:solidFill>
                  <a:srgbClr val="FF0000"/>
                </a:solidFill>
                <a:sym typeface="+mn-ea"/>
              </a:rPr>
              <a:t>好坏影响</a:t>
            </a:r>
            <a:r>
              <a:rPr lang="en-US" altLang="zh-CN" sz="3200" b="1">
                <a:solidFill>
                  <a:srgbClr val="FF0000"/>
                </a:solidFill>
                <a:sym typeface="+mn-ea"/>
              </a:rPr>
              <a:t>-</a:t>
            </a:r>
            <a:r>
              <a:rPr lang="zh-CN" altLang="en-US" sz="3200" b="1">
                <a:solidFill>
                  <a:srgbClr val="FF0000"/>
                </a:solidFill>
                <a:sym typeface="+mn-ea"/>
              </a:rPr>
              <a:t>自然流量</a:t>
            </a:r>
            <a:r>
              <a:rPr lang="en-US" altLang="zh-CN" sz="3200" b="1">
                <a:solidFill>
                  <a:srgbClr val="FF0000"/>
                </a:solidFill>
                <a:sym typeface="+mn-ea"/>
              </a:rPr>
              <a:t>-</a:t>
            </a:r>
            <a:r>
              <a:rPr lang="zh-CN" altLang="en-US" sz="3200" b="1">
                <a:solidFill>
                  <a:srgbClr val="FF0000"/>
                </a:solidFill>
                <a:sym typeface="+mn-ea"/>
              </a:rPr>
              <a:t>点击率</a:t>
            </a:r>
            <a:endParaRPr lang="zh-CN" altLang="en-US" sz="3200" b="1">
              <a:solidFill>
                <a:srgbClr val="FF0000"/>
              </a:solidFill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00710" y="1343025"/>
            <a:ext cx="11062970" cy="461581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r>
              <a:rPr lang="zh-CN" altLang="en-US" sz="4000"/>
              <a:t>一、</a:t>
            </a:r>
            <a:endParaRPr lang="zh-CN" altLang="en-US" sz="4000"/>
          </a:p>
          <a:p>
            <a:pPr algn="ctr"/>
            <a:endParaRPr lang="zh-CN" altLang="en-US" sz="2000"/>
          </a:p>
          <a:p>
            <a:pPr algn="ctr"/>
            <a:endParaRPr lang="en-US" altLang="zh-CN" sz="2000"/>
          </a:p>
          <a:p>
            <a:pPr algn="ctr"/>
            <a:r>
              <a:rPr lang="en-US" altLang="zh-CN" sz="2000"/>
              <a:t>1</a:t>
            </a:r>
            <a:r>
              <a:rPr lang="zh-CN" altLang="en-US" sz="2000"/>
              <a:t>、关键词</a:t>
            </a:r>
            <a:r>
              <a:rPr lang="en-US" altLang="zh-CN" sz="2000"/>
              <a:t>→</a:t>
            </a:r>
            <a:r>
              <a:rPr lang="zh-CN" altLang="en-US" sz="2000"/>
              <a:t>自然排名收录</a:t>
            </a:r>
            <a:r>
              <a:rPr lang="en-US" altLang="zh-CN" sz="2000">
                <a:sym typeface="+mn-ea"/>
              </a:rPr>
              <a:t>→</a:t>
            </a:r>
            <a:r>
              <a:rPr lang="zh-CN" altLang="en-US" sz="2000">
                <a:sym typeface="+mn-ea"/>
              </a:rPr>
              <a:t>点击率</a:t>
            </a:r>
            <a:r>
              <a:rPr lang="en-US" altLang="zh-CN" sz="2000">
                <a:sym typeface="+mn-ea"/>
              </a:rPr>
              <a:t>→</a:t>
            </a:r>
            <a:r>
              <a:rPr lang="zh-CN" altLang="en-US" sz="2000">
                <a:sym typeface="+mn-ea"/>
              </a:rPr>
              <a:t>转化率</a:t>
            </a:r>
            <a:endParaRPr lang="zh-CN" altLang="en-US" sz="2000">
              <a:sym typeface="+mn-ea"/>
            </a:endParaRPr>
          </a:p>
          <a:p>
            <a:pPr algn="ctr"/>
            <a:endParaRPr lang="zh-CN" altLang="en-US" sz="2000">
              <a:sym typeface="+mn-ea"/>
            </a:endParaRPr>
          </a:p>
          <a:p>
            <a:pPr algn="ctr"/>
            <a:endParaRPr lang="zh-CN" altLang="en-US" sz="2000">
              <a:sym typeface="+mn-ea"/>
            </a:endParaRPr>
          </a:p>
          <a:p>
            <a:pPr algn="ctr"/>
            <a:r>
              <a:rPr lang="en-US" altLang="zh-CN" sz="2000">
                <a:sym typeface="+mn-ea"/>
              </a:rPr>
              <a:t>2</a:t>
            </a:r>
            <a:r>
              <a:rPr lang="zh-CN" altLang="en-US" sz="2000">
                <a:sym typeface="+mn-ea"/>
              </a:rPr>
              <a:t>、标题、图片</a:t>
            </a:r>
            <a:r>
              <a:rPr lang="en-US" altLang="zh-CN" sz="2000">
                <a:sym typeface="+mn-ea"/>
              </a:rPr>
              <a:t>→</a:t>
            </a:r>
            <a:r>
              <a:rPr lang="zh-CN" altLang="en-US" sz="2000">
                <a:sym typeface="+mn-ea"/>
              </a:rPr>
              <a:t>点击率</a:t>
            </a:r>
            <a:r>
              <a:rPr lang="en-US" altLang="zh-CN" sz="2000">
                <a:sym typeface="+mn-ea"/>
              </a:rPr>
              <a:t>→</a:t>
            </a:r>
            <a:r>
              <a:rPr lang="zh-CN" altLang="en-US" sz="2000">
                <a:sym typeface="+mn-ea"/>
              </a:rPr>
              <a:t>五点、描述</a:t>
            </a:r>
            <a:r>
              <a:rPr lang="en-US" altLang="zh-CN" sz="2000">
                <a:sym typeface="+mn-ea"/>
              </a:rPr>
              <a:t>→</a:t>
            </a:r>
            <a:r>
              <a:rPr lang="zh-CN" altLang="en-US" sz="2000">
                <a:sym typeface="+mn-ea"/>
              </a:rPr>
              <a:t>转化率</a:t>
            </a:r>
            <a:r>
              <a:rPr lang="en-US" altLang="zh-CN" sz="2000">
                <a:sym typeface="+mn-ea"/>
              </a:rPr>
              <a:t>→</a:t>
            </a:r>
            <a:r>
              <a:rPr lang="zh-CN" altLang="en-US" sz="2000">
                <a:sym typeface="+mn-ea"/>
              </a:rPr>
              <a:t>直接影响</a:t>
            </a:r>
            <a:r>
              <a:rPr lang="en-US" altLang="zh-CN" sz="2000">
                <a:sym typeface="+mn-ea"/>
              </a:rPr>
              <a:t>ACOS</a:t>
            </a:r>
            <a:endParaRPr lang="en-US" altLang="zh-CN" sz="2000">
              <a:sym typeface="+mn-ea"/>
            </a:endParaRPr>
          </a:p>
          <a:p>
            <a:pPr algn="ctr"/>
            <a:endParaRPr lang="en-US" altLang="zh-CN" sz="2000">
              <a:sym typeface="+mn-ea"/>
            </a:endParaRPr>
          </a:p>
          <a:p>
            <a:pPr algn="ctr"/>
            <a:endParaRPr lang="en-US" altLang="zh-CN" sz="2000">
              <a:sym typeface="+mn-ea"/>
            </a:endParaRPr>
          </a:p>
          <a:p>
            <a:pPr algn="ctr"/>
            <a:r>
              <a:rPr lang="en-US" altLang="zh-CN" sz="2000">
                <a:sym typeface="+mn-ea"/>
              </a:rPr>
              <a:t>3</a:t>
            </a:r>
            <a:r>
              <a:rPr lang="zh-CN" altLang="en-US" sz="2000">
                <a:sym typeface="+mn-ea"/>
              </a:rPr>
              <a:t>、</a:t>
            </a:r>
            <a:r>
              <a:rPr lang="en-US" altLang="zh-CN" sz="2000">
                <a:sym typeface="+mn-ea"/>
              </a:rPr>
              <a:t>PPC→</a:t>
            </a:r>
            <a:r>
              <a:rPr lang="zh-CN" altLang="en-US" sz="2000">
                <a:sym typeface="+mn-ea"/>
              </a:rPr>
              <a:t>关键词与产品相关度（</a:t>
            </a:r>
            <a:r>
              <a:rPr lang="en-US" altLang="zh-CN" sz="2000">
                <a:sym typeface="+mn-ea"/>
              </a:rPr>
              <a:t>1</a:t>
            </a:r>
            <a:r>
              <a:rPr lang="zh-CN" altLang="en-US" sz="2000">
                <a:sym typeface="+mn-ea"/>
              </a:rPr>
              <a:t>、给机器看</a:t>
            </a:r>
            <a:r>
              <a:rPr lang="en-US" altLang="zh-CN" sz="2000">
                <a:sym typeface="+mn-ea"/>
              </a:rPr>
              <a:t>SEO</a:t>
            </a:r>
            <a:r>
              <a:rPr lang="zh-CN" altLang="en-US" sz="2000">
                <a:sym typeface="+mn-ea"/>
              </a:rPr>
              <a:t>。</a:t>
            </a:r>
            <a:r>
              <a:rPr lang="en-US" altLang="zh-CN" sz="2000">
                <a:sym typeface="+mn-ea"/>
              </a:rPr>
              <a:t>2</a:t>
            </a:r>
            <a:r>
              <a:rPr lang="zh-CN" altLang="en-US" sz="2000">
                <a:sym typeface="+mn-ea"/>
              </a:rPr>
              <a:t>、给人看，埋关键词的同时也要注意可读）</a:t>
            </a:r>
            <a:endParaRPr lang="zh-CN" altLang="en-US" sz="2000">
              <a:sym typeface="+mn-ea"/>
            </a:endParaRPr>
          </a:p>
          <a:p>
            <a:pPr algn="ctr"/>
            <a:r>
              <a:rPr lang="en-US" altLang="zh-CN" sz="2000">
                <a:sym typeface="+mn-ea"/>
              </a:rPr>
              <a:t>→</a:t>
            </a:r>
            <a:r>
              <a:rPr lang="zh-CN" altLang="en-US" sz="2000">
                <a:sym typeface="+mn-ea"/>
              </a:rPr>
              <a:t>展现次数</a:t>
            </a:r>
            <a:r>
              <a:rPr lang="en-US" altLang="zh-CN" sz="2000">
                <a:sym typeface="+mn-ea"/>
              </a:rPr>
              <a:t>→</a:t>
            </a:r>
            <a:r>
              <a:rPr lang="zh-CN" altLang="en-US" sz="2000">
                <a:sym typeface="+mn-ea"/>
              </a:rPr>
              <a:t>曝光</a:t>
            </a:r>
            <a:r>
              <a:rPr lang="en-US" altLang="zh-CN" sz="2000">
                <a:sym typeface="+mn-ea"/>
              </a:rPr>
              <a:t>→</a:t>
            </a:r>
            <a:r>
              <a:rPr lang="zh-CN" altLang="en-US" sz="2000">
                <a:sym typeface="+mn-ea"/>
              </a:rPr>
              <a:t>可读性</a:t>
            </a:r>
            <a:r>
              <a:rPr lang="en-US" altLang="zh-CN" sz="2000">
                <a:sym typeface="+mn-ea"/>
              </a:rPr>
              <a:t>→</a:t>
            </a:r>
            <a:r>
              <a:rPr lang="zh-CN" altLang="en-US" sz="2000">
                <a:sym typeface="+mn-ea"/>
              </a:rPr>
              <a:t>点击率</a:t>
            </a:r>
            <a:r>
              <a:rPr lang="en-US" altLang="zh-CN" sz="2000">
                <a:sym typeface="+mn-ea"/>
              </a:rPr>
              <a:t>→</a:t>
            </a:r>
            <a:r>
              <a:rPr lang="zh-CN" altLang="en-US" sz="2000">
                <a:sym typeface="+mn-ea"/>
              </a:rPr>
              <a:t>转化率</a:t>
            </a:r>
            <a:endParaRPr lang="zh-CN" altLang="en-US" sz="2000">
              <a:sym typeface="+mn-ea"/>
            </a:endParaRPr>
          </a:p>
          <a:p>
            <a:pPr algn="ctr"/>
            <a:endParaRPr lang="zh-CN" altLang="en-US">
              <a:sym typeface="+mn-ea"/>
            </a:endParaRPr>
          </a:p>
          <a:p>
            <a:pPr algn="ctr"/>
            <a:endParaRPr lang="zh-CN" altLang="en-US">
              <a:sym typeface="+mn-ea"/>
            </a:endParaRPr>
          </a:p>
          <a:p>
            <a:pPr algn="ctr"/>
            <a:endParaRPr lang="zh-CN" altLang="en-US">
              <a:sym typeface="+mn-ea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" name="任意多边形: 形状 22"/>
          <p:cNvSpPr/>
          <p:nvPr>
            <p:custDataLst>
              <p:tags r:id="rId1"/>
            </p:custDataLst>
          </p:nvPr>
        </p:nvSpPr>
        <p:spPr>
          <a:xfrm>
            <a:off x="2591435" y="1398270"/>
            <a:ext cx="1160780" cy="1000125"/>
          </a:xfrm>
          <a:custGeom>
            <a:avLst/>
            <a:gdLst>
              <a:gd name="connsiteX0" fmla="*/ 580252 w 1160504"/>
              <a:gd name="connsiteY0" fmla="*/ 0 h 1000435"/>
              <a:gd name="connsiteX1" fmla="*/ 1160504 w 1160504"/>
              <a:gd name="connsiteY1" fmla="*/ 1000435 h 1000435"/>
              <a:gd name="connsiteX2" fmla="*/ 0 w 1160504"/>
              <a:gd name="connsiteY2" fmla="*/ 1000435 h 1000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60504" h="1000435">
                <a:moveTo>
                  <a:pt x="580252" y="0"/>
                </a:moveTo>
                <a:lnTo>
                  <a:pt x="1160504" y="1000435"/>
                </a:lnTo>
                <a:lnTo>
                  <a:pt x="0" y="1000435"/>
                </a:lnTo>
                <a:close/>
              </a:path>
            </a:pathLst>
          </a:custGeom>
          <a:solidFill>
            <a:srgbClr val="69A35B"/>
          </a:solidFill>
          <a:ln>
            <a:noFill/>
          </a:ln>
        </p:spPr>
        <p:style>
          <a:lnRef idx="2">
            <a:srgbClr val="1F74AD">
              <a:shade val="50000"/>
            </a:srgbClr>
          </a:lnRef>
          <a:fillRef idx="1">
            <a:srgbClr val="1F74AD"/>
          </a:fillRef>
          <a:effectRef idx="0">
            <a:srgbClr val="1F74AD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任意多边形: 形状 26"/>
          <p:cNvSpPr/>
          <p:nvPr>
            <p:custDataLst>
              <p:tags r:id="rId2"/>
            </p:custDataLst>
          </p:nvPr>
        </p:nvSpPr>
        <p:spPr>
          <a:xfrm>
            <a:off x="1999615" y="2418715"/>
            <a:ext cx="2344420" cy="1000125"/>
          </a:xfrm>
          <a:custGeom>
            <a:avLst/>
            <a:gdLst>
              <a:gd name="connsiteX0" fmla="*/ 580252 w 2344218"/>
              <a:gd name="connsiteY0" fmla="*/ 0 h 1000435"/>
              <a:gd name="connsiteX1" fmla="*/ 1763966 w 2344218"/>
              <a:gd name="connsiteY1" fmla="*/ 0 h 1000435"/>
              <a:gd name="connsiteX2" fmla="*/ 2344218 w 2344218"/>
              <a:gd name="connsiteY2" fmla="*/ 1000435 h 1000435"/>
              <a:gd name="connsiteX3" fmla="*/ 0 w 2344218"/>
              <a:gd name="connsiteY3" fmla="*/ 1000435 h 1000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44218" h="1000435">
                <a:moveTo>
                  <a:pt x="580252" y="0"/>
                </a:moveTo>
                <a:lnTo>
                  <a:pt x="1763966" y="0"/>
                </a:lnTo>
                <a:lnTo>
                  <a:pt x="2344218" y="1000435"/>
                </a:lnTo>
                <a:lnTo>
                  <a:pt x="0" y="1000435"/>
                </a:lnTo>
                <a:close/>
              </a:path>
            </a:pathLst>
          </a:custGeom>
          <a:solidFill>
            <a:srgbClr val="1AA3AA"/>
          </a:solidFill>
          <a:ln>
            <a:noFill/>
          </a:ln>
        </p:spPr>
        <p:style>
          <a:lnRef idx="2">
            <a:srgbClr val="1F74AD">
              <a:shade val="50000"/>
            </a:srgbClr>
          </a:lnRef>
          <a:fillRef idx="1">
            <a:srgbClr val="1F74AD"/>
          </a:fillRef>
          <a:effectRef idx="0">
            <a:srgbClr val="1F74AD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任意多边形: 形状 29"/>
          <p:cNvSpPr/>
          <p:nvPr>
            <p:custDataLst>
              <p:tags r:id="rId3"/>
            </p:custDataLst>
          </p:nvPr>
        </p:nvSpPr>
        <p:spPr>
          <a:xfrm>
            <a:off x="1407795" y="3439160"/>
            <a:ext cx="3528060" cy="1000125"/>
          </a:xfrm>
          <a:custGeom>
            <a:avLst/>
            <a:gdLst>
              <a:gd name="connsiteX0" fmla="*/ 580253 w 3527934"/>
              <a:gd name="connsiteY0" fmla="*/ 0 h 1000435"/>
              <a:gd name="connsiteX1" fmla="*/ 2947681 w 3527934"/>
              <a:gd name="connsiteY1" fmla="*/ 0 h 1000435"/>
              <a:gd name="connsiteX2" fmla="*/ 3527934 w 3527934"/>
              <a:gd name="connsiteY2" fmla="*/ 1000435 h 1000435"/>
              <a:gd name="connsiteX3" fmla="*/ 0 w 3527934"/>
              <a:gd name="connsiteY3" fmla="*/ 1000435 h 1000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27934" h="1000435">
                <a:moveTo>
                  <a:pt x="580253" y="0"/>
                </a:moveTo>
                <a:lnTo>
                  <a:pt x="2947681" y="0"/>
                </a:lnTo>
                <a:lnTo>
                  <a:pt x="3527934" y="1000435"/>
                </a:lnTo>
                <a:lnTo>
                  <a:pt x="0" y="1000435"/>
                </a:lnTo>
                <a:close/>
              </a:path>
            </a:pathLst>
          </a:custGeom>
          <a:solidFill>
            <a:srgbClr val="3498DB"/>
          </a:solidFill>
          <a:ln>
            <a:noFill/>
          </a:ln>
        </p:spPr>
        <p:style>
          <a:lnRef idx="2">
            <a:srgbClr val="1F74AD">
              <a:shade val="50000"/>
            </a:srgbClr>
          </a:lnRef>
          <a:fillRef idx="1">
            <a:srgbClr val="1F74AD"/>
          </a:fillRef>
          <a:effectRef idx="0">
            <a:srgbClr val="1F74AD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任意多边形: 形状 35"/>
          <p:cNvSpPr/>
          <p:nvPr>
            <p:custDataLst>
              <p:tags r:id="rId4"/>
            </p:custDataLst>
          </p:nvPr>
        </p:nvSpPr>
        <p:spPr>
          <a:xfrm>
            <a:off x="815975" y="4459605"/>
            <a:ext cx="4711700" cy="1000125"/>
          </a:xfrm>
          <a:custGeom>
            <a:avLst/>
            <a:gdLst>
              <a:gd name="connsiteX0" fmla="*/ 580253 w 4711647"/>
              <a:gd name="connsiteY0" fmla="*/ 0 h 1000435"/>
              <a:gd name="connsiteX1" fmla="*/ 4131395 w 4711647"/>
              <a:gd name="connsiteY1" fmla="*/ 0 h 1000435"/>
              <a:gd name="connsiteX2" fmla="*/ 4711647 w 4711647"/>
              <a:gd name="connsiteY2" fmla="*/ 1000435 h 1000435"/>
              <a:gd name="connsiteX3" fmla="*/ 0 w 4711647"/>
              <a:gd name="connsiteY3" fmla="*/ 1000435 h 1000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11647" h="1000435">
                <a:moveTo>
                  <a:pt x="580253" y="0"/>
                </a:moveTo>
                <a:lnTo>
                  <a:pt x="4131395" y="0"/>
                </a:lnTo>
                <a:lnTo>
                  <a:pt x="4711647" y="1000435"/>
                </a:lnTo>
                <a:lnTo>
                  <a:pt x="0" y="1000435"/>
                </a:lnTo>
                <a:close/>
              </a:path>
            </a:pathLst>
          </a:custGeom>
          <a:solidFill>
            <a:srgbClr val="1F74AD"/>
          </a:solidFill>
          <a:ln>
            <a:noFill/>
          </a:ln>
        </p:spPr>
        <p:style>
          <a:lnRef idx="2">
            <a:srgbClr val="1F74AD">
              <a:shade val="50000"/>
            </a:srgbClr>
          </a:lnRef>
          <a:fillRef idx="1">
            <a:srgbClr val="1F74AD"/>
          </a:fillRef>
          <a:effectRef idx="0">
            <a:srgbClr val="1F74AD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/>
          <p:cNvCxnSpPr/>
          <p:nvPr>
            <p:custDataLst>
              <p:tags r:id="rId5"/>
            </p:custDataLst>
          </p:nvPr>
        </p:nvCxnSpPr>
        <p:spPr>
          <a:xfrm>
            <a:off x="3899535" y="2398395"/>
            <a:ext cx="5701030" cy="0"/>
          </a:xfrm>
          <a:prstGeom prst="line">
            <a:avLst/>
          </a:prstGeom>
          <a:ln>
            <a:solidFill>
              <a:sysClr val="window" lastClr="FFFFFF">
                <a:lumMod val="50000"/>
              </a:sysClr>
            </a:solidFill>
          </a:ln>
        </p:spPr>
        <p:style>
          <a:lnRef idx="1">
            <a:srgbClr val="1F74AD"/>
          </a:lnRef>
          <a:fillRef idx="0">
            <a:srgbClr val="1F74AD"/>
          </a:fillRef>
          <a:effectRef idx="0">
            <a:srgbClr val="1F74AD"/>
          </a:effectRef>
          <a:fontRef idx="minor">
            <a:srgbClr val="000000"/>
          </a:fontRef>
        </p:style>
      </p:cxnSp>
      <p:sp>
        <p:nvSpPr>
          <p:cNvPr id="18" name="MH_Text_1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3899535" y="1730375"/>
            <a:ext cx="5701030" cy="6292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>
            <a:normAutofit/>
          </a:bodyPr>
          <a:lstStyle>
            <a:lvl1pPr>
              <a:defRPr>
                <a:solidFill>
                  <a:srgbClr val="000000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rgbClr val="000000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rgbClr val="000000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rgbClr val="000000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rgbClr val="000000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zh-CN" altLang="en-US" sz="2400" spc="15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转化率</a:t>
            </a:r>
            <a:endParaRPr lang="zh-CN" altLang="en-US" sz="2400" spc="15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31" name="直接连接符 30"/>
          <p:cNvCxnSpPr/>
          <p:nvPr>
            <p:custDataLst>
              <p:tags r:id="rId7"/>
            </p:custDataLst>
          </p:nvPr>
        </p:nvCxnSpPr>
        <p:spPr>
          <a:xfrm>
            <a:off x="4491355" y="3418840"/>
            <a:ext cx="5701030" cy="0"/>
          </a:xfrm>
          <a:prstGeom prst="line">
            <a:avLst/>
          </a:prstGeom>
          <a:ln>
            <a:solidFill>
              <a:sysClr val="window" lastClr="FFFFFF">
                <a:lumMod val="50000"/>
              </a:sysClr>
            </a:solidFill>
          </a:ln>
        </p:spPr>
        <p:style>
          <a:lnRef idx="1">
            <a:srgbClr val="1F74AD"/>
          </a:lnRef>
          <a:fillRef idx="0">
            <a:srgbClr val="1F74AD"/>
          </a:fillRef>
          <a:effectRef idx="0">
            <a:srgbClr val="1F74AD"/>
          </a:effectRef>
          <a:fontRef idx="minor">
            <a:srgbClr val="000000"/>
          </a:fontRef>
        </p:style>
      </p:cxnSp>
      <p:sp>
        <p:nvSpPr>
          <p:cNvPr id="32" name="MH_Text_1"/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4491355" y="2756535"/>
            <a:ext cx="5701030" cy="6292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>
            <a:normAutofit/>
          </a:bodyPr>
          <a:lstStyle>
            <a:lvl1pPr>
              <a:defRPr>
                <a:solidFill>
                  <a:srgbClr val="000000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rgbClr val="000000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rgbClr val="000000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rgbClr val="000000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rgbClr val="000000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zh-CN" altLang="en-US" sz="2400" spc="15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latin typeface="微软雅黑" panose="020B0503020204020204" charset="-122"/>
                <a:ea typeface="微软雅黑" panose="020B0503020204020204" charset="-122"/>
              </a:rPr>
              <a:t>你的标题在市场的竞争力有多高</a:t>
            </a:r>
            <a:endParaRPr lang="zh-CN" altLang="en-US" sz="2400" spc="150">
              <a:gradFill>
                <a:gsLst>
                  <a:gs pos="0">
                    <a:srgbClr val="14CD68"/>
                  </a:gs>
                  <a:gs pos="100000">
                    <a:srgbClr val="0B6E38"/>
                  </a:gs>
                </a:gsLst>
                <a:lin scaled="0"/>
              </a:gra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34" name="直接连接符 33"/>
          <p:cNvCxnSpPr/>
          <p:nvPr>
            <p:custDataLst>
              <p:tags r:id="rId9"/>
            </p:custDataLst>
          </p:nvPr>
        </p:nvCxnSpPr>
        <p:spPr>
          <a:xfrm>
            <a:off x="5088890" y="4439285"/>
            <a:ext cx="5701030" cy="0"/>
          </a:xfrm>
          <a:prstGeom prst="line">
            <a:avLst/>
          </a:prstGeom>
          <a:ln>
            <a:solidFill>
              <a:sysClr val="window" lastClr="FFFFFF">
                <a:lumMod val="50000"/>
              </a:sysClr>
            </a:solidFill>
          </a:ln>
        </p:spPr>
        <p:style>
          <a:lnRef idx="1">
            <a:srgbClr val="1F74AD"/>
          </a:lnRef>
          <a:fillRef idx="0">
            <a:srgbClr val="1F74AD"/>
          </a:fillRef>
          <a:effectRef idx="0">
            <a:srgbClr val="1F74AD"/>
          </a:effectRef>
          <a:fontRef idx="minor">
            <a:srgbClr val="000000"/>
          </a:fontRef>
        </p:style>
      </p:cxnSp>
      <p:sp>
        <p:nvSpPr>
          <p:cNvPr id="35" name="MH_Text_1"/>
          <p:cNvSpPr txBox="1"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5088890" y="3782695"/>
            <a:ext cx="5701030" cy="6292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>
            <a:normAutofit/>
          </a:bodyPr>
          <a:lstStyle>
            <a:lvl1pPr>
              <a:defRPr>
                <a:solidFill>
                  <a:srgbClr val="000000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rgbClr val="000000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rgbClr val="000000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rgbClr val="000000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rgbClr val="000000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zh-CN" altLang="en-US" sz="2400" spc="15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竞争力</a:t>
            </a:r>
            <a:endParaRPr lang="zh-CN" altLang="en-US" sz="2400" spc="15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37" name="直接连接符 36"/>
          <p:cNvCxnSpPr/>
          <p:nvPr>
            <p:custDataLst>
              <p:tags r:id="rId11"/>
            </p:custDataLst>
          </p:nvPr>
        </p:nvCxnSpPr>
        <p:spPr>
          <a:xfrm>
            <a:off x="5674995" y="5459730"/>
            <a:ext cx="5701030" cy="0"/>
          </a:xfrm>
          <a:prstGeom prst="line">
            <a:avLst/>
          </a:prstGeom>
          <a:ln>
            <a:solidFill>
              <a:sysClr val="window" lastClr="FFFFFF">
                <a:lumMod val="50000"/>
              </a:sysClr>
            </a:solidFill>
          </a:ln>
        </p:spPr>
        <p:style>
          <a:lnRef idx="1">
            <a:srgbClr val="1F74AD"/>
          </a:lnRef>
          <a:fillRef idx="0">
            <a:srgbClr val="1F74AD"/>
          </a:fillRef>
          <a:effectRef idx="0">
            <a:srgbClr val="1F74AD"/>
          </a:effectRef>
          <a:fontRef idx="minor">
            <a:srgbClr val="000000"/>
          </a:fontRef>
        </p:style>
      </p:cxnSp>
      <p:sp>
        <p:nvSpPr>
          <p:cNvPr id="38" name="MH_Text_1"/>
          <p:cNvSpPr txBox="1"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5674995" y="4787900"/>
            <a:ext cx="5701030" cy="6292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>
            <a:normAutofit/>
          </a:bodyPr>
          <a:lstStyle>
            <a:lvl1pPr>
              <a:defRPr>
                <a:solidFill>
                  <a:srgbClr val="000000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rgbClr val="000000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rgbClr val="000000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rgbClr val="000000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rgbClr val="000000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zh-CN" altLang="en-US" sz="2400" spc="15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latin typeface="微软雅黑" panose="020B0503020204020204" charset="-122"/>
                <a:ea typeface="微软雅黑" panose="020B0503020204020204" charset="-122"/>
              </a:rPr>
              <a:t>产品的特性在商品里面是否具有竞争力</a:t>
            </a:r>
            <a:endParaRPr lang="zh-CN" altLang="en-US" sz="2400" spc="150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AutoShape 4"/>
          <p:cNvSpPr/>
          <p:nvPr>
            <p:custDataLst>
              <p:tags r:id="rId13"/>
            </p:custDataLst>
          </p:nvPr>
        </p:nvSpPr>
        <p:spPr bwMode="auto">
          <a:xfrm>
            <a:off x="2515235" y="2604770"/>
            <a:ext cx="1295400" cy="628015"/>
          </a:xfrm>
          <a:custGeom>
            <a:avLst/>
            <a:gdLst>
              <a:gd name="T0" fmla="*/ 0 w 21600"/>
              <a:gd name="T1" fmla="*/ 21600 h 21600"/>
              <a:gd name="T2" fmla="*/ 21600 w 21600"/>
              <a:gd name="T3" fmla="*/ 21600 h 21600"/>
              <a:gd name="T4" fmla="*/ 16167 w 21600"/>
              <a:gd name="T5" fmla="*/ 0 h 21600"/>
              <a:gd name="T6" fmla="*/ 5432 w 21600"/>
              <a:gd name="T7" fmla="*/ 0 h 21600"/>
              <a:gd name="T8" fmla="*/ 0 w 21600"/>
              <a:gd name="T9" fmla="*/ 21600 h 21600"/>
              <a:gd name="T10" fmla="*/ 0 w 21600"/>
              <a:gd name="T11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1600" h="21600">
                <a:moveTo>
                  <a:pt x="0" y="21600"/>
                </a:moveTo>
                <a:lnTo>
                  <a:pt x="21600" y="21600"/>
                </a:lnTo>
                <a:lnTo>
                  <a:pt x="16167" y="0"/>
                </a:lnTo>
                <a:lnTo>
                  <a:pt x="5432" y="0"/>
                </a:lnTo>
                <a:cubicBezTo>
                  <a:pt x="5432" y="0"/>
                  <a:pt x="0" y="21600"/>
                  <a:pt x="0" y="21600"/>
                </a:cubicBezTo>
                <a:close/>
                <a:moveTo>
                  <a:pt x="0" y="21600"/>
                </a:moveTo>
              </a:path>
            </a:pathLst>
          </a:custGeom>
          <a:noFill/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2800" b="1">
                <a:solidFill>
                  <a:sysClr val="window" lastClr="FFFFFF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2</a:t>
            </a:r>
            <a:endParaRPr lang="en-US" sz="2800" b="1">
              <a:solidFill>
                <a:sysClr val="window" lastClr="FFFFFF"/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sp>
        <p:nvSpPr>
          <p:cNvPr id="24" name="AutoShape 5"/>
          <p:cNvSpPr/>
          <p:nvPr>
            <p:custDataLst>
              <p:tags r:id="rId14"/>
            </p:custDataLst>
          </p:nvPr>
        </p:nvSpPr>
        <p:spPr bwMode="auto">
          <a:xfrm>
            <a:off x="2188845" y="3627120"/>
            <a:ext cx="1947545" cy="624205"/>
          </a:xfrm>
          <a:custGeom>
            <a:avLst/>
            <a:gdLst>
              <a:gd name="T0" fmla="*/ 0 w 21600"/>
              <a:gd name="T1" fmla="*/ 21600 h 21600"/>
              <a:gd name="T2" fmla="*/ 21600 w 21600"/>
              <a:gd name="T3" fmla="*/ 21600 h 21600"/>
              <a:gd name="T4" fmla="*/ 18007 w 21600"/>
              <a:gd name="T5" fmla="*/ 0 h 21600"/>
              <a:gd name="T6" fmla="*/ 3593 w 21600"/>
              <a:gd name="T7" fmla="*/ 0 h 21600"/>
              <a:gd name="T8" fmla="*/ 0 w 21600"/>
              <a:gd name="T9" fmla="*/ 21600 h 21600"/>
              <a:gd name="T10" fmla="*/ 0 w 21600"/>
              <a:gd name="T11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1600" h="21600">
                <a:moveTo>
                  <a:pt x="0" y="21600"/>
                </a:moveTo>
                <a:lnTo>
                  <a:pt x="21600" y="21600"/>
                </a:lnTo>
                <a:lnTo>
                  <a:pt x="18007" y="0"/>
                </a:lnTo>
                <a:lnTo>
                  <a:pt x="3593" y="0"/>
                </a:lnTo>
                <a:cubicBezTo>
                  <a:pt x="3593" y="0"/>
                  <a:pt x="0" y="21600"/>
                  <a:pt x="0" y="21600"/>
                </a:cubicBezTo>
                <a:close/>
                <a:moveTo>
                  <a:pt x="0" y="21600"/>
                </a:moveTo>
              </a:path>
            </a:pathLst>
          </a:custGeom>
          <a:noFill/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2800" b="1">
                <a:solidFill>
                  <a:sysClr val="window" lastClr="FFFFFF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3</a:t>
            </a:r>
            <a:endParaRPr lang="en-US" sz="2800" b="1">
              <a:solidFill>
                <a:sysClr val="window" lastClr="FFFFFF"/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sp>
        <p:nvSpPr>
          <p:cNvPr id="25" name="AutoShape 6"/>
          <p:cNvSpPr/>
          <p:nvPr>
            <p:custDataLst>
              <p:tags r:id="rId15"/>
            </p:custDataLst>
          </p:nvPr>
        </p:nvSpPr>
        <p:spPr bwMode="auto">
          <a:xfrm>
            <a:off x="1858010" y="4645660"/>
            <a:ext cx="2609215" cy="628650"/>
          </a:xfrm>
          <a:custGeom>
            <a:avLst/>
            <a:gdLst>
              <a:gd name="T0" fmla="*/ 0 w 21600"/>
              <a:gd name="T1" fmla="*/ 21600 h 21600"/>
              <a:gd name="T2" fmla="*/ 21600 w 21600"/>
              <a:gd name="T3" fmla="*/ 21600 h 21600"/>
              <a:gd name="T4" fmla="*/ 18901 w 21600"/>
              <a:gd name="T5" fmla="*/ 0 h 21600"/>
              <a:gd name="T6" fmla="*/ 2699 w 21600"/>
              <a:gd name="T7" fmla="*/ 0 h 21600"/>
              <a:gd name="T8" fmla="*/ 0 w 21600"/>
              <a:gd name="T9" fmla="*/ 21600 h 21600"/>
              <a:gd name="T10" fmla="*/ 0 w 21600"/>
              <a:gd name="T11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1600" h="21600">
                <a:moveTo>
                  <a:pt x="0" y="21600"/>
                </a:moveTo>
                <a:lnTo>
                  <a:pt x="21600" y="21600"/>
                </a:lnTo>
                <a:lnTo>
                  <a:pt x="18901" y="0"/>
                </a:lnTo>
                <a:lnTo>
                  <a:pt x="2699" y="0"/>
                </a:lnTo>
                <a:cubicBezTo>
                  <a:pt x="2699" y="0"/>
                  <a:pt x="0" y="21600"/>
                  <a:pt x="0" y="21600"/>
                </a:cubicBezTo>
                <a:close/>
                <a:moveTo>
                  <a:pt x="0" y="21600"/>
                </a:moveTo>
              </a:path>
            </a:pathLst>
          </a:custGeom>
          <a:noFill/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2800" b="1">
                <a:solidFill>
                  <a:sysClr val="window" lastClr="FFFFFF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4</a:t>
            </a:r>
            <a:endParaRPr lang="en-US" sz="2800" b="1">
              <a:solidFill>
                <a:sysClr val="window" lastClr="FFFFFF"/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sp>
        <p:nvSpPr>
          <p:cNvPr id="28" name="AutoShape 4"/>
          <p:cNvSpPr/>
          <p:nvPr>
            <p:custDataLst>
              <p:tags r:id="rId16"/>
            </p:custDataLst>
          </p:nvPr>
        </p:nvSpPr>
        <p:spPr bwMode="auto">
          <a:xfrm>
            <a:off x="2869565" y="1771015"/>
            <a:ext cx="603885" cy="628015"/>
          </a:xfrm>
          <a:custGeom>
            <a:avLst/>
            <a:gdLst>
              <a:gd name="T0" fmla="*/ 0 w 21600"/>
              <a:gd name="T1" fmla="*/ 21600 h 21600"/>
              <a:gd name="T2" fmla="*/ 21600 w 21600"/>
              <a:gd name="T3" fmla="*/ 21600 h 21600"/>
              <a:gd name="T4" fmla="*/ 16167 w 21600"/>
              <a:gd name="T5" fmla="*/ 0 h 21600"/>
              <a:gd name="T6" fmla="*/ 5432 w 21600"/>
              <a:gd name="T7" fmla="*/ 0 h 21600"/>
              <a:gd name="T8" fmla="*/ 0 w 21600"/>
              <a:gd name="T9" fmla="*/ 21600 h 21600"/>
              <a:gd name="T10" fmla="*/ 0 w 21600"/>
              <a:gd name="T11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1600" h="21600">
                <a:moveTo>
                  <a:pt x="0" y="21600"/>
                </a:moveTo>
                <a:lnTo>
                  <a:pt x="21600" y="21600"/>
                </a:lnTo>
                <a:lnTo>
                  <a:pt x="16167" y="0"/>
                </a:lnTo>
                <a:lnTo>
                  <a:pt x="5432" y="0"/>
                </a:lnTo>
                <a:cubicBezTo>
                  <a:pt x="5432" y="0"/>
                  <a:pt x="0" y="21600"/>
                  <a:pt x="0" y="21600"/>
                </a:cubicBezTo>
                <a:close/>
                <a:moveTo>
                  <a:pt x="0" y="21600"/>
                </a:moveTo>
              </a:path>
            </a:pathLst>
          </a:custGeom>
          <a:noFill/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2800" b="1">
                <a:solidFill>
                  <a:sysClr val="window" lastClr="FFFFFF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1</a:t>
            </a:r>
            <a:endParaRPr lang="en-US" sz="2800" b="1">
              <a:solidFill>
                <a:sysClr val="window" lastClr="FFFFFF"/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758440" y="262890"/>
            <a:ext cx="685546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3200" b="1">
                <a:solidFill>
                  <a:srgbClr val="C00000"/>
                </a:solidFill>
              </a:rPr>
              <a:t>如果我要控制</a:t>
            </a:r>
            <a:r>
              <a:rPr lang="en-US" altLang="zh-CN" sz="3200" b="1">
                <a:solidFill>
                  <a:srgbClr val="C00000"/>
                </a:solidFill>
              </a:rPr>
              <a:t>ACOS=listing</a:t>
            </a:r>
            <a:r>
              <a:rPr lang="zh-CN" altLang="en-US" sz="3200" b="1">
                <a:solidFill>
                  <a:srgbClr val="C00000"/>
                </a:solidFill>
              </a:rPr>
              <a:t>的转化率</a:t>
            </a:r>
            <a:endParaRPr lang="zh-CN" altLang="en-US" sz="3200" b="1">
              <a:solidFill>
                <a:srgbClr val="C00000"/>
              </a:solidFill>
            </a:endParaRPr>
          </a:p>
        </p:txBody>
      </p:sp>
    </p:spTree>
    <p:custDataLst>
      <p:tags r:id="rId17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2362200" y="128270"/>
            <a:ext cx="7467600" cy="76835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4400">
                <a:solidFill>
                  <a:srgbClr val="C00000"/>
                </a:solidFill>
              </a:rPr>
              <a:t>影响转化率的</a:t>
            </a:r>
            <a:r>
              <a:rPr lang="en-US" altLang="zh-CN" sz="4400">
                <a:solidFill>
                  <a:srgbClr val="C00000"/>
                </a:solidFill>
              </a:rPr>
              <a:t>11</a:t>
            </a:r>
            <a:r>
              <a:rPr lang="zh-CN" altLang="en-US" sz="4400">
                <a:solidFill>
                  <a:srgbClr val="C00000"/>
                </a:solidFill>
              </a:rPr>
              <a:t>个点！重点！</a:t>
            </a:r>
            <a:endParaRPr lang="zh-CN" altLang="en-US" sz="4400">
              <a:solidFill>
                <a:srgbClr val="C00000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709545" y="1067435"/>
            <a:ext cx="6416040" cy="52622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sz="2800"/>
              <a:t>1</a:t>
            </a:r>
            <a:r>
              <a:rPr lang="zh-CN" altLang="en-US" sz="2800"/>
              <a:t>、产品质量</a:t>
            </a:r>
            <a:endParaRPr lang="zh-CN" altLang="en-US" sz="2800"/>
          </a:p>
          <a:p>
            <a:pPr algn="l"/>
            <a:r>
              <a:rPr lang="en-US" altLang="zh-CN" sz="2800"/>
              <a:t>2</a:t>
            </a:r>
            <a:r>
              <a:rPr lang="zh-CN" altLang="en-US" sz="2800"/>
              <a:t>、价格、大小、外观、数量、搭配</a:t>
            </a:r>
            <a:br>
              <a:rPr lang="zh-CN" altLang="en-US" sz="2800"/>
            </a:br>
            <a:r>
              <a:rPr lang="en-US" altLang="zh-CN" sz="2800"/>
              <a:t>3</a:t>
            </a:r>
            <a:r>
              <a:rPr lang="zh-CN" altLang="en-US" sz="2800"/>
              <a:t>、图片</a:t>
            </a:r>
            <a:endParaRPr lang="zh-CN" altLang="en-US" sz="2800"/>
          </a:p>
          <a:p>
            <a:pPr algn="l"/>
            <a:r>
              <a:rPr lang="en-US" altLang="zh-CN" sz="2800"/>
              <a:t>4</a:t>
            </a:r>
            <a:r>
              <a:rPr lang="zh-CN" altLang="en-US" sz="2800"/>
              <a:t>、排名</a:t>
            </a:r>
            <a:br>
              <a:rPr lang="zh-CN" altLang="en-US" sz="2800"/>
            </a:br>
            <a:r>
              <a:rPr lang="en-US" altLang="zh-CN" sz="2800"/>
              <a:t>5</a:t>
            </a:r>
            <a:r>
              <a:rPr lang="zh-CN" altLang="en-US" sz="2800"/>
              <a:t>、评论</a:t>
            </a:r>
            <a:endParaRPr lang="zh-CN" altLang="en-US" sz="2800"/>
          </a:p>
          <a:p>
            <a:pPr algn="l"/>
            <a:r>
              <a:rPr lang="en-US" altLang="zh-CN" sz="2800"/>
              <a:t>6</a:t>
            </a:r>
            <a:r>
              <a:rPr lang="zh-CN" altLang="en-US" sz="2800"/>
              <a:t>、五点和描述</a:t>
            </a:r>
            <a:endParaRPr lang="zh-CN" altLang="en-US" sz="2800"/>
          </a:p>
          <a:p>
            <a:pPr algn="l"/>
            <a:r>
              <a:rPr lang="en-US" altLang="zh-CN" sz="2800"/>
              <a:t>7</a:t>
            </a:r>
            <a:r>
              <a:rPr lang="zh-CN" altLang="en-US" sz="2800"/>
              <a:t>、品牌</a:t>
            </a:r>
            <a:endParaRPr lang="zh-CN" altLang="en-US" sz="2800"/>
          </a:p>
          <a:p>
            <a:pPr algn="l"/>
            <a:r>
              <a:rPr lang="en-US" altLang="zh-CN" sz="2800"/>
              <a:t>8</a:t>
            </a:r>
            <a:r>
              <a:rPr lang="zh-CN" altLang="en-US" sz="2800"/>
              <a:t>、</a:t>
            </a:r>
            <a:r>
              <a:rPr lang="en-US" altLang="zh-CN" sz="2800"/>
              <a:t>QA</a:t>
            </a:r>
            <a:br>
              <a:rPr lang="zh-CN" altLang="en-US" sz="2800"/>
            </a:br>
            <a:r>
              <a:rPr lang="en-US" altLang="zh-CN" sz="2800"/>
              <a:t>9</a:t>
            </a:r>
            <a:r>
              <a:rPr lang="zh-CN" altLang="en-US" sz="2800"/>
              <a:t>、季节性</a:t>
            </a:r>
            <a:br>
              <a:rPr lang="zh-CN" altLang="en-US" sz="2800"/>
            </a:br>
            <a:r>
              <a:rPr lang="en-US" altLang="zh-CN" sz="2800"/>
              <a:t>10</a:t>
            </a:r>
            <a:r>
              <a:rPr lang="zh-CN" altLang="en-US" sz="2800"/>
              <a:t>、</a:t>
            </a:r>
            <a:r>
              <a:rPr lang="en-US" altLang="zh-CN" sz="2800"/>
              <a:t>listing</a:t>
            </a:r>
            <a:r>
              <a:rPr lang="zh-CN" altLang="en-US" sz="2800"/>
              <a:t>与产品相关性</a:t>
            </a:r>
            <a:br>
              <a:rPr lang="zh-CN" altLang="en-US" sz="2800"/>
            </a:br>
            <a:r>
              <a:rPr lang="en-US" altLang="zh-CN" sz="2800"/>
              <a:t>11</a:t>
            </a:r>
            <a:r>
              <a:rPr lang="zh-CN" altLang="en-US" sz="2800"/>
              <a:t>、配送时间</a:t>
            </a:r>
            <a:endParaRPr lang="zh-CN" altLang="en-US" sz="2800"/>
          </a:p>
          <a:p>
            <a:pPr algn="l"/>
            <a:endParaRPr lang="zh-CN" altLang="en-US" sz="2800"/>
          </a:p>
        </p:txBody>
      </p:sp>
    </p:spTree>
    <p:custDataLst>
      <p:tags r:id="rId2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62" name="Freeform 5"/>
          <p:cNvSpPr/>
          <p:nvPr>
            <p:custDataLst>
              <p:tags r:id="rId1"/>
            </p:custDataLst>
          </p:nvPr>
        </p:nvSpPr>
        <p:spPr>
          <a:xfrm>
            <a:off x="4367473" y="2001188"/>
            <a:ext cx="3460684" cy="457573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5" y="0"/>
                </a:moveTo>
                <a:lnTo>
                  <a:pt x="21600" y="0"/>
                </a:lnTo>
                <a:lnTo>
                  <a:pt x="16188" y="10814"/>
                </a:lnTo>
                <a:lnTo>
                  <a:pt x="10805" y="21600"/>
                </a:lnTo>
                <a:lnTo>
                  <a:pt x="5402" y="10814"/>
                </a:lnTo>
                <a:lnTo>
                  <a:pt x="0" y="0"/>
                </a:lnTo>
                <a:lnTo>
                  <a:pt x="10805" y="0"/>
                </a:lnTo>
                <a:close/>
              </a:path>
            </a:pathLst>
          </a:custGeom>
          <a:solidFill>
            <a:srgbClr val="FFFFFF">
              <a:lumMod val="85000"/>
            </a:srgbClr>
          </a:solidFill>
          <a:ln w="12700">
            <a:miter lim="400000"/>
          </a:ln>
        </p:spPr>
        <p:txBody>
          <a:bodyPr tIns="45720" bIns="45720">
            <a:normAutofit/>
          </a:bodyPr>
          <a:p>
            <a:pPr defTabSz="457200">
              <a:lnSpc>
                <a:spcPct val="120000"/>
              </a:lnSpc>
            </a:pPr>
            <a:endParaRPr sz="90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63" name="Freeform 7"/>
          <p:cNvSpPr/>
          <p:nvPr>
            <p:custDataLst>
              <p:tags r:id="rId2"/>
            </p:custDataLst>
          </p:nvPr>
        </p:nvSpPr>
        <p:spPr>
          <a:xfrm>
            <a:off x="3940175" y="1727200"/>
            <a:ext cx="4311650" cy="7010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2196F3"/>
            </a:solidFill>
          </a:ln>
          <a:effectLst>
            <a:outerShdw blurRad="50800" dist="38100" dir="5400000" algn="t" rotWithShape="0">
              <a:srgbClr val="2196F3">
                <a:alpha val="40000"/>
              </a:srgbClr>
            </a:outerShdw>
          </a:effectLst>
        </p:spPr>
        <p:style>
          <a:lnRef idx="1">
            <a:srgbClr val="2196F3"/>
          </a:lnRef>
          <a:fillRef idx="3">
            <a:srgbClr val="2196F3"/>
          </a:fillRef>
          <a:effectRef idx="2">
            <a:srgbClr val="2196F3"/>
          </a:effectRef>
          <a:fontRef idx="minor">
            <a:srgbClr val="FFFFFF"/>
          </a:fontRef>
        </p:style>
        <p:txBody>
          <a:bodyPr lIns="121920" tIns="304800" rIns="121920" bIns="304800" rtlCol="0" anchor="b" anchorCtr="0">
            <a:normAutofit fontScale="25000" lnSpcReduction="20000"/>
          </a:bodyPr>
          <a:p>
            <a:pPr algn="ctr" defTabSz="457200">
              <a:lnSpc>
                <a:spcPct val="140000"/>
              </a:lnSpc>
            </a:pPr>
            <a:endParaRPr sz="2135">
              <a:solidFill>
                <a:srgbClr val="2196F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3"/>
            </p:custDataLst>
          </p:nvPr>
        </p:nvSpPr>
        <p:spPr>
          <a:xfrm>
            <a:off x="4064635" y="1825625"/>
            <a:ext cx="4063365" cy="50419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p>
            <a:pPr algn="ctr" defTabSz="457200">
              <a:lnSpc>
                <a:spcPct val="120000"/>
              </a:lnSpc>
            </a:pPr>
            <a:r>
              <a:rPr kumimoji="1" lang="zh-CN" altLang="en-US" b="1" spc="300" dirty="0">
                <a:solidFill>
                  <a:srgbClr val="2196F3"/>
                </a:solidFill>
                <a:latin typeface="微软雅黑" panose="020B0503020204020204" charset="-122"/>
                <a:ea typeface="微软雅黑" panose="020B0503020204020204" charset="-122"/>
              </a:rPr>
              <a:t>标题</a:t>
            </a:r>
            <a:r>
              <a:rPr kumimoji="1" lang="en-US" altLang="zh-CN" b="1" spc="300" dirty="0">
                <a:solidFill>
                  <a:srgbClr val="2196F3"/>
                </a:solidFill>
                <a:latin typeface="微软雅黑" panose="020B0503020204020204" charset="-122"/>
                <a:ea typeface="微软雅黑" panose="020B0503020204020204" charset="-122"/>
              </a:rPr>
              <a:t>=</a:t>
            </a:r>
            <a:r>
              <a:rPr kumimoji="1" lang="zh-CN" altLang="en-US" b="1" spc="300" dirty="0">
                <a:solidFill>
                  <a:srgbClr val="2196F3"/>
                </a:solidFill>
                <a:latin typeface="微软雅黑" panose="020B0503020204020204" charset="-122"/>
                <a:ea typeface="微软雅黑" panose="020B0503020204020204" charset="-122"/>
              </a:rPr>
              <a:t>关键词</a:t>
            </a:r>
            <a:r>
              <a:rPr kumimoji="1" lang="en-US" altLang="zh-CN" b="1" spc="300" dirty="0">
                <a:solidFill>
                  <a:srgbClr val="2196F3"/>
                </a:solidFill>
                <a:latin typeface="微软雅黑" panose="020B0503020204020204" charset="-122"/>
                <a:ea typeface="微软雅黑" panose="020B0503020204020204" charset="-122"/>
              </a:rPr>
              <a:t>=ppc</a:t>
            </a:r>
            <a:r>
              <a:rPr kumimoji="1" lang="zh-CN" altLang="en-US" b="1" spc="300" dirty="0">
                <a:solidFill>
                  <a:srgbClr val="2196F3"/>
                </a:solidFill>
                <a:latin typeface="微软雅黑" panose="020B0503020204020204" charset="-122"/>
                <a:ea typeface="微软雅黑" panose="020B0503020204020204" charset="-122"/>
              </a:rPr>
              <a:t>搜索投放词</a:t>
            </a:r>
            <a:endParaRPr kumimoji="1" lang="zh-CN" altLang="en-US" b="1" spc="300" dirty="0">
              <a:solidFill>
                <a:srgbClr val="2196F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65" name="Freeform 9"/>
          <p:cNvSpPr/>
          <p:nvPr>
            <p:custDataLst>
              <p:tags r:id="rId4"/>
            </p:custDataLst>
          </p:nvPr>
        </p:nvSpPr>
        <p:spPr>
          <a:xfrm>
            <a:off x="4606290" y="4029710"/>
            <a:ext cx="2973070" cy="7010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2196F3"/>
            </a:solidFill>
          </a:ln>
          <a:effectLst>
            <a:outerShdw blurRad="50800" dist="38100" dir="5400000" algn="t" rotWithShape="0">
              <a:srgbClr val="2196F3">
                <a:alpha val="40000"/>
              </a:srgbClr>
            </a:outerShdw>
          </a:effectLst>
        </p:spPr>
        <p:style>
          <a:lnRef idx="1">
            <a:srgbClr val="2196F3"/>
          </a:lnRef>
          <a:fillRef idx="3">
            <a:srgbClr val="2196F3"/>
          </a:fillRef>
          <a:effectRef idx="2">
            <a:srgbClr val="2196F3"/>
          </a:effectRef>
          <a:fontRef idx="minor">
            <a:srgbClr val="FFFFFF"/>
          </a:fontRef>
        </p:style>
        <p:txBody>
          <a:bodyPr lIns="121920" tIns="304800" rIns="121920" bIns="304800" rtlCol="0" anchor="b" anchorCtr="0">
            <a:normAutofit fontScale="25000" lnSpcReduction="20000"/>
          </a:bodyPr>
          <a:p>
            <a:pPr algn="ctr" defTabSz="457200">
              <a:lnSpc>
                <a:spcPct val="140000"/>
              </a:lnSpc>
            </a:pPr>
            <a:endParaRPr sz="2135">
              <a:solidFill>
                <a:srgbClr val="2196F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5"/>
            </p:custDataLst>
          </p:nvPr>
        </p:nvSpPr>
        <p:spPr>
          <a:xfrm>
            <a:off x="4366895" y="4128135"/>
            <a:ext cx="3461385" cy="50419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p>
            <a:pPr algn="ctr" defTabSz="457200">
              <a:lnSpc>
                <a:spcPct val="120000"/>
              </a:lnSpc>
            </a:pPr>
            <a:r>
              <a:rPr kumimoji="1" lang="zh-CN" altLang="en-US" b="1" spc="300" dirty="0">
                <a:solidFill>
                  <a:srgbClr val="2196F3"/>
                </a:solidFill>
                <a:latin typeface="微软雅黑" panose="020B0503020204020204" charset="-122"/>
                <a:ea typeface="微软雅黑" panose="020B0503020204020204" charset="-122"/>
              </a:rPr>
              <a:t>流量词</a:t>
            </a:r>
            <a:r>
              <a:rPr kumimoji="1" lang="en-US" altLang="zh-CN" b="1" spc="300" dirty="0">
                <a:solidFill>
                  <a:srgbClr val="2196F3"/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kumimoji="1" lang="zh-CN" altLang="en-US" b="1" spc="300" dirty="0">
                <a:solidFill>
                  <a:srgbClr val="2196F3"/>
                </a:solidFill>
                <a:latin typeface="微软雅黑" panose="020B0503020204020204" charset="-122"/>
                <a:ea typeface="微软雅黑" panose="020B0503020204020204" charset="-122"/>
              </a:rPr>
              <a:t>词根</a:t>
            </a:r>
            <a:endParaRPr kumimoji="1" lang="zh-CN" altLang="en-US" b="1" spc="300" dirty="0">
              <a:solidFill>
                <a:srgbClr val="2196F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64" name="Freeform 8"/>
          <p:cNvSpPr/>
          <p:nvPr>
            <p:custDataLst>
              <p:tags r:id="rId6"/>
            </p:custDataLst>
          </p:nvPr>
        </p:nvSpPr>
        <p:spPr>
          <a:xfrm>
            <a:off x="4242435" y="2877820"/>
            <a:ext cx="3699510" cy="7010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2196F3"/>
            </a:solidFill>
          </a:ln>
          <a:effectLst>
            <a:outerShdw blurRad="50800" dist="38100" dir="5400000" algn="t" rotWithShape="0">
              <a:srgbClr val="2196F3">
                <a:alpha val="40000"/>
              </a:srgbClr>
            </a:outerShdw>
          </a:effectLst>
        </p:spPr>
        <p:style>
          <a:lnRef idx="1">
            <a:srgbClr val="2196F3"/>
          </a:lnRef>
          <a:fillRef idx="3">
            <a:srgbClr val="2196F3"/>
          </a:fillRef>
          <a:effectRef idx="2">
            <a:srgbClr val="2196F3"/>
          </a:effectRef>
          <a:fontRef idx="minor">
            <a:srgbClr val="FFFFFF"/>
          </a:fontRef>
        </p:style>
        <p:txBody>
          <a:bodyPr lIns="121920" tIns="304800" rIns="121920" bIns="304800" rtlCol="0" anchor="b" anchorCtr="0">
            <a:normAutofit fontScale="25000" lnSpcReduction="20000"/>
          </a:bodyPr>
          <a:p>
            <a:pPr algn="ctr" defTabSz="457200">
              <a:lnSpc>
                <a:spcPct val="140000"/>
              </a:lnSpc>
            </a:pPr>
            <a:endParaRPr sz="2135">
              <a:solidFill>
                <a:srgbClr val="2196F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7"/>
            </p:custDataLst>
          </p:nvPr>
        </p:nvSpPr>
        <p:spPr>
          <a:xfrm>
            <a:off x="4366895" y="2976245"/>
            <a:ext cx="3461385" cy="50419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p>
            <a:pPr algn="ctr" defTabSz="457200">
              <a:lnSpc>
                <a:spcPct val="120000"/>
              </a:lnSpc>
            </a:pPr>
            <a:r>
              <a:rPr kumimoji="1" lang="zh-CN" altLang="en-US" b="1" spc="300" dirty="0">
                <a:solidFill>
                  <a:srgbClr val="2196F3"/>
                </a:solidFill>
                <a:latin typeface="微软雅黑" panose="020B0503020204020204" charset="-122"/>
                <a:ea typeface="微软雅黑" panose="020B0503020204020204" charset="-122"/>
              </a:rPr>
              <a:t>关注流量、关注曝光</a:t>
            </a:r>
            <a:endParaRPr kumimoji="1" lang="zh-CN" altLang="en-US" b="1" spc="300" dirty="0">
              <a:solidFill>
                <a:srgbClr val="2196F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66" name="Freeform 10"/>
          <p:cNvSpPr/>
          <p:nvPr>
            <p:custDataLst>
              <p:tags r:id="rId8"/>
            </p:custDataLst>
          </p:nvPr>
        </p:nvSpPr>
        <p:spPr>
          <a:xfrm>
            <a:off x="4943475" y="5184140"/>
            <a:ext cx="2302510" cy="7010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2196F3"/>
            </a:solidFill>
          </a:ln>
          <a:effectLst>
            <a:outerShdw blurRad="50800" dist="38100" dir="5400000" algn="t" rotWithShape="0">
              <a:srgbClr val="2196F3">
                <a:alpha val="40000"/>
              </a:srgbClr>
            </a:outerShdw>
          </a:effectLst>
        </p:spPr>
        <p:style>
          <a:lnRef idx="1">
            <a:srgbClr val="2196F3"/>
          </a:lnRef>
          <a:fillRef idx="3">
            <a:srgbClr val="2196F3"/>
          </a:fillRef>
          <a:effectRef idx="2">
            <a:srgbClr val="2196F3"/>
          </a:effectRef>
          <a:fontRef idx="minor">
            <a:srgbClr val="FFFFFF"/>
          </a:fontRef>
        </p:style>
        <p:txBody>
          <a:bodyPr lIns="121920" tIns="304800" rIns="121920" bIns="304800" rtlCol="0" anchor="b" anchorCtr="0">
            <a:normAutofit fontScale="25000" lnSpcReduction="20000"/>
          </a:bodyPr>
          <a:p>
            <a:pPr algn="ctr" defTabSz="457200">
              <a:lnSpc>
                <a:spcPct val="140000"/>
              </a:lnSpc>
            </a:pPr>
            <a:endParaRPr sz="2135">
              <a:solidFill>
                <a:srgbClr val="2196F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9"/>
            </p:custDataLst>
          </p:nvPr>
        </p:nvSpPr>
        <p:spPr>
          <a:xfrm>
            <a:off x="4977130" y="5282565"/>
            <a:ext cx="2268855" cy="50419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p>
            <a:pPr algn="ctr" defTabSz="457200">
              <a:lnSpc>
                <a:spcPct val="120000"/>
              </a:lnSpc>
            </a:pPr>
            <a:r>
              <a:rPr kumimoji="1" lang="zh-CN" altLang="en-US" b="1" spc="300" dirty="0">
                <a:solidFill>
                  <a:srgbClr val="2196F3"/>
                </a:solidFill>
                <a:latin typeface="微软雅黑" panose="020B0503020204020204" charset="-122"/>
                <a:ea typeface="微软雅黑" panose="020B0503020204020204" charset="-122"/>
              </a:rPr>
              <a:t>软件，前十卖家</a:t>
            </a:r>
            <a:endParaRPr kumimoji="1" lang="zh-CN" altLang="en-US" b="1" spc="300" dirty="0">
              <a:solidFill>
                <a:srgbClr val="2196F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5"/>
          <p:cNvSpPr txBox="1"/>
          <p:nvPr>
            <p:custDataLst>
              <p:tags r:id="rId10"/>
            </p:custDataLst>
          </p:nvPr>
        </p:nvSpPr>
        <p:spPr>
          <a:xfrm>
            <a:off x="-89406" y="619069"/>
            <a:ext cx="12358112" cy="523220"/>
          </a:xfrm>
          <a:prstGeom prst="rect">
            <a:avLst/>
          </a:prstGeom>
          <a:noFill/>
        </p:spPr>
        <p:txBody>
          <a:bodyPr wrap="square" bIns="0" rtlCol="0"/>
          <a:p>
            <a:pPr algn="ctr" defTabSz="457200">
              <a:lnSpc>
                <a:spcPct val="120000"/>
              </a:lnSpc>
            </a:pPr>
            <a:r>
              <a:rPr lang="zh-CN" altLang="en-US" sz="3200">
                <a:solidFill>
                  <a:srgbClr val="FF0000"/>
                </a:solidFill>
                <a:sym typeface="+mn-ea"/>
              </a:rPr>
              <a:t>影响</a:t>
            </a:r>
            <a:r>
              <a:rPr lang="en-US" altLang="zh-CN" sz="3200">
                <a:solidFill>
                  <a:srgbClr val="FF0000"/>
                </a:solidFill>
                <a:sym typeface="+mn-ea"/>
              </a:rPr>
              <a:t>PPC</a:t>
            </a:r>
            <a:r>
              <a:rPr lang="en-US" altLang="zh-CN" sz="3200">
                <a:sym typeface="+mn-ea"/>
              </a:rPr>
              <a:t>-</a:t>
            </a:r>
            <a:r>
              <a:rPr lang="zh-CN" altLang="en-US" sz="3200">
                <a:solidFill>
                  <a:srgbClr val="FF0000"/>
                </a:solidFill>
                <a:sym typeface="+mn-ea"/>
              </a:rPr>
              <a:t>点击率</a:t>
            </a:r>
            <a:r>
              <a:rPr lang="en-US" altLang="zh-CN" sz="3200">
                <a:sym typeface="+mn-ea"/>
              </a:rPr>
              <a:t>-</a:t>
            </a:r>
            <a:r>
              <a:rPr lang="en-US" altLang="zh-CN" sz="3200">
                <a:solidFill>
                  <a:srgbClr val="FF0000"/>
                </a:solidFill>
                <a:sym typeface="+mn-ea"/>
              </a:rPr>
              <a:t>ACOS</a:t>
            </a:r>
            <a:endParaRPr lang="en-US" altLang="zh-CN" sz="3200">
              <a:solidFill>
                <a:srgbClr val="FF0000"/>
              </a:solidFill>
              <a:sym typeface="+mn-ea"/>
            </a:endParaRPr>
          </a:p>
          <a:p>
            <a:pPr algn="ctr" defTabSz="457200">
              <a:lnSpc>
                <a:spcPct val="120000"/>
              </a:lnSpc>
            </a:pPr>
            <a:endParaRPr lang="en-US" altLang="zh-CN" sz="3200" b="1" spc="30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  <p:custDataLst>
      <p:tags r:id="rId1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菱形 4"/>
          <p:cNvSpPr/>
          <p:nvPr>
            <p:custDataLst>
              <p:tags r:id="rId1"/>
            </p:custDataLst>
          </p:nvPr>
        </p:nvSpPr>
        <p:spPr>
          <a:xfrm>
            <a:off x="7058660" y="4735830"/>
            <a:ext cx="508000" cy="508000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0000" tIns="46800" rIns="90000" bIns="46800" anchor="ctr" anchorCtr="0">
            <a:normAutofit fontScale="67500" lnSpcReduction="20000"/>
          </a:bodyPr>
          <a:lstStyle/>
          <a:p>
            <a:pPr algn="ctr">
              <a:lnSpc>
                <a:spcPct val="100000"/>
              </a:lnSpc>
            </a:pPr>
            <a:endParaRPr lang="en-US" altLang="zh-CN" sz="16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59" name="文本框 58"/>
          <p:cNvSpPr txBox="1"/>
          <p:nvPr>
            <p:custDataLst>
              <p:tags r:id="rId2"/>
            </p:custDataLst>
          </p:nvPr>
        </p:nvSpPr>
        <p:spPr>
          <a:xfrm>
            <a:off x="7767955" y="4809290"/>
            <a:ext cx="3460115" cy="356235"/>
          </a:xfrm>
          <a:prstGeom prst="rect">
            <a:avLst/>
          </a:prstGeom>
        </p:spPr>
        <p:txBody>
          <a:bodyPr vert="horz" wrap="square" lIns="90000" tIns="46800" rIns="90000" bIns="46800" anchor="ctr" anchorCtr="0">
            <a:normAutofit/>
          </a:bodyPr>
          <a:lstStyle/>
          <a:p>
            <a:pPr algn="l"/>
            <a:r>
              <a:rPr lang="zh-CN" altLang="en-US" sz="1600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写描述</a:t>
            </a:r>
            <a:endParaRPr lang="zh-CN" altLang="en-US" sz="1600" spc="150">
              <a:solidFill>
                <a:schemeClr val="tx1">
                  <a:lumMod val="65000"/>
                  <a:lumOff val="35000"/>
                </a:schemeClr>
              </a:solidFill>
              <a:uFillTx/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52" name="菱形 51"/>
          <p:cNvSpPr/>
          <p:nvPr>
            <p:custDataLst>
              <p:tags r:id="rId3"/>
            </p:custDataLst>
          </p:nvPr>
        </p:nvSpPr>
        <p:spPr>
          <a:xfrm>
            <a:off x="7058660" y="3787140"/>
            <a:ext cx="508000" cy="508000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0000" tIns="46800" rIns="90000" bIns="46800" anchor="ctr" anchorCtr="0">
            <a:normAutofit fontScale="67500" lnSpcReduction="20000"/>
          </a:bodyPr>
          <a:lstStyle/>
          <a:p>
            <a:pPr algn="ctr">
              <a:lnSpc>
                <a:spcPct val="100000"/>
              </a:lnSpc>
            </a:pPr>
            <a:endParaRPr lang="en-US" altLang="zh-CN" sz="16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55" name="文本框 54"/>
          <p:cNvSpPr txBox="1"/>
          <p:nvPr>
            <p:custDataLst>
              <p:tags r:id="rId4"/>
            </p:custDataLst>
          </p:nvPr>
        </p:nvSpPr>
        <p:spPr>
          <a:xfrm>
            <a:off x="7768590" y="3859965"/>
            <a:ext cx="3460750" cy="356235"/>
          </a:xfrm>
          <a:prstGeom prst="rect">
            <a:avLst/>
          </a:prstGeom>
        </p:spPr>
        <p:txBody>
          <a:bodyPr vert="horz" wrap="square" lIns="90000" tIns="46800" rIns="90000" bIns="46800" anchor="ctr" anchorCtr="0">
            <a:normAutofit/>
          </a:bodyPr>
          <a:lstStyle/>
          <a:p>
            <a:pPr algn="l"/>
            <a:r>
              <a:rPr lang="zh-CN" altLang="en-US" sz="1600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写五点</a:t>
            </a:r>
            <a:endParaRPr lang="zh-CN" altLang="en-US" sz="1600" spc="150">
              <a:solidFill>
                <a:schemeClr val="tx1">
                  <a:lumMod val="65000"/>
                  <a:lumOff val="35000"/>
                </a:schemeClr>
              </a:solidFill>
              <a:uFillTx/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48" name="菱形 47"/>
          <p:cNvSpPr/>
          <p:nvPr>
            <p:custDataLst>
              <p:tags r:id="rId5"/>
            </p:custDataLst>
          </p:nvPr>
        </p:nvSpPr>
        <p:spPr>
          <a:xfrm>
            <a:off x="7064375" y="2838450"/>
            <a:ext cx="508000" cy="508000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0000" tIns="46800" rIns="90000" bIns="46800" anchor="ctr" anchorCtr="0">
            <a:normAutofit fontScale="67500" lnSpcReduction="20000"/>
          </a:bodyPr>
          <a:lstStyle/>
          <a:p>
            <a:pPr algn="ctr">
              <a:lnSpc>
                <a:spcPct val="100000"/>
              </a:lnSpc>
            </a:pPr>
            <a:endParaRPr lang="en-US" altLang="zh-CN" sz="16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51" name="文本框 50"/>
          <p:cNvSpPr txBox="1"/>
          <p:nvPr>
            <p:custDataLst>
              <p:tags r:id="rId6"/>
            </p:custDataLst>
          </p:nvPr>
        </p:nvSpPr>
        <p:spPr>
          <a:xfrm>
            <a:off x="7762875" y="2911275"/>
            <a:ext cx="3458845" cy="356235"/>
          </a:xfrm>
          <a:prstGeom prst="rect">
            <a:avLst/>
          </a:prstGeom>
        </p:spPr>
        <p:txBody>
          <a:bodyPr vert="horz" wrap="square" lIns="90000" tIns="46800" rIns="90000" bIns="46800" anchor="ctr" anchorCtr="0">
            <a:normAutofit/>
          </a:bodyPr>
          <a:lstStyle/>
          <a:p>
            <a:pPr algn="l"/>
            <a:r>
              <a:rPr lang="zh-CN" altLang="en-US" sz="1600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写标题</a:t>
            </a:r>
            <a:endParaRPr lang="zh-CN" altLang="en-US" sz="1600" spc="150">
              <a:solidFill>
                <a:schemeClr val="tx1">
                  <a:lumMod val="65000"/>
                  <a:lumOff val="35000"/>
                </a:schemeClr>
              </a:solidFill>
              <a:uFillTx/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44" name="菱形 43"/>
          <p:cNvSpPr/>
          <p:nvPr>
            <p:custDataLst>
              <p:tags r:id="rId7"/>
            </p:custDataLst>
          </p:nvPr>
        </p:nvSpPr>
        <p:spPr>
          <a:xfrm>
            <a:off x="7064375" y="1889125"/>
            <a:ext cx="508000" cy="508000"/>
          </a:xfrm>
          <a:prstGeom prst="diamond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0000" tIns="46800" rIns="90000" bIns="46800" anchor="ctr" anchorCtr="0">
            <a:normAutofit fontScale="67500" lnSpcReduction="20000"/>
          </a:bodyPr>
          <a:lstStyle/>
          <a:p>
            <a:pPr algn="ctr">
              <a:lnSpc>
                <a:spcPct val="100000"/>
              </a:lnSpc>
            </a:pPr>
            <a:endParaRPr lang="en-US" altLang="zh-CN" sz="16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47" name="文本框 46"/>
          <p:cNvSpPr txBox="1"/>
          <p:nvPr>
            <p:custDataLst>
              <p:tags r:id="rId8"/>
            </p:custDataLst>
          </p:nvPr>
        </p:nvSpPr>
        <p:spPr>
          <a:xfrm>
            <a:off x="7752715" y="1962585"/>
            <a:ext cx="3438525" cy="356235"/>
          </a:xfrm>
          <a:prstGeom prst="rect">
            <a:avLst/>
          </a:prstGeom>
        </p:spPr>
        <p:txBody>
          <a:bodyPr vert="horz" wrap="square" lIns="90000" tIns="46800" rIns="90000" bIns="46800" anchor="ctr" anchorCtr="0">
            <a:normAutofit/>
          </a:bodyPr>
          <a:lstStyle/>
          <a:p>
            <a:pPr algn="l"/>
            <a:r>
              <a:rPr lang="zh-CN" altLang="en-US" sz="1600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调研</a:t>
            </a:r>
            <a:endParaRPr lang="zh-CN" altLang="en-US" sz="1600" spc="150">
              <a:solidFill>
                <a:schemeClr val="tx1">
                  <a:lumMod val="65000"/>
                  <a:lumOff val="35000"/>
                </a:schemeClr>
              </a:solidFill>
              <a:uFillTx/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40" name="菱形 39"/>
          <p:cNvSpPr/>
          <p:nvPr>
            <p:custDataLst>
              <p:tags r:id="rId9"/>
            </p:custDataLst>
          </p:nvPr>
        </p:nvSpPr>
        <p:spPr>
          <a:xfrm>
            <a:off x="7058660" y="5685155"/>
            <a:ext cx="508000" cy="508000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0000" tIns="46800" rIns="90000" bIns="46800" anchor="ctr" anchorCtr="0">
            <a:normAutofit fontScale="67500" lnSpcReduction="20000"/>
          </a:bodyPr>
          <a:lstStyle/>
          <a:p>
            <a:pPr algn="ctr">
              <a:lnSpc>
                <a:spcPct val="100000"/>
              </a:lnSpc>
            </a:pPr>
            <a:endParaRPr lang="en-US" altLang="zh-CN" sz="16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43" name="文本框 42"/>
          <p:cNvSpPr txBox="1"/>
          <p:nvPr>
            <p:custDataLst>
              <p:tags r:id="rId10"/>
            </p:custDataLst>
          </p:nvPr>
        </p:nvSpPr>
        <p:spPr>
          <a:xfrm>
            <a:off x="7767955" y="5758615"/>
            <a:ext cx="3460115" cy="356235"/>
          </a:xfrm>
          <a:prstGeom prst="rect">
            <a:avLst/>
          </a:prstGeom>
        </p:spPr>
        <p:txBody>
          <a:bodyPr vert="horz" wrap="square" lIns="90000" tIns="46800" rIns="90000" bIns="46800" anchor="ctr" anchorCtr="0">
            <a:normAutofit/>
          </a:bodyPr>
          <a:lstStyle/>
          <a:p>
            <a:pPr algn="l"/>
            <a:r>
              <a:rPr lang="zh-CN" altLang="en-US" sz="1600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后台搜索关键词设置</a:t>
            </a:r>
            <a:endParaRPr lang="zh-CN" altLang="en-US" sz="1600" spc="150">
              <a:solidFill>
                <a:schemeClr val="tx1">
                  <a:lumMod val="65000"/>
                  <a:lumOff val="35000"/>
                </a:schemeClr>
              </a:solidFill>
              <a:uFillTx/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18" name="矩形 17"/>
          <p:cNvSpPr/>
          <p:nvPr>
            <p:custDataLst>
              <p:tags r:id="rId11"/>
            </p:custDataLst>
          </p:nvPr>
        </p:nvSpPr>
        <p:spPr>
          <a:xfrm>
            <a:off x="7156207" y="5754489"/>
            <a:ext cx="312906" cy="36933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altLang="zh-CN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5</a:t>
            </a:r>
            <a:endParaRPr lang="en-US" altLang="zh-CN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19" name="矩形 18"/>
          <p:cNvSpPr/>
          <p:nvPr>
            <p:custDataLst>
              <p:tags r:id="rId12"/>
            </p:custDataLst>
          </p:nvPr>
        </p:nvSpPr>
        <p:spPr>
          <a:xfrm>
            <a:off x="7156207" y="4805164"/>
            <a:ext cx="312906" cy="36933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altLang="zh-CN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4</a:t>
            </a:r>
            <a:endParaRPr lang="en-US" altLang="zh-CN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20" name="矩形 19"/>
          <p:cNvSpPr/>
          <p:nvPr>
            <p:custDataLst>
              <p:tags r:id="rId13"/>
            </p:custDataLst>
          </p:nvPr>
        </p:nvSpPr>
        <p:spPr>
          <a:xfrm>
            <a:off x="7156207" y="3856474"/>
            <a:ext cx="312906" cy="36933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altLang="zh-CN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3</a:t>
            </a:r>
            <a:endParaRPr lang="en-US" altLang="zh-CN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21" name="矩形 20"/>
          <p:cNvSpPr/>
          <p:nvPr>
            <p:custDataLst>
              <p:tags r:id="rId14"/>
            </p:custDataLst>
          </p:nvPr>
        </p:nvSpPr>
        <p:spPr>
          <a:xfrm>
            <a:off x="7161922" y="2907784"/>
            <a:ext cx="312906" cy="36933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altLang="zh-CN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2</a:t>
            </a:r>
            <a:endParaRPr lang="en-US" altLang="zh-CN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22" name="矩形 21"/>
          <p:cNvSpPr/>
          <p:nvPr>
            <p:custDataLst>
              <p:tags r:id="rId15"/>
            </p:custDataLst>
          </p:nvPr>
        </p:nvSpPr>
        <p:spPr>
          <a:xfrm>
            <a:off x="7161922" y="1958459"/>
            <a:ext cx="312906" cy="36933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altLang="zh-CN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1</a:t>
            </a:r>
            <a:endParaRPr lang="en-US" altLang="zh-CN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24" name="文本框 23"/>
          <p:cNvSpPr txBox="1"/>
          <p:nvPr>
            <p:custDataLst>
              <p:tags r:id="rId16"/>
            </p:custDataLst>
          </p:nvPr>
        </p:nvSpPr>
        <p:spPr>
          <a:xfrm>
            <a:off x="7763510" y="530860"/>
            <a:ext cx="1733550" cy="768350"/>
          </a:xfrm>
          <a:prstGeom prst="rect">
            <a:avLst/>
          </a:prstGeom>
          <a:noFill/>
        </p:spPr>
        <p:txBody>
          <a:bodyPr wrap="square" lIns="91440" tIns="45720" rIns="91440" bIns="45720" rtlCol="0">
            <a:normAutofit lnSpcReduction="10000"/>
          </a:bodyPr>
          <a:lstStyle>
            <a:defPPr>
              <a:defRPr lang="zh-CN"/>
            </a:defPPr>
            <a:lvl1pPr>
              <a:defRPr sz="4800" b="1" spc="60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b="0">
                <a:solidFill>
                  <a:schemeClr val="tx1">
                    <a:lumMod val="85000"/>
                    <a:lumOff val="15000"/>
                  </a:schemeClr>
                </a:solidFill>
                <a:ea typeface="汉仪旗黑-85S" panose="00020600040101010101" pitchFamily="18" charset="-122"/>
                <a:sym typeface="Arial" panose="020B0604020202020204" pitchFamily="34" charset="0"/>
              </a:rPr>
              <a:t>目录</a:t>
            </a:r>
            <a:endParaRPr lang="zh-CN" altLang="en-US" b="0">
              <a:solidFill>
                <a:schemeClr val="tx1">
                  <a:lumMod val="85000"/>
                  <a:lumOff val="15000"/>
                </a:schemeClr>
              </a:solidFill>
              <a:ea typeface="汉仪旗黑-85S" panose="00020600040101010101" pitchFamily="18" charset="-122"/>
              <a:sym typeface="Arial" panose="020B0604020202020204" pitchFamily="34" charset="0"/>
            </a:endParaRPr>
          </a:p>
        </p:txBody>
      </p:sp>
    </p:spTree>
    <p:custDataLst>
      <p:tags r:id="rId17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accent1">
                <a:lumMod val="5000"/>
                <a:lumOff val="95000"/>
              </a:schemeClr>
            </a:gs>
            <a:gs pos="30000">
              <a:schemeClr val="accent1">
                <a:lumMod val="45000"/>
                <a:lumOff val="55000"/>
              </a:schemeClr>
            </a:gs>
            <a:gs pos="98000">
              <a:schemeClr val="accent1">
                <a:lumMod val="69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116195" y="434340"/>
            <a:ext cx="1706880" cy="101473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6000" b="1">
                <a:solidFill>
                  <a:srgbClr val="C00000"/>
                </a:solidFill>
              </a:rPr>
              <a:t>调研</a:t>
            </a:r>
            <a:endParaRPr lang="zh-CN" altLang="en-US" sz="6000" b="1">
              <a:solidFill>
                <a:srgbClr val="C00000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423795" y="2190750"/>
            <a:ext cx="7091680" cy="353822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r>
              <a:rPr lang="en-US" altLang="zh-CN" sz="3200"/>
              <a:t>1</a:t>
            </a:r>
            <a:r>
              <a:rPr lang="zh-CN" altLang="en-US" sz="3200"/>
              <a:t>、通过大词入口做调研</a:t>
            </a:r>
            <a:endParaRPr lang="zh-CN" altLang="en-US" sz="3200"/>
          </a:p>
          <a:p>
            <a:pPr algn="ctr"/>
            <a:br>
              <a:rPr lang="zh-CN" altLang="en-US" sz="3200"/>
            </a:br>
            <a:r>
              <a:rPr lang="en-US" altLang="zh-CN" sz="3200"/>
              <a:t>2</a:t>
            </a:r>
            <a:r>
              <a:rPr lang="zh-CN" altLang="en-US" sz="3200"/>
              <a:t>、通过竞争对手做调研</a:t>
            </a:r>
            <a:endParaRPr lang="zh-CN" altLang="en-US" sz="3200"/>
          </a:p>
          <a:p>
            <a:pPr algn="ctr"/>
            <a:br>
              <a:rPr lang="zh-CN" altLang="en-US" sz="3200"/>
            </a:br>
            <a:r>
              <a:rPr lang="en-US" altLang="zh-CN" sz="3200"/>
              <a:t>3</a:t>
            </a:r>
            <a:r>
              <a:rPr lang="zh-CN" altLang="en-US" sz="3200"/>
              <a:t>、通过客户搜索词做调研</a:t>
            </a:r>
            <a:endParaRPr lang="zh-CN" altLang="en-US" sz="3200"/>
          </a:p>
          <a:p>
            <a:pPr algn="ctr"/>
            <a:endParaRPr lang="zh-CN" altLang="en-US" sz="3200"/>
          </a:p>
          <a:p>
            <a:pPr algn="ctr"/>
            <a:r>
              <a:rPr lang="zh-CN" altLang="en-US" sz="3200"/>
              <a:t>核心点</a:t>
            </a:r>
            <a:r>
              <a:rPr lang="en-US" altLang="zh-CN" sz="3200"/>
              <a:t>→</a:t>
            </a:r>
            <a:r>
              <a:rPr lang="zh-CN" altLang="en-US" sz="3200">
                <a:solidFill>
                  <a:srgbClr val="C00000"/>
                </a:solidFill>
              </a:rPr>
              <a:t>在于找到相关性最高的曝光词</a:t>
            </a:r>
            <a:endParaRPr lang="zh-CN" altLang="en-US" sz="3200">
              <a:solidFill>
                <a:srgbClr val="C00000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4329430" y="0"/>
            <a:ext cx="3383280" cy="95313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r>
              <a:rPr lang="zh-CN" altLang="en-US" sz="2800">
                <a:solidFill>
                  <a:srgbClr val="FF0000"/>
                </a:solidFill>
              </a:rPr>
              <a:t>通过大词做调研</a:t>
            </a:r>
            <a:br>
              <a:rPr lang="zh-CN" altLang="en-US" sz="2800">
                <a:solidFill>
                  <a:srgbClr val="FF0000"/>
                </a:solidFill>
              </a:rPr>
            </a:br>
            <a:r>
              <a:rPr lang="zh-CN" altLang="en-US" sz="2800"/>
              <a:t>我们这个产品为例子</a:t>
            </a:r>
            <a:endParaRPr lang="zh-CN" altLang="en-US" sz="2800"/>
          </a:p>
        </p:txBody>
      </p:sp>
      <p:sp>
        <p:nvSpPr>
          <p:cNvPr id="4" name="文本框 3"/>
          <p:cNvSpPr txBox="1"/>
          <p:nvPr/>
        </p:nvSpPr>
        <p:spPr>
          <a:xfrm>
            <a:off x="3712210" y="939800"/>
            <a:ext cx="47675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/>
              <a:t>https://www.amazon.co.uk/dp/B0832GH4WF/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2125" y="1308100"/>
            <a:ext cx="11270615" cy="548132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4591685" y="169545"/>
            <a:ext cx="2595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、通过大词入口做调研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7035" y="2592070"/>
            <a:ext cx="11377930" cy="219964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655185" y="1847215"/>
            <a:ext cx="2468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下图是我们已知的大词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4886960" y="5276215"/>
            <a:ext cx="2418080" cy="11988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r>
              <a:rPr lang="zh-CN" altLang="en-US"/>
              <a:t>Bluetooth earphone</a:t>
            </a:r>
            <a:endParaRPr lang="zh-CN" altLang="en-US"/>
          </a:p>
          <a:p>
            <a:pPr algn="ctr"/>
            <a:r>
              <a:rPr lang="zh-CN" altLang="en-US"/>
              <a:t>Wireless Headphones</a:t>
            </a:r>
            <a:endParaRPr lang="zh-CN" altLang="en-US"/>
          </a:p>
          <a:p>
            <a:pPr algn="ctr"/>
            <a:r>
              <a:rPr lang="zh-CN" altLang="en-US"/>
              <a:t>Bluetooth earbuds</a:t>
            </a:r>
            <a:endParaRPr lang="zh-CN" altLang="en-US"/>
          </a:p>
          <a:p>
            <a:pPr algn="ctr"/>
            <a:r>
              <a:rPr lang="zh-CN" altLang="en-US"/>
              <a:t>In-ear headphones</a:t>
            </a:r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60" y="637540"/>
            <a:ext cx="12044680" cy="582676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115" y="734060"/>
            <a:ext cx="12130405" cy="567944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4481195" y="259080"/>
            <a:ext cx="39039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将已知大词做分析并将词导出</a:t>
            </a:r>
            <a:r>
              <a:rPr lang="en-US" altLang="zh-CN"/>
              <a:t>EXCEL</a:t>
            </a:r>
            <a:endParaRPr lang="en-US" altLang="zh-CN"/>
          </a:p>
        </p:txBody>
      </p:sp>
    </p:spTree>
    <p:custDataLst>
      <p:tags r:id="rId2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47160" y="31115"/>
            <a:ext cx="4351020" cy="382143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700" y="3208655"/>
            <a:ext cx="11912600" cy="355854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686560" y="253365"/>
            <a:ext cx="8818880" cy="107632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r>
              <a:rPr lang="zh-CN" altLang="en-US" sz="2800">
                <a:solidFill>
                  <a:srgbClr val="FF0000"/>
                </a:solidFill>
              </a:rPr>
              <a:t>通过竞争对手做调研</a:t>
            </a:r>
            <a:br>
              <a:rPr lang="zh-CN" altLang="en-US" sz="2800">
                <a:solidFill>
                  <a:srgbClr val="FF0000"/>
                </a:solidFill>
              </a:rPr>
            </a:br>
            <a:r>
              <a:rPr lang="en-US" altLang="zh-CN">
                <a:solidFill>
                  <a:srgbClr val="FF0000"/>
                </a:solidFill>
              </a:rPr>
              <a:t>1</a:t>
            </a:r>
            <a:r>
              <a:rPr lang="zh-CN" altLang="en-US">
                <a:solidFill>
                  <a:srgbClr val="FF0000"/>
                </a:solidFill>
              </a:rPr>
              <a:t>、通过相识产品卖家标题摘取核心关键词用</a:t>
            </a:r>
            <a:r>
              <a:rPr lang="en-US" altLang="zh-CN">
                <a:solidFill>
                  <a:srgbClr val="FF0000"/>
                </a:solidFill>
              </a:rPr>
              <a:t>H10</a:t>
            </a:r>
            <a:r>
              <a:rPr lang="zh-CN" altLang="en-US">
                <a:solidFill>
                  <a:srgbClr val="FF0000"/>
                </a:solidFill>
              </a:rPr>
              <a:t>扩流量词</a:t>
            </a:r>
            <a:br>
              <a:rPr lang="zh-CN" altLang="en-US">
                <a:solidFill>
                  <a:srgbClr val="FF0000"/>
                </a:solidFill>
              </a:rPr>
            </a:br>
            <a:r>
              <a:rPr lang="en-US" altLang="zh-CN">
                <a:solidFill>
                  <a:srgbClr val="FF0000"/>
                </a:solidFill>
              </a:rPr>
              <a:t>2</a:t>
            </a:r>
            <a:r>
              <a:rPr lang="zh-CN" altLang="en-US">
                <a:solidFill>
                  <a:srgbClr val="FF0000"/>
                </a:solidFill>
              </a:rPr>
              <a:t>、通过</a:t>
            </a:r>
            <a:r>
              <a:rPr lang="en-US" altLang="zh-CN">
                <a:solidFill>
                  <a:srgbClr val="FF0000"/>
                </a:solidFill>
              </a:rPr>
              <a:t>SEO</a:t>
            </a:r>
            <a:r>
              <a:rPr lang="zh-CN" altLang="en-US">
                <a:solidFill>
                  <a:srgbClr val="FF0000"/>
                </a:solidFill>
              </a:rPr>
              <a:t>（搜索引擎优化）搜索链接，分析竞争对手都是怎么布控</a:t>
            </a:r>
            <a:r>
              <a:rPr lang="en-US" altLang="zh-CN">
                <a:solidFill>
                  <a:srgbClr val="FF0000"/>
                </a:solidFill>
              </a:rPr>
              <a:t>SEO</a:t>
            </a:r>
            <a:r>
              <a:rPr lang="zh-CN" altLang="en-US">
                <a:solidFill>
                  <a:srgbClr val="FF0000"/>
                </a:solidFill>
              </a:rPr>
              <a:t>。重点！！</a:t>
            </a:r>
            <a:endParaRPr lang="zh-CN" altLang="en-US">
              <a:solidFill>
                <a:srgbClr val="FF0000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575" y="1329690"/>
            <a:ext cx="12135485" cy="541337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737995" y="1736725"/>
            <a:ext cx="87172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400" b="1">
                <a:solidFill>
                  <a:srgbClr val="FF0000"/>
                </a:solidFill>
              </a:rPr>
              <a:t>之前选品课有说怎么摘取标题里面的核心关键词，这里不多阐述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686560" y="135890"/>
            <a:ext cx="88188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altLang="zh-CN">
                <a:solidFill>
                  <a:srgbClr val="FF0000"/>
                </a:solidFill>
                <a:sym typeface="+mn-ea"/>
              </a:rPr>
              <a:t>2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、通过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SEO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（搜索引擎优化）搜索链接，分析竞争对手都是怎么布控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SEO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。重点！！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3248660" y="597535"/>
            <a:ext cx="56946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我们需要运用插件抓取同行卖家链接的</a:t>
            </a:r>
            <a:r>
              <a:rPr lang="en-US" altLang="zh-CN">
                <a:solidFill>
                  <a:srgbClr val="FF0000"/>
                </a:solidFill>
              </a:rPr>
              <a:t>SEO</a:t>
            </a:r>
            <a:r>
              <a:rPr lang="zh-CN" altLang="en-US">
                <a:solidFill>
                  <a:srgbClr val="FF0000"/>
                </a:solidFill>
              </a:rPr>
              <a:t>优化高频词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464560" y="965835"/>
            <a:ext cx="5262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/>
              <a:t>http://tools.seobook.com/general/keyword-density/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83940" y="1334135"/>
            <a:ext cx="4892675" cy="531622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0790" y="71120"/>
            <a:ext cx="9799320" cy="665607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5415915" y="4164330"/>
            <a:ext cx="22402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记录下来，不用太多</a:t>
            </a:r>
            <a:endParaRPr lang="zh-CN" altLang="en-US">
              <a:solidFill>
                <a:srgbClr val="FF0000"/>
              </a:solidFill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8455" y="897255"/>
            <a:ext cx="11515090" cy="542988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4290060" y="248920"/>
            <a:ext cx="3611880" cy="92202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r>
              <a:rPr lang="zh-CN" altLang="en-US">
                <a:solidFill>
                  <a:srgbClr val="FF0000"/>
                </a:solidFill>
              </a:rPr>
              <a:t>写文案之前我与大家分享一款软件</a:t>
            </a:r>
            <a:endParaRPr lang="zh-CN" altLang="en-US">
              <a:solidFill>
                <a:srgbClr val="FF0000"/>
              </a:solidFill>
            </a:endParaRPr>
          </a:p>
          <a:p>
            <a:pPr algn="ctr"/>
            <a:r>
              <a:rPr lang="zh-CN" altLang="en-US">
                <a:solidFill>
                  <a:srgbClr val="FF0000"/>
                </a:solidFill>
              </a:rPr>
              <a:t>用来修改语法错误</a:t>
            </a:r>
            <a:br>
              <a:rPr lang="zh-CN" altLang="en-US">
                <a:solidFill>
                  <a:srgbClr val="FF0000"/>
                </a:solidFill>
              </a:rPr>
            </a:br>
            <a:r>
              <a:rPr lang="zh-CN" altLang="en-US">
                <a:solidFill>
                  <a:srgbClr val="FF0000"/>
                </a:solidFill>
              </a:rPr>
              <a:t>众所周知老外非常讨厌语法错误</a:t>
            </a:r>
            <a:endParaRPr lang="zh-CN" altLang="en-US">
              <a:solidFill>
                <a:srgbClr val="FF0000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64145" y="1205230"/>
            <a:ext cx="4305300" cy="531114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8288020" y="488950"/>
            <a:ext cx="293433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/>
              <a:t>https://app.grammarly.com/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60" y="1205230"/>
            <a:ext cx="8534400" cy="551688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4404360" y="373380"/>
            <a:ext cx="33832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安装插件也可搭配谷歌翻译使用</a:t>
            </a:r>
            <a:endParaRPr lang="zh-CN" altLang="en-US">
              <a:solidFill>
                <a:srgbClr val="FF0000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3455" y="962660"/>
            <a:ext cx="10245090" cy="580644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445760" y="695960"/>
            <a:ext cx="1300480" cy="76835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4400">
                <a:solidFill>
                  <a:srgbClr val="C00000"/>
                </a:solidFill>
              </a:rPr>
              <a:t>标题</a:t>
            </a:r>
            <a:endParaRPr lang="zh-CN" altLang="en-US" sz="4400">
              <a:solidFill>
                <a:srgbClr val="C00000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453130" y="2776220"/>
            <a:ext cx="5285740" cy="255333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r>
              <a:rPr lang="en-US" altLang="zh-CN" sz="3200"/>
              <a:t>1</a:t>
            </a:r>
            <a:r>
              <a:rPr lang="zh-CN" altLang="en-US" sz="3200"/>
              <a:t>、正确选择关键词进行插入</a:t>
            </a:r>
            <a:endParaRPr lang="zh-CN" altLang="en-US" sz="3200"/>
          </a:p>
          <a:p>
            <a:pPr algn="ctr"/>
            <a:br>
              <a:rPr lang="zh-CN" altLang="en-US" sz="3200"/>
            </a:br>
            <a:r>
              <a:rPr lang="en-US" altLang="zh-CN" sz="3200"/>
              <a:t>2</a:t>
            </a:r>
            <a:r>
              <a:rPr lang="zh-CN" altLang="en-US" sz="3200"/>
              <a:t>、使用公式</a:t>
            </a:r>
            <a:r>
              <a:rPr lang="en-US" altLang="zh-CN" sz="3200"/>
              <a:t>/</a:t>
            </a:r>
            <a:r>
              <a:rPr lang="zh-CN" altLang="en-US" sz="3200"/>
              <a:t>结构</a:t>
            </a:r>
            <a:endParaRPr lang="zh-CN" altLang="en-US" sz="3200"/>
          </a:p>
          <a:p>
            <a:pPr algn="ctr"/>
            <a:br>
              <a:rPr lang="zh-CN" altLang="en-US" sz="3200"/>
            </a:br>
            <a:r>
              <a:rPr lang="en-US" altLang="zh-CN" sz="3200"/>
              <a:t>3</a:t>
            </a:r>
            <a:r>
              <a:rPr lang="zh-CN" altLang="en-US" sz="3200"/>
              <a:t>、多维度考虑</a:t>
            </a:r>
            <a:endParaRPr lang="zh-CN" altLang="en-US" sz="3200"/>
          </a:p>
        </p:txBody>
      </p:sp>
    </p:spTree>
    <p:custDataLst>
      <p:tags r:id="rId2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3756025" y="312420"/>
            <a:ext cx="4679315" cy="92202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5400">
                <a:solidFill>
                  <a:srgbClr val="C00000"/>
                </a:solidFill>
              </a:rPr>
              <a:t>1</a:t>
            </a:r>
            <a:r>
              <a:rPr lang="zh-CN" altLang="en-US" sz="5400">
                <a:solidFill>
                  <a:srgbClr val="C00000"/>
                </a:solidFill>
              </a:rPr>
              <a:t>、关键词选择</a:t>
            </a:r>
            <a:endParaRPr lang="zh-CN" altLang="en-US" sz="5400">
              <a:solidFill>
                <a:srgbClr val="C00000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88595" y="1708785"/>
            <a:ext cx="11968480" cy="45231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r>
              <a:rPr lang="en-US" altLang="zh-CN" sz="3200"/>
              <a:t>1</a:t>
            </a:r>
            <a:r>
              <a:rPr lang="zh-CN" altLang="en-US" sz="3200"/>
              <a:t>、最高搜索词（相关）</a:t>
            </a:r>
            <a:endParaRPr lang="zh-CN" altLang="en-US" sz="3200"/>
          </a:p>
          <a:p>
            <a:pPr algn="ctr"/>
            <a:endParaRPr lang="zh-CN" altLang="en-US" sz="3200"/>
          </a:p>
          <a:p>
            <a:pPr algn="ctr"/>
            <a:r>
              <a:rPr lang="en-US" altLang="zh-CN" sz="3200"/>
              <a:t>2</a:t>
            </a:r>
            <a:r>
              <a:rPr lang="zh-CN" altLang="en-US" sz="3200"/>
              <a:t>、标题要让买家有购买欲</a:t>
            </a:r>
            <a:endParaRPr lang="zh-CN" altLang="en-US" sz="3200"/>
          </a:p>
          <a:p>
            <a:pPr algn="ctr"/>
            <a:r>
              <a:rPr lang="zh-CN" altLang="en-US" sz="3200"/>
              <a:t>（前排不单单要筛选高流量词。也要添加最能描述产品的关键词）</a:t>
            </a:r>
            <a:endParaRPr lang="zh-CN" altLang="en-US" sz="3200"/>
          </a:p>
          <a:p>
            <a:pPr algn="ctr"/>
            <a:br>
              <a:rPr lang="zh-CN" altLang="en-US" sz="3200"/>
            </a:br>
            <a:r>
              <a:rPr lang="en-US" altLang="zh-CN" sz="3200"/>
              <a:t>3</a:t>
            </a:r>
            <a:r>
              <a:rPr lang="zh-CN" altLang="en-US" sz="3200"/>
              <a:t>、排名前十</a:t>
            </a:r>
            <a:r>
              <a:rPr lang="en-US" altLang="zh-CN" sz="3200"/>
              <a:t>listing</a:t>
            </a:r>
            <a:r>
              <a:rPr lang="zh-CN" altLang="en-US" sz="3200"/>
              <a:t>的高频词</a:t>
            </a:r>
            <a:endParaRPr lang="zh-CN" altLang="en-US" sz="3200"/>
          </a:p>
          <a:p>
            <a:pPr algn="ctr"/>
            <a:br>
              <a:rPr lang="zh-CN" altLang="en-US" sz="3200"/>
            </a:br>
            <a:r>
              <a:rPr lang="en-US" altLang="zh-CN" sz="3200"/>
              <a:t>4</a:t>
            </a:r>
            <a:r>
              <a:rPr lang="zh-CN" altLang="en-US" sz="3200"/>
              <a:t>、可以重复一些词根，重点在于词根组合</a:t>
            </a:r>
            <a:endParaRPr lang="zh-CN" altLang="en-US" sz="3200"/>
          </a:p>
          <a:p>
            <a:pPr algn="ctr"/>
            <a:r>
              <a:rPr lang="zh-CN" altLang="en-US" sz="3200"/>
              <a:t>（也就是说我们能不能覆盖更多的核心词根）</a:t>
            </a:r>
            <a:endParaRPr lang="zh-CN" altLang="en-US" sz="3200"/>
          </a:p>
        </p:txBody>
      </p:sp>
    </p:spTree>
    <p:custDataLst>
      <p:tags r:id="rId2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910" y="730885"/>
            <a:ext cx="12108815" cy="563499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4885690" y="518160"/>
            <a:ext cx="3287395" cy="76835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4400">
                <a:solidFill>
                  <a:srgbClr val="C00000"/>
                </a:solidFill>
              </a:rPr>
              <a:t>2</a:t>
            </a:r>
            <a:r>
              <a:rPr lang="zh-CN" altLang="en-US" sz="4400">
                <a:solidFill>
                  <a:srgbClr val="C00000"/>
                </a:solidFill>
              </a:rPr>
              <a:t>、公式结构</a:t>
            </a:r>
            <a:endParaRPr lang="zh-CN" altLang="en-US" sz="4400">
              <a:solidFill>
                <a:srgbClr val="C00000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371600" y="2028190"/>
            <a:ext cx="10044430" cy="353822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r>
              <a:rPr lang="zh-CN" altLang="en-US" sz="3200"/>
              <a:t>品牌</a:t>
            </a:r>
            <a:r>
              <a:rPr lang="en-US" altLang="zh-CN" sz="3200"/>
              <a:t>+</a:t>
            </a:r>
            <a:r>
              <a:rPr lang="zh-CN" altLang="en-US" sz="3200"/>
              <a:t>主要关键词 </a:t>
            </a:r>
            <a:r>
              <a:rPr lang="en-US" altLang="zh-CN" sz="3200"/>
              <a:t>| </a:t>
            </a:r>
            <a:r>
              <a:rPr lang="zh-CN" altLang="en-US" sz="3200"/>
              <a:t>主要特征</a:t>
            </a:r>
            <a:r>
              <a:rPr lang="en-US" altLang="zh-CN" sz="3200"/>
              <a:t>1+</a:t>
            </a:r>
            <a:r>
              <a:rPr lang="zh-CN" altLang="en-US" sz="3200"/>
              <a:t>主要特征</a:t>
            </a:r>
            <a:r>
              <a:rPr lang="en-US" altLang="zh-CN" sz="3200"/>
              <a:t>2+</a:t>
            </a:r>
            <a:r>
              <a:rPr lang="zh-CN" altLang="en-US" sz="3200"/>
              <a:t>数量</a:t>
            </a:r>
            <a:r>
              <a:rPr lang="en-US" altLang="zh-CN" sz="3200"/>
              <a:t>+</a:t>
            </a:r>
            <a:r>
              <a:rPr lang="zh-CN" altLang="en-US" sz="3200"/>
              <a:t>颜色等</a:t>
            </a:r>
            <a:endParaRPr lang="zh-CN" altLang="en-US" sz="3200"/>
          </a:p>
          <a:p>
            <a:pPr algn="ctr"/>
            <a:endParaRPr lang="zh-CN" altLang="en-US" sz="3200"/>
          </a:p>
          <a:p>
            <a:pPr algn="ctr"/>
            <a:r>
              <a:rPr lang="zh-CN" altLang="en-US" sz="3200"/>
              <a:t>抓住大词流量 </a:t>
            </a:r>
            <a:r>
              <a:rPr lang="en-US" altLang="zh-CN" sz="3200"/>
              <a:t>| </a:t>
            </a:r>
            <a:r>
              <a:rPr lang="zh-CN" altLang="en-US" sz="3200"/>
              <a:t>又不损失可读性</a:t>
            </a:r>
            <a:br>
              <a:rPr lang="zh-CN" altLang="en-US" sz="3200"/>
            </a:br>
            <a:r>
              <a:rPr lang="zh-CN" altLang="en-US" sz="3200"/>
              <a:t>（也就是说做到机器能读、卖家也能读）</a:t>
            </a:r>
            <a:endParaRPr lang="zh-CN" altLang="en-US" sz="3200"/>
          </a:p>
          <a:p>
            <a:pPr algn="ctr"/>
            <a:br>
              <a:rPr lang="zh-CN" altLang="en-US" sz="3200"/>
            </a:br>
            <a:r>
              <a:rPr lang="zh-CN" altLang="en-US" sz="3200"/>
              <a:t>开头不要太长</a:t>
            </a:r>
            <a:br>
              <a:rPr lang="zh-CN" altLang="en-US" sz="3200"/>
            </a:br>
            <a:r>
              <a:rPr lang="en-US" altLang="zh-CN" sz="3200"/>
              <a:t>(</a:t>
            </a:r>
            <a:r>
              <a:rPr lang="zh-CN" altLang="en-US" sz="3200"/>
              <a:t>移动端的卖家也能一眼可读）</a:t>
            </a:r>
            <a:r>
              <a:rPr lang="en-US" altLang="zh-CN" sz="3200"/>
              <a:t> </a:t>
            </a:r>
            <a:endParaRPr lang="en-US" altLang="zh-CN" sz="3200"/>
          </a:p>
        </p:txBody>
      </p:sp>
    </p:spTree>
    <p:custDataLst>
      <p:tags r:id="rId2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6710" y="922655"/>
            <a:ext cx="11239500" cy="27432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1590" y="3410585"/>
            <a:ext cx="9349740" cy="329946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318760" y="492125"/>
            <a:ext cx="1554480" cy="92202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r>
              <a:rPr lang="zh-CN" altLang="en-US" sz="5400" b="1">
                <a:solidFill>
                  <a:srgbClr val="C00000"/>
                </a:solidFill>
              </a:rPr>
              <a:t>五点</a:t>
            </a:r>
            <a:endParaRPr lang="zh-CN" altLang="en-US" sz="5400" b="1">
              <a:solidFill>
                <a:srgbClr val="C00000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362960" y="2306320"/>
            <a:ext cx="5466080" cy="286131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r>
              <a:rPr lang="en-US" altLang="zh-CN" sz="3600"/>
              <a:t>1</a:t>
            </a:r>
            <a:r>
              <a:rPr lang="zh-CN" altLang="en-US" sz="3600"/>
              <a:t>、选择正确的关键词插入</a:t>
            </a:r>
            <a:endParaRPr lang="zh-CN" altLang="en-US" sz="3600"/>
          </a:p>
          <a:p>
            <a:pPr algn="ctr"/>
            <a:br>
              <a:rPr lang="zh-CN" altLang="en-US" sz="3600"/>
            </a:br>
            <a:r>
              <a:rPr lang="en-US" altLang="zh-CN" sz="3600"/>
              <a:t>2</a:t>
            </a:r>
            <a:r>
              <a:rPr lang="zh-CN" altLang="en-US" sz="3600"/>
              <a:t>、优点</a:t>
            </a:r>
            <a:r>
              <a:rPr lang="en-US" altLang="zh-CN" sz="3600"/>
              <a:t>+</a:t>
            </a:r>
            <a:r>
              <a:rPr lang="zh-CN" altLang="en-US" sz="3600"/>
              <a:t>功能</a:t>
            </a:r>
            <a:endParaRPr lang="zh-CN" altLang="en-US" sz="3600"/>
          </a:p>
          <a:p>
            <a:pPr algn="ctr"/>
            <a:br>
              <a:rPr lang="zh-CN" altLang="en-US" sz="3600"/>
            </a:br>
            <a:r>
              <a:rPr lang="zh-CN" altLang="en-US" sz="3600"/>
              <a:t>介绍</a:t>
            </a:r>
            <a:endParaRPr lang="zh-CN" altLang="en-US" sz="3600"/>
          </a:p>
        </p:txBody>
      </p:sp>
    </p:spTree>
    <p:custDataLst>
      <p:tags r:id="rId2"/>
    </p:custData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4172903" y="507365"/>
            <a:ext cx="3846195" cy="76835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r>
              <a:rPr lang="en-US" altLang="zh-CN" sz="4400">
                <a:solidFill>
                  <a:srgbClr val="C00000"/>
                </a:solidFill>
              </a:rPr>
              <a:t>1</a:t>
            </a:r>
            <a:r>
              <a:rPr lang="zh-CN" altLang="en-US" sz="4400">
                <a:solidFill>
                  <a:srgbClr val="C00000"/>
                </a:solidFill>
              </a:rPr>
              <a:t>、关键词选择</a:t>
            </a:r>
            <a:endParaRPr lang="zh-CN" altLang="en-US" sz="4400">
              <a:solidFill>
                <a:srgbClr val="C00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827530" y="2536825"/>
            <a:ext cx="8536940" cy="255333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r>
              <a:rPr lang="en-US" altLang="zh-CN" sz="3200"/>
              <a:t>1</a:t>
            </a:r>
            <a:r>
              <a:rPr lang="zh-CN" altLang="en-US" sz="3200"/>
              <a:t>、使用搜索量词大于</a:t>
            </a:r>
            <a:r>
              <a:rPr lang="en-US" altLang="zh-CN" sz="3200"/>
              <a:t>1W</a:t>
            </a:r>
            <a:r>
              <a:rPr lang="zh-CN" altLang="en-US" sz="3200"/>
              <a:t>的相关性关键词</a:t>
            </a:r>
            <a:endParaRPr lang="zh-CN" altLang="en-US" sz="3200"/>
          </a:p>
          <a:p>
            <a:pPr algn="ctr"/>
            <a:br>
              <a:rPr lang="zh-CN" altLang="en-US" sz="3200"/>
            </a:br>
            <a:r>
              <a:rPr lang="en-US" altLang="zh-CN" sz="3200"/>
              <a:t>2</a:t>
            </a:r>
            <a:r>
              <a:rPr lang="zh-CN" altLang="en-US" sz="3200"/>
              <a:t>、编写时用前十卖家五点作为参考</a:t>
            </a:r>
            <a:endParaRPr lang="zh-CN" altLang="en-US" sz="3200"/>
          </a:p>
          <a:p>
            <a:pPr algn="ctr"/>
            <a:br>
              <a:rPr lang="zh-CN" altLang="en-US" sz="3200"/>
            </a:br>
            <a:r>
              <a:rPr lang="en-US" altLang="zh-CN" sz="3200"/>
              <a:t>3</a:t>
            </a:r>
            <a:r>
              <a:rPr lang="zh-CN" altLang="en-US" sz="3200"/>
              <a:t>、避免关键词重复</a:t>
            </a:r>
            <a:r>
              <a:rPr lang="en-US" altLang="zh-CN" sz="3200"/>
              <a:t>→</a:t>
            </a:r>
            <a:r>
              <a:rPr lang="zh-CN" altLang="en-US" sz="3200"/>
              <a:t>埋关键词也要关注可读性</a:t>
            </a:r>
            <a:endParaRPr lang="zh-CN" altLang="en-US" sz="3200"/>
          </a:p>
        </p:txBody>
      </p:sp>
    </p:spTree>
    <p:custDataLst>
      <p:tags r:id="rId2"/>
    </p:custData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0665" y="153670"/>
            <a:ext cx="3850640" cy="655002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0525" y="497840"/>
            <a:ext cx="7669530" cy="593217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4601210" y="591820"/>
            <a:ext cx="29895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r>
              <a:rPr lang="en-US" altLang="zh-CN" sz="3600">
                <a:solidFill>
                  <a:srgbClr val="C00000"/>
                </a:solidFill>
              </a:rPr>
              <a:t>2</a:t>
            </a:r>
            <a:r>
              <a:rPr lang="zh-CN" altLang="en-US" sz="3600">
                <a:solidFill>
                  <a:srgbClr val="C00000"/>
                </a:solidFill>
              </a:rPr>
              <a:t>、优点</a:t>
            </a:r>
            <a:r>
              <a:rPr lang="en-US" altLang="zh-CN" sz="3600">
                <a:solidFill>
                  <a:srgbClr val="C00000"/>
                </a:solidFill>
              </a:rPr>
              <a:t>+</a:t>
            </a:r>
            <a:r>
              <a:rPr lang="zh-CN" altLang="en-US" sz="3600">
                <a:solidFill>
                  <a:srgbClr val="C00000"/>
                </a:solidFill>
              </a:rPr>
              <a:t>功能</a:t>
            </a:r>
            <a:endParaRPr lang="zh-CN" altLang="en-US" sz="3600">
              <a:solidFill>
                <a:srgbClr val="C00000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94348" y="2526030"/>
            <a:ext cx="11203305" cy="249174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r>
              <a:rPr lang="en-US" altLang="zh-CN" sz="3200"/>
              <a:t>1</a:t>
            </a:r>
            <a:r>
              <a:rPr lang="zh-CN" altLang="en-US" sz="3200"/>
              <a:t>、列出产品的所有功能</a:t>
            </a:r>
            <a:br>
              <a:rPr lang="zh-CN" altLang="en-US" sz="2000"/>
            </a:br>
            <a:r>
              <a:rPr lang="zh-CN" altLang="en-US" sz="2000"/>
              <a:t>电池寿命、防水等</a:t>
            </a:r>
            <a:endParaRPr lang="zh-CN" altLang="en-US" sz="2000"/>
          </a:p>
          <a:p>
            <a:pPr algn="ctr"/>
            <a:endParaRPr lang="zh-CN" altLang="en-US" sz="2000"/>
          </a:p>
          <a:p>
            <a:pPr algn="ctr"/>
            <a:br>
              <a:rPr lang="zh-CN" altLang="en-US" sz="3200"/>
            </a:br>
            <a:r>
              <a:rPr lang="en-US" altLang="zh-CN" sz="3200"/>
              <a:t>2</a:t>
            </a:r>
            <a:r>
              <a:rPr lang="zh-CN" altLang="en-US" sz="3200"/>
              <a:t>、列出我们的产品有哪些功能</a:t>
            </a:r>
            <a:r>
              <a:rPr lang="zh-CN" altLang="en-US" sz="2000"/>
              <a:t>。</a:t>
            </a:r>
            <a:br>
              <a:rPr lang="zh-CN" altLang="en-US" sz="2000"/>
            </a:br>
            <a:r>
              <a:rPr lang="zh-CN" altLang="en-US" sz="2000"/>
              <a:t>可以连续使用一天以上不要充电、可以在恶劣天气环境下正常使用，可在</a:t>
            </a:r>
            <a:r>
              <a:rPr lang="en-US" altLang="zh-CN" sz="2000"/>
              <a:t>30 </a:t>
            </a:r>
            <a:r>
              <a:rPr lang="zh-CN" altLang="en-US" sz="2000"/>
              <a:t>米外接收到蓝牙信号等</a:t>
            </a:r>
            <a:endParaRPr lang="zh-CN" altLang="en-US" sz="2000"/>
          </a:p>
        </p:txBody>
      </p:sp>
    </p:spTree>
    <p:custDataLst>
      <p:tags r:id="rId2"/>
    </p:custData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5445760" y="733425"/>
            <a:ext cx="1300480" cy="76835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r>
              <a:rPr lang="zh-CN" altLang="en-US" sz="4400" b="1">
                <a:solidFill>
                  <a:srgbClr val="C00000"/>
                </a:solidFill>
              </a:rPr>
              <a:t>描述</a:t>
            </a:r>
            <a:endParaRPr lang="zh-CN" altLang="en-US" sz="4400" b="1">
              <a:solidFill>
                <a:srgbClr val="C00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062730" y="2557145"/>
            <a:ext cx="4066540" cy="255333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r>
              <a:rPr lang="en-US" altLang="zh-CN" sz="3200"/>
              <a:t>1</a:t>
            </a:r>
            <a:r>
              <a:rPr lang="zh-CN" altLang="en-US" sz="3200"/>
              <a:t>、选择正确的关键词</a:t>
            </a:r>
            <a:endParaRPr lang="zh-CN" altLang="en-US" sz="3200"/>
          </a:p>
          <a:p>
            <a:pPr algn="ctr"/>
            <a:br>
              <a:rPr lang="zh-CN" altLang="en-US" sz="3200"/>
            </a:br>
            <a:r>
              <a:rPr lang="en-US" altLang="zh-CN" sz="3200"/>
              <a:t>2</a:t>
            </a:r>
            <a:r>
              <a:rPr lang="zh-CN" altLang="en-US" sz="3200"/>
              <a:t>、结构</a:t>
            </a:r>
            <a:endParaRPr lang="zh-CN" altLang="en-US" sz="3200"/>
          </a:p>
          <a:p>
            <a:pPr algn="ctr"/>
            <a:br>
              <a:rPr lang="zh-CN" altLang="en-US" sz="3200"/>
            </a:br>
            <a:r>
              <a:rPr lang="zh-CN" altLang="en-US" sz="3200"/>
              <a:t>介绍</a:t>
            </a:r>
            <a:endParaRPr lang="zh-CN" altLang="en-US" sz="3200"/>
          </a:p>
        </p:txBody>
      </p:sp>
    </p:spTree>
    <p:custDataLst>
      <p:tags r:id="rId2"/>
    </p:custData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4505960" y="565150"/>
            <a:ext cx="31800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r>
              <a:rPr lang="en-US" altLang="zh-CN" sz="3600">
                <a:solidFill>
                  <a:srgbClr val="C00000"/>
                </a:solidFill>
              </a:rPr>
              <a:t>1</a:t>
            </a:r>
            <a:r>
              <a:rPr lang="zh-CN" altLang="en-US" sz="3600">
                <a:solidFill>
                  <a:srgbClr val="C00000"/>
                </a:solidFill>
              </a:rPr>
              <a:t>、关键词选择</a:t>
            </a:r>
            <a:endParaRPr lang="zh-CN" altLang="en-US" sz="3600">
              <a:solidFill>
                <a:srgbClr val="C00000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481388" y="2757805"/>
            <a:ext cx="5229225" cy="193802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r>
              <a:rPr lang="en-US" altLang="zh-CN" sz="2400"/>
              <a:t>1</a:t>
            </a:r>
            <a:r>
              <a:rPr lang="zh-CN" altLang="en-US" sz="2400"/>
              <a:t>、插入</a:t>
            </a:r>
            <a:r>
              <a:rPr lang="en-US" altLang="zh-CN" sz="2400"/>
              <a:t>1W</a:t>
            </a:r>
            <a:r>
              <a:rPr lang="zh-CN" altLang="en-US" sz="2400"/>
              <a:t>以下的关键词</a:t>
            </a:r>
            <a:endParaRPr lang="zh-CN" altLang="en-US" sz="2400"/>
          </a:p>
          <a:p>
            <a:pPr algn="ctr"/>
            <a:endParaRPr lang="zh-CN" altLang="en-US" sz="2400"/>
          </a:p>
          <a:p>
            <a:pPr algn="ctr"/>
            <a:r>
              <a:rPr lang="en-US" altLang="zh-CN" sz="2400"/>
              <a:t>2</a:t>
            </a:r>
            <a:r>
              <a:rPr lang="zh-CN" altLang="en-US" sz="2400"/>
              <a:t>、使用长尾关键词的好地方</a:t>
            </a:r>
            <a:endParaRPr lang="zh-CN" altLang="en-US" sz="2400"/>
          </a:p>
          <a:p>
            <a:pPr algn="ctr"/>
            <a:br>
              <a:rPr lang="zh-CN" altLang="en-US" sz="2400"/>
            </a:br>
            <a:r>
              <a:rPr lang="en-US" altLang="zh-CN" sz="2400"/>
              <a:t>3</a:t>
            </a:r>
            <a:r>
              <a:rPr lang="zh-CN" altLang="en-US" sz="2400"/>
              <a:t>、自然的通过描述所哟用主要关键词</a:t>
            </a:r>
            <a:endParaRPr lang="zh-CN" altLang="en-US" sz="2400"/>
          </a:p>
        </p:txBody>
      </p:sp>
    </p:spTree>
    <p:custDataLst>
      <p:tags r:id="rId2"/>
    </p:custData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745" y="787400"/>
            <a:ext cx="11953875" cy="548132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496560" y="501650"/>
            <a:ext cx="1198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4000">
                <a:solidFill>
                  <a:srgbClr val="C00000"/>
                </a:solidFill>
              </a:rPr>
              <a:t>结构</a:t>
            </a:r>
            <a:endParaRPr lang="zh-CN" altLang="en-US" sz="4000">
              <a:solidFill>
                <a:srgbClr val="C00000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718560" y="2122805"/>
            <a:ext cx="4754880" cy="37846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r>
              <a:rPr lang="zh-CN" altLang="en-US" sz="2400"/>
              <a:t>更主要讲产品特征、特性、大小等</a:t>
            </a:r>
            <a:endParaRPr lang="zh-CN" altLang="en-US" sz="2400"/>
          </a:p>
          <a:p>
            <a:pPr algn="ctr"/>
            <a:endParaRPr lang="zh-CN" altLang="en-US" sz="2400"/>
          </a:p>
          <a:p>
            <a:pPr algn="ctr"/>
            <a:br>
              <a:rPr lang="zh-CN" altLang="en-US" sz="2400"/>
            </a:br>
            <a:r>
              <a:rPr lang="zh-CN" altLang="en-US" sz="2400"/>
              <a:t>思考维度</a:t>
            </a:r>
            <a:endParaRPr lang="zh-CN" altLang="en-US" sz="2400"/>
          </a:p>
          <a:p>
            <a:pPr algn="ctr"/>
            <a:br>
              <a:rPr lang="zh-CN" altLang="en-US" sz="2400"/>
            </a:br>
            <a:r>
              <a:rPr lang="zh-CN" altLang="en-US" sz="2400"/>
              <a:t>产品能给买家带来什么</a:t>
            </a:r>
            <a:endParaRPr lang="zh-CN" altLang="en-US" sz="2400"/>
          </a:p>
          <a:p>
            <a:pPr algn="ctr"/>
            <a:endParaRPr lang="zh-CN" altLang="en-US" sz="2400"/>
          </a:p>
          <a:p>
            <a:pPr algn="ctr"/>
            <a:r>
              <a:rPr lang="zh-CN" altLang="en-US" sz="2400"/>
              <a:t>体验是什么</a:t>
            </a:r>
            <a:endParaRPr lang="zh-CN" altLang="en-US" sz="2400"/>
          </a:p>
          <a:p>
            <a:pPr algn="ctr"/>
            <a:br>
              <a:rPr lang="zh-CN" altLang="en-US" sz="2400"/>
            </a:br>
            <a:r>
              <a:rPr lang="zh-CN" altLang="en-US" sz="2400"/>
              <a:t>买家买到了什么</a:t>
            </a:r>
            <a:endParaRPr lang="zh-CN" altLang="en-US" sz="2400"/>
          </a:p>
        </p:txBody>
      </p:sp>
    </p:spTree>
    <p:custDataLst>
      <p:tags r:id="rId2"/>
    </p:custData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4988560" y="544195"/>
            <a:ext cx="22148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3200" b="1">
                <a:solidFill>
                  <a:srgbClr val="C00000"/>
                </a:solidFill>
              </a:rPr>
              <a:t>后台关键词</a:t>
            </a:r>
            <a:endParaRPr lang="zh-CN" altLang="en-US" sz="3200" b="1">
              <a:solidFill>
                <a:srgbClr val="C00000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853305" y="2644775"/>
            <a:ext cx="2486025" cy="156845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r>
              <a:rPr lang="en-US" altLang="zh-CN" sz="2400"/>
              <a:t>1</a:t>
            </a:r>
            <a:r>
              <a:rPr lang="zh-CN" altLang="en-US" sz="2400"/>
              <a:t>、关键词研究</a:t>
            </a:r>
            <a:endParaRPr lang="zh-CN" altLang="en-US" sz="2400"/>
          </a:p>
          <a:p>
            <a:pPr algn="ctr"/>
            <a:endParaRPr lang="zh-CN" altLang="en-US" sz="2400"/>
          </a:p>
          <a:p>
            <a:pPr algn="ctr"/>
            <a:br>
              <a:rPr lang="zh-CN" altLang="en-US" sz="2400"/>
            </a:br>
            <a:r>
              <a:rPr lang="en-US" altLang="zh-CN" sz="2400"/>
              <a:t>2</a:t>
            </a:r>
            <a:r>
              <a:rPr lang="zh-CN" altLang="en-US" sz="2400"/>
              <a:t>、避免常见错误</a:t>
            </a:r>
            <a:endParaRPr lang="zh-CN" altLang="en-US" sz="2400"/>
          </a:p>
        </p:txBody>
      </p:sp>
    </p:spTree>
    <p:custDataLst>
      <p:tags r:id="rId2"/>
    </p:custData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4505325" y="50165"/>
            <a:ext cx="31800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r>
              <a:rPr lang="en-US" altLang="zh-CN" sz="3600">
                <a:solidFill>
                  <a:srgbClr val="C00000"/>
                </a:solidFill>
              </a:rPr>
              <a:t>1</a:t>
            </a:r>
            <a:r>
              <a:rPr lang="zh-CN" altLang="en-US" sz="3600">
                <a:solidFill>
                  <a:srgbClr val="C00000"/>
                </a:solidFill>
              </a:rPr>
              <a:t>、关键词研究</a:t>
            </a:r>
            <a:endParaRPr lang="zh-CN" altLang="en-US" sz="3600">
              <a:solidFill>
                <a:srgbClr val="C00000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290060" y="1147445"/>
            <a:ext cx="36118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找出买家用来查找我们产品的词根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735" y="1206500"/>
            <a:ext cx="11605895" cy="545909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326890" y="695325"/>
            <a:ext cx="346964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000" b="1">
                <a:solidFill>
                  <a:srgbClr val="FF0000"/>
                </a:solidFill>
              </a:rPr>
              <a:t>多埋入</a:t>
            </a:r>
            <a:r>
              <a:rPr lang="en-US" altLang="zh-CN" sz="2000" b="1">
                <a:solidFill>
                  <a:srgbClr val="FF0000"/>
                </a:solidFill>
              </a:rPr>
              <a:t>listing</a:t>
            </a:r>
            <a:r>
              <a:rPr lang="zh-CN" altLang="en-US" sz="2000" b="1">
                <a:solidFill>
                  <a:srgbClr val="FF0000"/>
                </a:solidFill>
              </a:rPr>
              <a:t>没有包含的词根</a:t>
            </a:r>
            <a:endParaRPr lang="zh-CN" altLang="en-US" sz="2000" b="1">
              <a:solidFill>
                <a:srgbClr val="FF0000"/>
              </a:solidFill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892868" y="355600"/>
            <a:ext cx="4404995" cy="76835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r>
              <a:rPr lang="en-US" altLang="zh-CN" sz="4400">
                <a:solidFill>
                  <a:srgbClr val="C00000"/>
                </a:solidFill>
              </a:rPr>
              <a:t>2</a:t>
            </a:r>
            <a:r>
              <a:rPr lang="zh-CN" altLang="en-US" sz="4400">
                <a:solidFill>
                  <a:srgbClr val="C00000"/>
                </a:solidFill>
              </a:rPr>
              <a:t>、避免常见错误</a:t>
            </a:r>
            <a:endParaRPr lang="zh-CN" altLang="en-US" sz="4400">
              <a:solidFill>
                <a:srgbClr val="C00000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741613" y="2096135"/>
            <a:ext cx="6781165" cy="396938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r>
              <a:rPr lang="en-US" altLang="zh-CN" sz="2800"/>
              <a:t>1</a:t>
            </a:r>
            <a:r>
              <a:rPr lang="zh-CN" altLang="en-US" sz="2800"/>
              <a:t>、</a:t>
            </a:r>
            <a:r>
              <a:rPr lang="en-US" altLang="zh-CN" sz="2800"/>
              <a:t>250</a:t>
            </a:r>
            <a:r>
              <a:rPr lang="zh-CN" altLang="en-US" sz="2800"/>
              <a:t>个字符以内</a:t>
            </a:r>
            <a:endParaRPr lang="zh-CN" altLang="en-US" sz="2800"/>
          </a:p>
          <a:p>
            <a:pPr algn="ctr"/>
            <a:br>
              <a:rPr lang="zh-CN" altLang="en-US" sz="2800"/>
            </a:br>
            <a:r>
              <a:rPr lang="en-US" altLang="zh-CN" sz="2800"/>
              <a:t>2</a:t>
            </a:r>
            <a:r>
              <a:rPr lang="zh-CN" altLang="en-US" sz="2800"/>
              <a:t>、避免</a:t>
            </a:r>
            <a:r>
              <a:rPr lang="en-US" altLang="zh-CN" sz="2800"/>
              <a:t>listing</a:t>
            </a:r>
            <a:r>
              <a:rPr lang="zh-CN" altLang="en-US" sz="2800"/>
              <a:t>使用过的关键词</a:t>
            </a:r>
            <a:endParaRPr lang="zh-CN" altLang="en-US" sz="2800"/>
          </a:p>
          <a:p>
            <a:pPr algn="ctr"/>
            <a:br>
              <a:rPr lang="zh-CN" altLang="en-US" sz="2800"/>
            </a:br>
            <a:r>
              <a:rPr lang="en-US" altLang="zh-CN" sz="2800"/>
              <a:t>3</a:t>
            </a:r>
            <a:r>
              <a:rPr lang="zh-CN" altLang="en-US" sz="2800"/>
              <a:t>、不要包含介词</a:t>
            </a:r>
            <a:endParaRPr lang="zh-CN" altLang="en-US" sz="2800"/>
          </a:p>
          <a:p>
            <a:pPr algn="ctr"/>
            <a:br>
              <a:rPr lang="zh-CN" altLang="en-US" sz="2800"/>
            </a:br>
            <a:r>
              <a:rPr lang="en-US" altLang="zh-CN" sz="2800"/>
              <a:t>4</a:t>
            </a:r>
            <a:r>
              <a:rPr lang="zh-CN" altLang="en-US" sz="2800"/>
              <a:t>、切勿添加品牌名称</a:t>
            </a:r>
            <a:endParaRPr lang="zh-CN" altLang="en-US" sz="2800"/>
          </a:p>
          <a:p>
            <a:pPr algn="ctr"/>
            <a:br>
              <a:rPr lang="zh-CN" altLang="en-US" sz="2800"/>
            </a:br>
            <a:r>
              <a:rPr lang="en-US" altLang="zh-CN" sz="2800"/>
              <a:t>5</a:t>
            </a:r>
            <a:r>
              <a:rPr lang="zh-CN" altLang="en-US" sz="2800"/>
              <a:t>、确保经常查找新数据并跟新后台关键词</a:t>
            </a:r>
            <a:endParaRPr lang="zh-CN" altLang="en-US" sz="2800"/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3*i*0"/>
  <p:tag name="KSO_WM_UNIT_BK_DARK_LIGHT" val="2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4*i*0"/>
  <p:tag name="KSO_WM_UNIT_BK_DARK_LIGHT" val="2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5*i*0"/>
  <p:tag name="KSO_WM_UNIT_BK_DARK_LIGHT" val="2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6*i*0"/>
  <p:tag name="KSO_WM_UNIT_BK_DARK_LIGHT" val="2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7*i*0"/>
  <p:tag name="KSO_WM_UNIT_BK_DARK_LIGHT" val="2"/>
  <p:tag name="KSO_WM_UNIT_LAYERLEVEL" val="1"/>
  <p:tag name="KSO_WM_TAG_VERSION" val="1.0"/>
  <p:tag name="KSO_WM_BEAUTIFY_FLAG" val="#wm#"/>
</p:tagLst>
</file>

<file path=ppt/tags/tag120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21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25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2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27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28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29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30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8*i*0"/>
  <p:tag name="KSO_WM_UNIT_BK_DARK_LIGHT" val="2"/>
  <p:tag name="KSO_WM_UNIT_LAYERLEVEL" val="1"/>
  <p:tag name="KSO_WM_TAG_VERSION" val="1.0"/>
  <p:tag name="KSO_WM_BEAUTIFY_FLAG" val="#wm#"/>
</p:tagLst>
</file>

<file path=ppt/tags/tag131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32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33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34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35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36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37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4473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4473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43.xml><?xml version="1.0" encoding="utf-8"?>
<p:tagLst xmlns:p="http://schemas.openxmlformats.org/presentationml/2006/main">
  <p:tag name="KSO_WM_TEMPLATE_THUMBS_INDEX" val="1、4、7、8、9、12、16、21、24、25、26、27、30、33、36、39、40、41"/>
  <p:tag name="KSO_WM_TEMPLATE_SUBCATEGORY" val="17"/>
  <p:tag name="KSO_WM_TEMPLATE_MASTER_TYPE" val="1"/>
  <p:tag name="KSO_WM_TEMPLATE_COLOR_TYPE" val="1"/>
  <p:tag name="KSO_WM_TEMPLATE_MASTER_THUMB_INDEX" val="12"/>
  <p:tag name="KSO_WM_TAG_VERSION" val="1.0"/>
  <p:tag name="KSO_WM_BEAUTIFY_FLAG" val="#wm#"/>
  <p:tag name="KSO_WM_TEMPLATE_CATEGORY" val="custom"/>
  <p:tag name="KSO_WM_TEMPLATE_INDEX" val="20204473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2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2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2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2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2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2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3*i*1"/>
  <p:tag name="KSO_WM_UNIT_BK_DARK_LIGHT" val="2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2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2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2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2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2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2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2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2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4*i*1"/>
  <p:tag name="KSO_WM_UNIT_BK_DARK_LIGHT" val="2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2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2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2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2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2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2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2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2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5*i*1"/>
  <p:tag name="KSO_WM_UNIT_BK_DARK_LIGHT" val="2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2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2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2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2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2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2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2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2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2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6*i*1"/>
  <p:tag name="KSO_WM_UNIT_BK_DARK_LIGHT" val="2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2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2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2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2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2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2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2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2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2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7*i*1"/>
  <p:tag name="KSO_WM_UNIT_BK_DARK_LIGHT" val="2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8*i*1"/>
  <p:tag name="KSO_WM_UNIT_BK_DARK_LIGHT" val="2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2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2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2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2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2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2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2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2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4610"/>
</p:tagLst>
</file>

<file path=ppt/tags/tag2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4610"/>
</p:tagLst>
</file>

<file path=ppt/tags/tag2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81.xml><?xml version="1.0" encoding="utf-8"?>
<p:tagLst xmlns:p="http://schemas.openxmlformats.org/presentationml/2006/main">
  <p:tag name="KSO_WM_TEMPLATE_THUMBS_INDEX" val="1、4、7、9、12、17、20、21、22、23、26、29、31、33、35、36、37"/>
  <p:tag name="KSO_WM_TEMPLATE_SUBCATEGORY" val="0"/>
  <p:tag name="KSO_WM_TEMPLATE_COLOR_TYPE" val="1"/>
  <p:tag name="KSO_WM_TEMPLATE_MASTER_THUMB_INDEX" val="12"/>
  <p:tag name="KSO_WM_TAG_VERSION" val="1.0"/>
  <p:tag name="KSO_WM_BEAUTIFY_FLAG" val="#wm#"/>
  <p:tag name="KSO_WM_TEMPLATE_CATEGORY" val="custom"/>
  <p:tag name="KSO_WM_TEMPLATE_INDEX" val="20204610"/>
  <p:tag name="KSO_WM_TEMPLATE_MASTER_TYPE" val="1"/>
</p:tagLst>
</file>

<file path=ppt/tags/tag28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25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4473_1*b*1"/>
  <p:tag name="KSO_WM_TEMPLATE_CATEGORY" val="custom"/>
  <p:tag name="KSO_WM_TEMPLATE_INDEX" val="20204473"/>
  <p:tag name="KSO_WM_UNIT_LAYERLEVEL" val="1"/>
  <p:tag name="KSO_WM_TAG_VERSION" val="1.0"/>
  <p:tag name="KSO_WM_BEAUTIFY_FLAG" val="#wm#"/>
  <p:tag name="KSO_WM_UNIT_PRESET_TEXT" val="单击此处添加副标题内容"/>
</p:tagLst>
</file>

<file path=ppt/tags/tag28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7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4473_1*a*1"/>
  <p:tag name="KSO_WM_TEMPLATE_CATEGORY" val="custom"/>
  <p:tag name="KSO_WM_TEMPLATE_INDEX" val="20204473"/>
  <p:tag name="KSO_WM_UNIT_LAYERLEVEL" val="1"/>
  <p:tag name="KSO_WM_TAG_VERSION" val="1.0"/>
  <p:tag name="KSO_WM_BEAUTIFY_FLAG" val="#wm#"/>
  <p:tag name="KSO_WM_UNIT_PRESET_TEXT" val="品牌营销策划书"/>
</p:tagLst>
</file>

<file path=ppt/tags/tag284.xml><?xml version="1.0" encoding="utf-8"?>
<p:tagLst xmlns:p="http://schemas.openxmlformats.org/presentationml/2006/main">
  <p:tag name="KSO_WM_TEMPLATE_THUMBS_INDEX" val="1、4、7、8、9、12、16、21、24、25、26、27、30、33、36、39、40、41"/>
  <p:tag name="KSO_WM_SLIDE_ID" val="custom20204473_1"/>
  <p:tag name="KSO_WM_TEMPLATE_SUBCATEGORY" val="17"/>
  <p:tag name="KSO_WM_TEMPLATE_MASTER_TYPE" val="1"/>
  <p:tag name="KSO_WM_TEMPLATE_COLOR_TYPE" val="1"/>
  <p:tag name="KSO_WM_SLIDE_TYPE" val="title"/>
  <p:tag name="KSO_WM_SLIDE_SUBTYPE" val="pureTxt"/>
  <p:tag name="KSO_WM_SLIDE_ITEM_CNT" val="0"/>
  <p:tag name="KSO_WM_SLIDE_INDEX" val="1"/>
  <p:tag name="KSO_WM_TEMPLATE_MASTER_THUMB_INDEX" val="12"/>
  <p:tag name="KSO_WM_TAG_VERSION" val="1.0"/>
  <p:tag name="KSO_WM_BEAUTIFY_FLAG" val="#wm#"/>
  <p:tag name="KSO_WM_TEMPLATE_CATEGORY" val="custom"/>
  <p:tag name="KSO_WM_TEMPLATE_INDEX" val="20204473"/>
  <p:tag name="KSO_WM_SLIDE_LAYOUT" val="a_b"/>
  <p:tag name="KSO_WM_SLIDE_LAYOUT_CNT" val="1_3"/>
</p:tagLst>
</file>

<file path=ppt/tags/tag285.xml><?xml version="1.0" encoding="utf-8"?>
<p:tagLst xmlns:p="http://schemas.openxmlformats.org/presentationml/2006/main">
  <p:tag name="KSO_WM_UNIT_ISCONTENTSTITLE" val="0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4610_7*a*1"/>
  <p:tag name="KSO_WM_TEMPLATE_CATEGORY" val="custom"/>
  <p:tag name="KSO_WM_TEMPLATE_INDEX" val="20204610"/>
  <p:tag name="KSO_WM_UNIT_LAYERLEVEL" val="1"/>
  <p:tag name="KSO_WM_TAG_VERSION" val="1.0"/>
  <p:tag name="KSO_WM_BEAUTIFY_FLAG" val="#wm#"/>
  <p:tag name="KSO_WM_UNIT_PRESET_TEXT" val="单击此处添加大标题"/>
</p:tagLst>
</file>

<file path=ppt/tags/tag286.xml><?xml version="1.0" encoding="utf-8"?>
<p:tagLst xmlns:p="http://schemas.openxmlformats.org/presentationml/2006/main">
  <p:tag name="KSO_WM_UNIT_ISCONTENTSTITLE" val="0"/>
  <p:tag name="KSO_WM_UNIT_NOCLEAR" val="0"/>
  <p:tag name="KSO_WM_UNIT_VALUE" val="78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4610_7*b*1"/>
  <p:tag name="KSO_WM_TEMPLATE_CATEGORY" val="custom"/>
  <p:tag name="KSO_WM_TEMPLATE_INDEX" val="20204610"/>
  <p:tag name="KSO_WM_UNIT_LAYERLEVEL" val="1"/>
  <p:tag name="KSO_WM_TAG_VERSION" val="1.0"/>
  <p:tag name="KSO_WM_BEAUTIFY_FLAG" val="#wm#"/>
  <p:tag name="KSO_WM_UNIT_PRESET_TEXT" val="单击此处输入你的正文，文字是您思想的提炼，为了最终演示发布的良好效果，请尽量言简意赅的阐述观点，以便观者可以准确理解您所传达的信息"/>
</p:tagLst>
</file>

<file path=ppt/tags/tag287.xml><?xml version="1.0" encoding="utf-8"?>
<p:tagLst xmlns:p="http://schemas.openxmlformats.org/presentationml/2006/main">
  <p:tag name="KSO_WM_SLIDE_ID" val="custom20204610_7"/>
  <p:tag name="KSO_WM_TEMPLATE_SUBCATEGORY" val="0"/>
  <p:tag name="KSO_WM_TEMPLATE_MASTER_TYPE" val="1"/>
  <p:tag name="KSO_WM_TEMPLATE_COLOR_TYPE" val="1"/>
  <p:tag name="KSO_WM_SLIDE_TYPE" val="sectionTitle"/>
  <p:tag name="KSO_WM_SLIDE_SUBTYPE" val="pureTxt"/>
  <p:tag name="KSO_WM_SLIDE_ITEM_CNT" val="0"/>
  <p:tag name="KSO_WM_SLIDE_INDEX" val="7"/>
  <p:tag name="KSO_WM_TAG_VERSION" val="1.0"/>
  <p:tag name="KSO_WM_BEAUTIFY_FLAG" val="#wm#"/>
  <p:tag name="KSO_WM_TEMPLATE_CATEGORY" val="custom"/>
  <p:tag name="KSO_WM_TEMPLATE_INDEX" val="20204610"/>
  <p:tag name="KSO_WM_SLIDE_LAYOUT" val="a_b_e"/>
  <p:tag name="KSO_WM_SLIDE_LAYOUT_CNT" val="1_1_1"/>
</p:tagLst>
</file>

<file path=ppt/tags/tag288.xml><?xml version="1.0" encoding="utf-8"?>
<p:tagLst xmlns:p="http://schemas.openxmlformats.org/presentationml/2006/main">
  <p:tag name="KSO_WM_BEAUTIFY_FLAG" val="#wm#"/>
  <p:tag name="KSO_WM_TEMPLATE_CATEGORY" val="custom"/>
  <p:tag name="KSO_WM_TEMPLATE_INDEX" val="20204610"/>
</p:tagLst>
</file>

<file path=ppt/tags/tag2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TYPE" val="o_h_i"/>
  <p:tag name="KSO_WM_UNIT_INDEX" val="1_4_3"/>
  <p:tag name="KSO_WM_UNIT_ID" val="diagram20171211_3*o_h_i*1_4_3"/>
  <p:tag name="KSO_WM_TEMPLATE_CATEGORY" val="diagram"/>
  <p:tag name="KSO_WM_TEMPLATE_INDEX" val="20171211"/>
  <p:tag name="KSO_WM_UNIT_LAYERLEVEL" val="1_1_1"/>
  <p:tag name="KSO_WM_TAG_VERSION" val="1.0"/>
  <p:tag name="KSO_WM_BEAUTIFY_FLAG" val="#wm#"/>
  <p:tag name="KSO_WM_UNIT_FILL_FORE_SCHEMECOLOR_INDEX" val="8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2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TYPE" val="o_h_i"/>
  <p:tag name="KSO_WM_UNIT_INDEX" val="1_3_3"/>
  <p:tag name="KSO_WM_UNIT_ID" val="diagram20171211_3*o_h_i*1_3_3"/>
  <p:tag name="KSO_WM_TEMPLATE_CATEGORY" val="diagram"/>
  <p:tag name="KSO_WM_TEMPLATE_INDEX" val="20171211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2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TYPE" val="o_h_i"/>
  <p:tag name="KSO_WM_UNIT_INDEX" val="1_2_3"/>
  <p:tag name="KSO_WM_UNIT_ID" val="diagram20171211_3*o_h_i*1_2_3"/>
  <p:tag name="KSO_WM_TEMPLATE_CATEGORY" val="diagram"/>
  <p:tag name="KSO_WM_TEMPLATE_INDEX" val="20171211"/>
  <p:tag name="KSO_WM_UNIT_LAYERLEVEL" val="1_1_1"/>
  <p:tag name="KSO_WM_TAG_VERSION" val="1.0"/>
  <p:tag name="KSO_WM_BEAUTIFY_FLAG" val="#wm#"/>
  <p:tag name="KSO_WM_UNIT_FILL_FORE_SCHEMECOLOR_INDEX" val="6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2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TYPE" val="o_h_i"/>
  <p:tag name="KSO_WM_UNIT_INDEX" val="1_1_3"/>
  <p:tag name="KSO_WM_UNIT_ID" val="diagram20171211_3*o_h_i*1_1_3"/>
  <p:tag name="KSO_WM_TEMPLATE_CATEGORY" val="diagram"/>
  <p:tag name="KSO_WM_TEMPLATE_INDEX" val="20171211"/>
  <p:tag name="KSO_WM_UNIT_LAYERLEVEL" val="1_1_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2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TYPE" val="o_h_i"/>
  <p:tag name="KSO_WM_UNIT_INDEX" val="1_4_2"/>
  <p:tag name="KSO_WM_UNIT_ID" val="diagram20171211_3*o_h_i*1_4_2"/>
  <p:tag name="KSO_WM_TEMPLATE_CATEGORY" val="diagram"/>
  <p:tag name="KSO_WM_TEMPLATE_INDEX" val="20171211"/>
  <p:tag name="KSO_WM_UNIT_LAYERLEVEL" val="1_1_1"/>
  <p:tag name="KSO_WM_TAG_VERSION" val="1.0"/>
  <p:tag name="KSO_WM_BEAUTIFY_FLAG" val="#wm#"/>
  <p:tag name="KSO_WM_UNIT_LINE_FORE_SCHEMECOLOR_INDEX" val="14"/>
  <p:tag name="KSO_WM_UNIT_LINE_FILL_TYPE" val="2"/>
  <p:tag name="KSO_WM_UNIT_USESOURCEFORMAT_APPLY" val="1"/>
</p:tagLst>
</file>

<file path=ppt/tags/tag294.xml><?xml version="1.0" encoding="utf-8"?>
<p:tagLst xmlns:p="http://schemas.openxmlformats.org/presentationml/2006/main">
  <p:tag name="MH" val="20150921115827"/>
  <p:tag name="MH_LIBRARY" val="GRAPHIC"/>
  <p:tag name="MH_TYPE" val="Text"/>
  <p:tag name="MH_ORDER" val="1"/>
  <p:tag name="KSO_WM_UNIT_SUBTYPE" val="a"/>
  <p:tag name="KSO_WM_UNIT_PRESET_TEXT" val="单击此处添加文本具体内容，简明扼要的阐述您的观点。"/>
  <p:tag name="KSO_WM_UNIT_NOCLEAR" val="0"/>
  <p:tag name="KSO_WM_UNIT_VALUE" val="54"/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TYPE" val="o_h_f"/>
  <p:tag name="KSO_WM_UNIT_INDEX" val="1_4_1"/>
  <p:tag name="KSO_WM_UNIT_ID" val="diagram20171211_3*o_h_f*1_4_1"/>
  <p:tag name="KSO_WM_TEMPLATE_CATEGORY" val="diagram"/>
  <p:tag name="KSO_WM_TEMPLATE_INDEX" val="20171211"/>
  <p:tag name="KSO_WM_UNIT_LAYERLEVEL" val="1_1_1"/>
  <p:tag name="KSO_WM_TAG_VERSION" val="1.0"/>
  <p:tag name="KSO_WM_BEAUTIFY_FLAG" val="#wm#"/>
  <p:tag name="KSO_WM_UNIT_TEXT_FILL_FORE_SCHEMECOLOR_INDEX" val="13"/>
  <p:tag name="KSO_WM_UNIT_TEXT_FILL_TYPE" val="1"/>
  <p:tag name="KSO_WM_UNIT_USESOURCEFORMAT_APPLY" val="1"/>
</p:tagLst>
</file>

<file path=ppt/tags/tag2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TYPE" val="o_h_i"/>
  <p:tag name="KSO_WM_UNIT_INDEX" val="1_3_2"/>
  <p:tag name="KSO_WM_UNIT_ID" val="diagram20171211_3*o_h_i*1_3_2"/>
  <p:tag name="KSO_WM_TEMPLATE_CATEGORY" val="diagram"/>
  <p:tag name="KSO_WM_TEMPLATE_INDEX" val="20171211"/>
  <p:tag name="KSO_WM_UNIT_LAYERLEVEL" val="1_1_1"/>
  <p:tag name="KSO_WM_TAG_VERSION" val="1.0"/>
  <p:tag name="KSO_WM_BEAUTIFY_FLAG" val="#wm#"/>
  <p:tag name="KSO_WM_UNIT_LINE_FORE_SCHEMECOLOR_INDEX" val="14"/>
  <p:tag name="KSO_WM_UNIT_LINE_FILL_TYPE" val="2"/>
  <p:tag name="KSO_WM_UNIT_USESOURCEFORMAT_APPLY" val="1"/>
</p:tagLst>
</file>

<file path=ppt/tags/tag296.xml><?xml version="1.0" encoding="utf-8"?>
<p:tagLst xmlns:p="http://schemas.openxmlformats.org/presentationml/2006/main">
  <p:tag name="MH" val="20150921115827"/>
  <p:tag name="MH_LIBRARY" val="GRAPHIC"/>
  <p:tag name="MH_TYPE" val="Text"/>
  <p:tag name="MH_ORDER" val="1"/>
  <p:tag name="KSO_WM_UNIT_SUBTYPE" val="a"/>
  <p:tag name="KSO_WM_UNIT_PRESET_TEXT" val="单击此处添加文本具体内容，简明扼要的阐述您的观点。"/>
  <p:tag name="KSO_WM_UNIT_NOCLEAR" val="0"/>
  <p:tag name="KSO_WM_UNIT_VALUE" val="54"/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TYPE" val="o_h_f"/>
  <p:tag name="KSO_WM_UNIT_INDEX" val="1_3_1"/>
  <p:tag name="KSO_WM_UNIT_ID" val="diagram20171211_3*o_h_f*1_3_1"/>
  <p:tag name="KSO_WM_TEMPLATE_CATEGORY" val="diagram"/>
  <p:tag name="KSO_WM_TEMPLATE_INDEX" val="20171211"/>
  <p:tag name="KSO_WM_UNIT_LAYERLEVEL" val="1_1_1"/>
  <p:tag name="KSO_WM_TAG_VERSION" val="1.0"/>
  <p:tag name="KSO_WM_BEAUTIFY_FLAG" val="#wm#"/>
  <p:tag name="KSO_WM_UNIT_TEXT_FILL_FORE_SCHEMECOLOR_INDEX" val="13"/>
  <p:tag name="KSO_WM_UNIT_TEXT_FILL_TYPE" val="1"/>
  <p:tag name="KSO_WM_UNIT_USESOURCEFORMAT_APPLY" val="1"/>
</p:tagLst>
</file>

<file path=ppt/tags/tag2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TYPE" val="o_h_i"/>
  <p:tag name="KSO_WM_UNIT_INDEX" val="1_2_2"/>
  <p:tag name="KSO_WM_UNIT_ID" val="diagram20171211_3*o_h_i*1_2_2"/>
  <p:tag name="KSO_WM_TEMPLATE_CATEGORY" val="diagram"/>
  <p:tag name="KSO_WM_TEMPLATE_INDEX" val="20171211"/>
  <p:tag name="KSO_WM_UNIT_LAYERLEVEL" val="1_1_1"/>
  <p:tag name="KSO_WM_TAG_VERSION" val="1.0"/>
  <p:tag name="KSO_WM_BEAUTIFY_FLAG" val="#wm#"/>
  <p:tag name="KSO_WM_UNIT_LINE_FORE_SCHEMECOLOR_INDEX" val="14"/>
  <p:tag name="KSO_WM_UNIT_LINE_FILL_TYPE" val="2"/>
  <p:tag name="KSO_WM_UNIT_USESOURCEFORMAT_APPLY" val="1"/>
</p:tagLst>
</file>

<file path=ppt/tags/tag298.xml><?xml version="1.0" encoding="utf-8"?>
<p:tagLst xmlns:p="http://schemas.openxmlformats.org/presentationml/2006/main">
  <p:tag name="MH" val="20150921115827"/>
  <p:tag name="MH_LIBRARY" val="GRAPHIC"/>
  <p:tag name="MH_TYPE" val="Text"/>
  <p:tag name="MH_ORDER" val="1"/>
  <p:tag name="KSO_WM_UNIT_SUBTYPE" val="a"/>
  <p:tag name="KSO_WM_UNIT_PRESET_TEXT" val="单击此处添加文本具体内容，简明扼要的阐述您的观点。"/>
  <p:tag name="KSO_WM_UNIT_NOCLEAR" val="0"/>
  <p:tag name="KSO_WM_UNIT_VALUE" val="54"/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TYPE" val="o_h_f"/>
  <p:tag name="KSO_WM_UNIT_INDEX" val="1_2_1"/>
  <p:tag name="KSO_WM_UNIT_ID" val="diagram20171211_3*o_h_f*1_2_1"/>
  <p:tag name="KSO_WM_TEMPLATE_CATEGORY" val="diagram"/>
  <p:tag name="KSO_WM_TEMPLATE_INDEX" val="20171211"/>
  <p:tag name="KSO_WM_UNIT_LAYERLEVEL" val="1_1_1"/>
  <p:tag name="KSO_WM_TAG_VERSION" val="1.0"/>
  <p:tag name="KSO_WM_BEAUTIFY_FLAG" val="#wm#"/>
  <p:tag name="KSO_WM_UNIT_TEXT_FILL_FORE_SCHEMECOLOR_INDEX" val="13"/>
  <p:tag name="KSO_WM_UNIT_TEXT_FILL_TYPE" val="1"/>
  <p:tag name="KSO_WM_UNIT_USESOURCEFORMAT_APPLY" val="1"/>
</p:tagLst>
</file>

<file path=ppt/tags/tag2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TYPE" val="o_h_i"/>
  <p:tag name="KSO_WM_UNIT_INDEX" val="1_1_2"/>
  <p:tag name="KSO_WM_UNIT_ID" val="diagram20171211_3*o_h_i*1_1_2"/>
  <p:tag name="KSO_WM_TEMPLATE_CATEGORY" val="diagram"/>
  <p:tag name="KSO_WM_TEMPLATE_INDEX" val="20171211"/>
  <p:tag name="KSO_WM_UNIT_LAYERLEVEL" val="1_1_1"/>
  <p:tag name="KSO_WM_TAG_VERSION" val="1.0"/>
  <p:tag name="KSO_WM_BEAUTIFY_FLAG" val="#wm#"/>
  <p:tag name="KSO_WM_UNIT_LINE_FORE_SCHEMECOLOR_INDEX" val="14"/>
  <p:tag name="KSO_WM_UNIT_LINE_FILL_TYPE" val="2"/>
  <p:tag name="KSO_WM_UNIT_USESOURCEFORMAT_APPLY" val="1"/>
</p:tagLst>
</file>

<file path=ppt/tags/tag300.xml><?xml version="1.0" encoding="utf-8"?>
<p:tagLst xmlns:p="http://schemas.openxmlformats.org/presentationml/2006/main">
  <p:tag name="MH" val="20150921115827"/>
  <p:tag name="MH_LIBRARY" val="GRAPHIC"/>
  <p:tag name="MH_TYPE" val="Text"/>
  <p:tag name="MH_ORDER" val="1"/>
  <p:tag name="KSO_WM_UNIT_SUBTYPE" val="a"/>
  <p:tag name="KSO_WM_UNIT_PRESET_TEXT" val="单击此处添加文本具体内容，简明扼要的阐述您的观点。"/>
  <p:tag name="KSO_WM_UNIT_NOCLEAR" val="0"/>
  <p:tag name="KSO_WM_UNIT_VALUE" val="54"/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TYPE" val="o_h_f"/>
  <p:tag name="KSO_WM_UNIT_INDEX" val="1_1_1"/>
  <p:tag name="KSO_WM_UNIT_ID" val="diagram20171211_3*o_h_f*1_1_1"/>
  <p:tag name="KSO_WM_TEMPLATE_CATEGORY" val="diagram"/>
  <p:tag name="KSO_WM_TEMPLATE_INDEX" val="20171211"/>
  <p:tag name="KSO_WM_UNIT_LAYERLEVEL" val="1_1_1"/>
  <p:tag name="KSO_WM_TAG_VERSION" val="1.0"/>
  <p:tag name="KSO_WM_BEAUTIFY_FLAG" val="#wm#"/>
  <p:tag name="KSO_WM_UNIT_TEXT_FILL_FORE_SCHEMECOLOR_INDEX" val="13"/>
  <p:tag name="KSO_WM_UNIT_TEXT_FILL_TYPE" val="1"/>
  <p:tag name="KSO_WM_UNIT_USESOURCEFORMAT_APPLY" val="1"/>
</p:tagLst>
</file>

<file path=ppt/tags/tag301.xml><?xml version="1.0" encoding="utf-8"?>
<p:tagLst xmlns:p="http://schemas.openxmlformats.org/presentationml/2006/main">
  <p:tag name="KSO_WM_UNIT_ISCONTENTS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SUBTYPE" val="d"/>
  <p:tag name="KSO_WM_UNIT_TYPE" val="o_h_i"/>
  <p:tag name="KSO_WM_UNIT_INDEX" val="1_3_1"/>
  <p:tag name="KSO_WM_UNIT_ID" val="diagram20171211_3*o_h_i*1_3_1"/>
  <p:tag name="KSO_WM_TEMPLATE_CATEGORY" val="diagram"/>
  <p:tag name="KSO_WM_TEMPLATE_INDEX" val="20171211"/>
  <p:tag name="KSO_WM_UNIT_LAYERLEVEL" val="1_1_1"/>
  <p:tag name="KSO_WM_TAG_VERSION" val="1.0"/>
  <p:tag name="KSO_WM_BEAUTIFY_FLAG" val="#wm#"/>
  <p:tag name="KSO_WM_UNIT_TEXT_FILL_FORE_SCHEMECOLOR_INDEX" val="14"/>
  <p:tag name="KSO_WM_UNIT_TEXT_FILL_TYPE" val="1"/>
  <p:tag name="KSO_WM_UNIT_USESOURCEFORMAT_APPLY" val="1"/>
</p:tagLst>
</file>

<file path=ppt/tags/tag302.xml><?xml version="1.0" encoding="utf-8"?>
<p:tagLst xmlns:p="http://schemas.openxmlformats.org/presentationml/2006/main">
  <p:tag name="KSO_WM_UNIT_ISCONTENTS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SUBTYPE" val="d"/>
  <p:tag name="KSO_WM_UNIT_TYPE" val="o_h_i"/>
  <p:tag name="KSO_WM_UNIT_INDEX" val="1_2_1"/>
  <p:tag name="KSO_WM_UNIT_ID" val="diagram20171211_3*o_h_i*1_2_1"/>
  <p:tag name="KSO_WM_TEMPLATE_CATEGORY" val="diagram"/>
  <p:tag name="KSO_WM_TEMPLATE_INDEX" val="20171211"/>
  <p:tag name="KSO_WM_UNIT_LAYERLEVEL" val="1_1_1"/>
  <p:tag name="KSO_WM_TAG_VERSION" val="1.0"/>
  <p:tag name="KSO_WM_BEAUTIFY_FLAG" val="#wm#"/>
  <p:tag name="KSO_WM_UNIT_TEXT_FILL_FORE_SCHEMECOLOR_INDEX" val="14"/>
  <p:tag name="KSO_WM_UNIT_TEXT_FILL_TYPE" val="1"/>
  <p:tag name="KSO_WM_UNIT_USESOURCEFORMAT_APPLY" val="1"/>
</p:tagLst>
</file>

<file path=ppt/tags/tag303.xml><?xml version="1.0" encoding="utf-8"?>
<p:tagLst xmlns:p="http://schemas.openxmlformats.org/presentationml/2006/main">
  <p:tag name="KSO_WM_UNIT_ISCONTENTS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SUBTYPE" val="d"/>
  <p:tag name="KSO_WM_UNIT_TYPE" val="o_h_i"/>
  <p:tag name="KSO_WM_UNIT_INDEX" val="1_1_1"/>
  <p:tag name="KSO_WM_UNIT_ID" val="diagram20171211_3*o_h_i*1_1_1"/>
  <p:tag name="KSO_WM_TEMPLATE_CATEGORY" val="diagram"/>
  <p:tag name="KSO_WM_TEMPLATE_INDEX" val="20171211"/>
  <p:tag name="KSO_WM_UNIT_LAYERLEVEL" val="1_1_1"/>
  <p:tag name="KSO_WM_TAG_VERSION" val="1.0"/>
  <p:tag name="KSO_WM_BEAUTIFY_FLAG" val="#wm#"/>
  <p:tag name="KSO_WM_UNIT_TEXT_FILL_FORE_SCHEMECOLOR_INDEX" val="14"/>
  <p:tag name="KSO_WM_UNIT_TEXT_FILL_TYPE" val="1"/>
  <p:tag name="KSO_WM_UNIT_USESOURCEFORMAT_APPLY" val="1"/>
</p:tagLst>
</file>

<file path=ppt/tags/tag304.xml><?xml version="1.0" encoding="utf-8"?>
<p:tagLst xmlns:p="http://schemas.openxmlformats.org/presentationml/2006/main">
  <p:tag name="KSO_WM_UNIT_ISCONTENTS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SUBTYPE" val="d"/>
  <p:tag name="KSO_WM_UNIT_TYPE" val="o_h_i"/>
  <p:tag name="KSO_WM_UNIT_INDEX" val="1_4_1"/>
  <p:tag name="KSO_WM_UNIT_ID" val="diagram20171211_3*o_h_i*1_4_1"/>
  <p:tag name="KSO_WM_TEMPLATE_CATEGORY" val="diagram"/>
  <p:tag name="KSO_WM_TEMPLATE_INDEX" val="20171211"/>
  <p:tag name="KSO_WM_UNIT_LAYERLEVEL" val="1_1_1"/>
  <p:tag name="KSO_WM_TAG_VERSION" val="1.0"/>
  <p:tag name="KSO_WM_BEAUTIFY_FLAG" val="#wm#"/>
  <p:tag name="KSO_WM_UNIT_TEXT_FILL_FORE_SCHEMECOLOR_INDEX" val="14"/>
  <p:tag name="KSO_WM_UNIT_TEXT_FILL_TYPE" val="1"/>
  <p:tag name="KSO_WM_UNIT_USESOURCEFORMAT_APPLY" val="1"/>
</p:tagLst>
</file>

<file path=ppt/tags/tag305.xml><?xml version="1.0" encoding="utf-8"?>
<p:tagLst xmlns:p="http://schemas.openxmlformats.org/presentationml/2006/main">
  <p:tag name="KSO_WM_BEAUTIFY_FLAG" val="#wm#"/>
  <p:tag name="KSO_WM_TEMPLATE_CATEGORY" val="diagram"/>
  <p:tag name="KSO_WM_TEMPLATE_INDEX" val="20171211"/>
  <p:tag name="KSO_WM_SLIDE_ID" val="diagram20171211_3"/>
  <p:tag name="KSO_WM_TEMPLATE_SUBCATEGORY" val="22"/>
  <p:tag name="KSO_WM_TEMPLATE_MASTER_TYPE" val="0"/>
  <p:tag name="KSO_WM_TEMPLATE_COLOR_TYPE" val="1"/>
  <p:tag name="KSO_WM_SLIDE_TYPE" val="text"/>
  <p:tag name="KSO_WM_SLIDE_SUBTYPE" val="diag"/>
  <p:tag name="KSO_WM_SLIDE_ITEM_CNT" val="4"/>
  <p:tag name="KSO_WM_SLIDE_INDEX" val="3"/>
  <p:tag name="KSO_WM_SLIDE_SIZE" val="831.5*319.8"/>
  <p:tag name="KSO_WM_SLIDE_POSITION" val="64.25*110.1"/>
  <p:tag name="KSO_WM_DIAGRAM_GROUP_CODE" val="o1-1"/>
  <p:tag name="KSO_WM_SLIDE_DIAGTYPE" val="o"/>
  <p:tag name="KSO_WM_TAG_VERSION" val="1.0"/>
  <p:tag name="KSO_WM_SLIDE_LAYOUT" val="o"/>
  <p:tag name="KSO_WM_SLIDE_LAYOUT_CNT" val="1"/>
</p:tagLst>
</file>

<file path=ppt/tags/tag306.xml><?xml version="1.0" encoding="utf-8"?>
<p:tagLst xmlns:p="http://schemas.openxmlformats.org/presentationml/2006/main">
  <p:tag name="KSO_WM_BEAUTIFY_FLAG" val="#wm#"/>
  <p:tag name="KSO_WM_TEMPLATE_CATEGORY" val="diagram"/>
  <p:tag name="KSO_WM_TEMPLATE_INDEX" val="20171211"/>
</p:tagLst>
</file>

<file path=ppt/tags/tag3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01471_2*o_i*1_1"/>
  <p:tag name="KSO_WM_TEMPLATE_CATEGORY" val="diagram"/>
  <p:tag name="KSO_WM_TEMPLATE_INDEX" val="20201471"/>
  <p:tag name="KSO_WM_UNIT_LAYERLEVEL" val="1_1"/>
  <p:tag name="KSO_WM_TAG_VERSION" val="1.0"/>
  <p:tag name="KSO_WM_BEAUTIFY_FLAG" val="#wm#"/>
  <p:tag name="KSO_WM_DIAGRAM_GROUP_CODE" val="o1-1"/>
  <p:tag name="KSO_WM_UNIT_TYPE" val="o_i"/>
  <p:tag name="KSO_WM_UNIT_INDEX" val="1_1"/>
  <p:tag name="KSO_WM_UNIT_FILL_FORE_SCHEMECOLOR_INDEX" val="14"/>
  <p:tag name="KSO_WM_UNIT_FILL_TYPE" val="1"/>
  <p:tag name="KSO_WM_UNIT_USESOURCEFORMAT_APPLY" val="1"/>
</p:tagLst>
</file>

<file path=ppt/tags/tag3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01471_2*o_h_i*1_6_1"/>
  <p:tag name="KSO_WM_TEMPLATE_CATEGORY" val="diagram"/>
  <p:tag name="KSO_WM_TEMPLATE_INDEX" val="20201471"/>
  <p:tag name="KSO_WM_UNIT_LAYERLEVEL" val="1_1_1"/>
  <p:tag name="KSO_WM_TAG_VERSION" val="1.0"/>
  <p:tag name="KSO_WM_BEAUTIFY_FLAG" val="#wm#"/>
  <p:tag name="KSO_WM_DIAGRAM_GROUP_CODE" val="o1-1"/>
  <p:tag name="KSO_WM_UNIT_TYPE" val="o_h_i"/>
  <p:tag name="KSO_WM_UNIT_INDEX" val="1_6_1"/>
  <p:tag name="KSO_WM_UNIT_FILL_FORE_SCHEMECOLOR_INDEX" val="14"/>
  <p:tag name="KSO_WM_UNIT_FILL_TYPE" val="1"/>
  <p:tag name="KSO_WM_UNIT_LINE_FORE_SCHEMECOLOR_INDEX" val="5"/>
  <p:tag name="KSO_WM_UNIT_LINE_FILL_TYPE" val="2"/>
  <p:tag name="KSO_WM_UNIT_SHADOW_SCHEMECOLOR_INDEX" val="5"/>
  <p:tag name="KSO_WM_UNIT_USESOURCEFORMAT_APPLY" val="1"/>
</p:tagLst>
</file>

<file path=ppt/tags/tag3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01471_2*o_h_a*1_6_1"/>
  <p:tag name="KSO_WM_TEMPLATE_CATEGORY" val="diagram"/>
  <p:tag name="KSO_WM_TEMPLATE_INDEX" val="20201471"/>
  <p:tag name="KSO_WM_UNIT_LAYERLEVEL" val="1_1_1"/>
  <p:tag name="KSO_WM_TAG_VERSION" val="1.0"/>
  <p:tag name="KSO_WM_BEAUTIFY_FLAG" val="#wm#"/>
  <p:tag name="KSO_WM_UNIT_ISCONTENTSTITLE" val="0"/>
  <p:tag name="KSO_WM_UNIT_NOCLEAR" val="0"/>
  <p:tag name="KSO_WM_UNIT_VALUE" val="4"/>
  <p:tag name="KSO_WM_DIAGRAM_GROUP_CODE" val="o1-1"/>
  <p:tag name="KSO_WM_UNIT_TYPE" val="o_h_a"/>
  <p:tag name="KSO_WM_UNIT_INDEX" val="1_6_1"/>
  <p:tag name="KSO_WM_UNIT_PRESET_TEXT" val="添加标题"/>
  <p:tag name="KSO_WM_UNIT_USESOURCEFORMAT_APPLY" val="1"/>
</p:tagLst>
</file>

<file path=ppt/tags/tag3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01471_2*o_h_i*1_4_1"/>
  <p:tag name="KSO_WM_TEMPLATE_CATEGORY" val="diagram"/>
  <p:tag name="KSO_WM_TEMPLATE_INDEX" val="20201471"/>
  <p:tag name="KSO_WM_UNIT_LAYERLEVEL" val="1_1_1"/>
  <p:tag name="KSO_WM_TAG_VERSION" val="1.0"/>
  <p:tag name="KSO_WM_BEAUTIFY_FLAG" val="#wm#"/>
  <p:tag name="KSO_WM_DIAGRAM_GROUP_CODE" val="o1-1"/>
  <p:tag name="KSO_WM_UNIT_TYPE" val="o_h_i"/>
  <p:tag name="KSO_WM_UNIT_INDEX" val="1_4_1"/>
  <p:tag name="KSO_WM_UNIT_FILL_FORE_SCHEMECOLOR_INDEX" val="14"/>
  <p:tag name="KSO_WM_UNIT_FILL_TYPE" val="1"/>
  <p:tag name="KSO_WM_UNIT_LINE_FORE_SCHEMECOLOR_INDEX" val="5"/>
  <p:tag name="KSO_WM_UNIT_LINE_FILL_TYPE" val="2"/>
  <p:tag name="KSO_WM_UNIT_SHADOW_SCHEMECOLOR_INDEX" val="5"/>
  <p:tag name="KSO_WM_UNIT_USESOURCEFORMAT_APPLY" val="1"/>
</p:tagLst>
</file>

<file path=ppt/tags/tag3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01471_2*o_h_a*1_4_1"/>
  <p:tag name="KSO_WM_TEMPLATE_CATEGORY" val="diagram"/>
  <p:tag name="KSO_WM_TEMPLATE_INDEX" val="20201471"/>
  <p:tag name="KSO_WM_UNIT_LAYERLEVEL" val="1_1_1"/>
  <p:tag name="KSO_WM_TAG_VERSION" val="1.0"/>
  <p:tag name="KSO_WM_BEAUTIFY_FLAG" val="#wm#"/>
  <p:tag name="KSO_WM_UNIT_ISCONTENTSTITLE" val="0"/>
  <p:tag name="KSO_WM_UNIT_NOCLEAR" val="0"/>
  <p:tag name="KSO_WM_UNIT_VALUE" val="4"/>
  <p:tag name="KSO_WM_DIAGRAM_GROUP_CODE" val="o1-1"/>
  <p:tag name="KSO_WM_UNIT_TYPE" val="o_h_a"/>
  <p:tag name="KSO_WM_UNIT_INDEX" val="1_4_1"/>
  <p:tag name="KSO_WM_UNIT_PRESET_TEXT" val="添加标题"/>
  <p:tag name="KSO_WM_UNIT_USESOURCEFORMAT_APPLY" val="1"/>
</p:tagLst>
</file>

<file path=ppt/tags/tag3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01471_2*o_h_i*1_5_1"/>
  <p:tag name="KSO_WM_TEMPLATE_CATEGORY" val="diagram"/>
  <p:tag name="KSO_WM_TEMPLATE_INDEX" val="20201471"/>
  <p:tag name="KSO_WM_UNIT_LAYERLEVEL" val="1_1_1"/>
  <p:tag name="KSO_WM_TAG_VERSION" val="1.0"/>
  <p:tag name="KSO_WM_BEAUTIFY_FLAG" val="#wm#"/>
  <p:tag name="KSO_WM_DIAGRAM_GROUP_CODE" val="o1-1"/>
  <p:tag name="KSO_WM_UNIT_TYPE" val="o_h_i"/>
  <p:tag name="KSO_WM_UNIT_INDEX" val="1_5_1"/>
  <p:tag name="KSO_WM_UNIT_FILL_FORE_SCHEMECOLOR_INDEX" val="14"/>
  <p:tag name="KSO_WM_UNIT_FILL_TYPE" val="1"/>
  <p:tag name="KSO_WM_UNIT_LINE_FORE_SCHEMECOLOR_INDEX" val="5"/>
  <p:tag name="KSO_WM_UNIT_LINE_FILL_TYPE" val="2"/>
  <p:tag name="KSO_WM_UNIT_SHADOW_SCHEMECOLOR_INDEX" val="5"/>
  <p:tag name="KSO_WM_UNIT_USESOURCEFORMAT_APPLY" val="1"/>
</p:tagLst>
</file>

<file path=ppt/tags/tag3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01471_2*o_h_a*1_5_1"/>
  <p:tag name="KSO_WM_TEMPLATE_CATEGORY" val="diagram"/>
  <p:tag name="KSO_WM_TEMPLATE_INDEX" val="20201471"/>
  <p:tag name="KSO_WM_UNIT_LAYERLEVEL" val="1_1_1"/>
  <p:tag name="KSO_WM_TAG_VERSION" val="1.0"/>
  <p:tag name="KSO_WM_BEAUTIFY_FLAG" val="#wm#"/>
  <p:tag name="KSO_WM_UNIT_ISCONTENTSTITLE" val="0"/>
  <p:tag name="KSO_WM_UNIT_NOCLEAR" val="0"/>
  <p:tag name="KSO_WM_UNIT_VALUE" val="4"/>
  <p:tag name="KSO_WM_DIAGRAM_GROUP_CODE" val="o1-1"/>
  <p:tag name="KSO_WM_UNIT_TYPE" val="o_h_a"/>
  <p:tag name="KSO_WM_UNIT_INDEX" val="1_5_1"/>
  <p:tag name="KSO_WM_UNIT_PRESET_TEXT" val="添加标题"/>
  <p:tag name="KSO_WM_UNIT_USESOURCEFORMAT_APPLY" val="1"/>
</p:tagLst>
</file>

<file path=ppt/tags/tag3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01471_2*o_h_i*1_3_1"/>
  <p:tag name="KSO_WM_TEMPLATE_CATEGORY" val="diagram"/>
  <p:tag name="KSO_WM_TEMPLATE_INDEX" val="20201471"/>
  <p:tag name="KSO_WM_UNIT_LAYERLEVEL" val="1_1_1"/>
  <p:tag name="KSO_WM_TAG_VERSION" val="1.0"/>
  <p:tag name="KSO_WM_BEAUTIFY_FLAG" val="#wm#"/>
  <p:tag name="KSO_WM_DIAGRAM_GROUP_CODE" val="o1-1"/>
  <p:tag name="KSO_WM_UNIT_TYPE" val="o_h_i"/>
  <p:tag name="KSO_WM_UNIT_INDEX" val="1_3_1"/>
  <p:tag name="KSO_WM_UNIT_FILL_FORE_SCHEMECOLOR_INDEX" val="14"/>
  <p:tag name="KSO_WM_UNIT_FILL_TYPE" val="1"/>
  <p:tag name="KSO_WM_UNIT_LINE_FORE_SCHEMECOLOR_INDEX" val="5"/>
  <p:tag name="KSO_WM_UNIT_LINE_FILL_TYPE" val="2"/>
  <p:tag name="KSO_WM_UNIT_SHADOW_SCHEMECOLOR_INDEX" val="5"/>
  <p:tag name="KSO_WM_UNIT_USESOURCEFORMAT_APPLY" val="1"/>
</p:tagLst>
</file>

<file path=ppt/tags/tag3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01471_2*o_h_a*1_3_1"/>
  <p:tag name="KSO_WM_TEMPLATE_CATEGORY" val="diagram"/>
  <p:tag name="KSO_WM_TEMPLATE_INDEX" val="20201471"/>
  <p:tag name="KSO_WM_UNIT_LAYERLEVEL" val="1_1_1"/>
  <p:tag name="KSO_WM_TAG_VERSION" val="1.0"/>
  <p:tag name="KSO_WM_BEAUTIFY_FLAG" val="#wm#"/>
  <p:tag name="KSO_WM_UNIT_ISCONTENTSTITLE" val="0"/>
  <p:tag name="KSO_WM_UNIT_NOCLEAR" val="0"/>
  <p:tag name="KSO_WM_UNIT_VALUE" val="4"/>
  <p:tag name="KSO_WM_DIAGRAM_GROUP_CODE" val="o1-1"/>
  <p:tag name="KSO_WM_UNIT_TYPE" val="o_h_a"/>
  <p:tag name="KSO_WM_UNIT_INDEX" val="1_3_1"/>
  <p:tag name="KSO_WM_UNIT_PRESET_TEXT" val="添加标题"/>
  <p:tag name="KSO_WM_UNIT_USESOURCEFORMAT_APPLY" val="1"/>
</p:tagLst>
</file>

<file path=ppt/tags/tag3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01471_2*a*1"/>
  <p:tag name="KSO_WM_TEMPLATE_CATEGORY" val="diagram"/>
  <p:tag name="KSO_WM_TEMPLATE_INDEX" val="20201471"/>
  <p:tag name="KSO_WM_UNIT_LAYERLEVEL" val="1"/>
  <p:tag name="KSO_WM_TAG_VERSION" val="1.0"/>
  <p:tag name="KSO_WM_BEAUTIFY_FLAG" val="#wm#"/>
  <p:tag name="KSO_WM_UNIT_NOCLEAR" val="0"/>
  <p:tag name="KSO_WM_DIAGRAM_GROUP_CODE" val="o1-1"/>
  <p:tag name="KSO_WM_UNIT_TYPE" val="a"/>
  <p:tag name="KSO_WM_UNIT_INDEX" val="1"/>
  <p:tag name="KSO_WM_UNIT_ISCONTENTSTITLE" val="0"/>
  <p:tag name="KSO_WM_UNIT_PRESET_TEXT" val="添加标题"/>
  <p:tag name="KSO_WM_UNIT_VALUE" val="39"/>
  <p:tag name="KSO_WM_UNIT_USESOURCEFORMAT_APPLY" val="1"/>
</p:tagLst>
</file>

<file path=ppt/tags/tag317.xml><?xml version="1.0" encoding="utf-8"?>
<p:tagLst xmlns:p="http://schemas.openxmlformats.org/presentationml/2006/main">
  <p:tag name="KSO_WM_BEAUTIFY_FLAG" val="#wm#"/>
  <p:tag name="KSO_WM_TEMPLATE_CATEGORY" val="diagram"/>
  <p:tag name="KSO_WM_TEMPLATE_INDEX" val="20201471"/>
  <p:tag name="KSO_WM_SLIDE_ID" val="diagram20201471_2"/>
  <p:tag name="KSO_WM_TEMPLATE_SUBCATEGORY" val="0"/>
  <p:tag name="KSO_WM_SLIDE_TYPE" val="text"/>
  <p:tag name="KSO_WM_SLIDE_SUBTYPE" val="diag"/>
  <p:tag name="KSO_WM_SLIDE_ITEM_CNT" val="4"/>
  <p:tag name="KSO_WM_SLIDE_INDEX" val="2"/>
  <p:tag name="KSO_WM_SLIDE_SIZE" val="800.65*381.868"/>
  <p:tag name="KSO_WM_SLIDE_POSITION" val="65.75*136"/>
  <p:tag name="KSO_WM_TAG_VERSION" val="1.0"/>
  <p:tag name="KSO_WM_DIAGRAM_GROUP_CODE" val="o1-1"/>
  <p:tag name="KSO_WM_SLIDE_DIAGTYPE" val="o"/>
  <p:tag name="KSO_WM_SLIDE_LAYOUT" val="a_f_o"/>
  <p:tag name="KSO_WM_SLIDE_LAYOUT_CNT" val="1_1_1"/>
</p:tagLst>
</file>

<file path=ppt/tags/tag318.xml><?xml version="1.0" encoding="utf-8"?>
<p:tagLst xmlns:p="http://schemas.openxmlformats.org/presentationml/2006/main">
  <p:tag name="KSO_WM_UNIT_COLOR_SCHEME_SHAPE_ID" val="9"/>
  <p:tag name="KSO_WM_UNIT_COLOR_SCHEME_PARENT_PAGE" val="0_3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1"/>
  <p:tag name="KSO_WM_UNIT_ID" val="custom20204473_5*l_h_i*1_4_1"/>
  <p:tag name="KSO_WM_TEMPLATE_CATEGORY" val="custom"/>
  <p:tag name="KSO_WM_TEMPLATE_INDEX" val="20204473"/>
  <p:tag name="KSO_WM_UNIT_LAYERLEVEL" val="1_1_1"/>
  <p:tag name="KSO_WM_TAG_VERSION" val="1.0"/>
  <p:tag name="KSO_WM_BEAUTIFY_FLAG" val="#wm#"/>
  <p:tag name="KSO_WM_UNIT_FILL_FORE_SCHEMECOLOR_INDEX" val="6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319.xml><?xml version="1.0" encoding="utf-8"?>
<p:tagLst xmlns:p="http://schemas.openxmlformats.org/presentationml/2006/main">
  <p:tag name="KSO_WM_UNIT_COLOR_SCHEME_SHAPE_ID" val="24"/>
  <p:tag name="KSO_WM_UNIT_COLOR_SCHEME_PARENT_PAGE" val="0_3"/>
  <p:tag name="KSO_WM_UNIT_NOCLEAR" val="0"/>
  <p:tag name="KSO_WM_UNIT_VALUE" val="24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4_1"/>
  <p:tag name="KSO_WM_UNIT_ID" val="custom20204473_5*l_h_f*1_4_1"/>
  <p:tag name="KSO_WM_TEMPLATE_CATEGORY" val="custom"/>
  <p:tag name="KSO_WM_TEMPLATE_INDEX" val="20204473"/>
  <p:tag name="KSO_WM_UNIT_LAYERLEVEL" val="1_1_1"/>
  <p:tag name="KSO_WM_TAG_VERSION" val="1.0"/>
  <p:tag name="KSO_WM_BEAUTIFY_FLAG" val="#wm#"/>
  <p:tag name="KSO_WM_UNIT_PRESET_TEXT" val="单击此处输入你的正文内容"/>
  <p:tag name="KSO_WM_UNIT_SUBTYPE" val="a"/>
  <p:tag name="KSO_WM_UNIT_TEXT_FILL_FORE_SCHEMECOLOR_INDEX" val="13"/>
  <p:tag name="KSO_WM_UNIT_TEXT_FILL_TYPE" val="1"/>
  <p:tag name="KSO_WM_UNIT_USESOURCEFORMAT_APPLY" val="1"/>
</p:tagLst>
</file>

<file path=ppt/tags/tag320.xml><?xml version="1.0" encoding="utf-8"?>
<p:tagLst xmlns:p="http://schemas.openxmlformats.org/presentationml/2006/main">
  <p:tag name="KSO_WM_UNIT_COLOR_SCHEME_SHAPE_ID" val="11"/>
  <p:tag name="KSO_WM_UNIT_COLOR_SCHEME_PARENT_PAGE" val="0_3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1"/>
  <p:tag name="KSO_WM_UNIT_ID" val="custom20204473_5*l_h_i*1_3_1"/>
  <p:tag name="KSO_WM_TEMPLATE_CATEGORY" val="custom"/>
  <p:tag name="KSO_WM_TEMPLATE_INDEX" val="20204473"/>
  <p:tag name="KSO_WM_UNIT_LAYERLEVEL" val="1_1_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321.xml><?xml version="1.0" encoding="utf-8"?>
<p:tagLst xmlns:p="http://schemas.openxmlformats.org/presentationml/2006/main">
  <p:tag name="KSO_WM_UNIT_COLOR_SCHEME_SHAPE_ID" val="22"/>
  <p:tag name="KSO_WM_UNIT_COLOR_SCHEME_PARENT_PAGE" val="0_3"/>
  <p:tag name="KSO_WM_UNIT_NOCLEAR" val="0"/>
  <p:tag name="KSO_WM_UNIT_VALUE" val="24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custom20204473_5*l_h_f*1_3_1"/>
  <p:tag name="KSO_WM_TEMPLATE_CATEGORY" val="custom"/>
  <p:tag name="KSO_WM_TEMPLATE_INDEX" val="20204473"/>
  <p:tag name="KSO_WM_UNIT_LAYERLEVEL" val="1_1_1"/>
  <p:tag name="KSO_WM_TAG_VERSION" val="1.0"/>
  <p:tag name="KSO_WM_BEAUTIFY_FLAG" val="#wm#"/>
  <p:tag name="KSO_WM_UNIT_PRESET_TEXT" val="单击此处输入你的正文内容"/>
  <p:tag name="KSO_WM_UNIT_SUBTYPE" val="a"/>
  <p:tag name="KSO_WM_UNIT_TEXT_FILL_FORE_SCHEMECOLOR_INDEX" val="13"/>
  <p:tag name="KSO_WM_UNIT_TEXT_FILL_TYPE" val="1"/>
  <p:tag name="KSO_WM_UNIT_USESOURCEFORMAT_APPLY" val="1"/>
</p:tagLst>
</file>

<file path=ppt/tags/tag322.xml><?xml version="1.0" encoding="utf-8"?>
<p:tagLst xmlns:p="http://schemas.openxmlformats.org/presentationml/2006/main">
  <p:tag name="KSO_WM_UNIT_COLOR_SCHEME_SHAPE_ID" val="13"/>
  <p:tag name="KSO_WM_UNIT_COLOR_SCHEME_PARENT_PAGE" val="0_3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custom20204473_5*l_h_i*1_2_1"/>
  <p:tag name="KSO_WM_TEMPLATE_CATEGORY" val="custom"/>
  <p:tag name="KSO_WM_TEMPLATE_INDEX" val="20204473"/>
  <p:tag name="KSO_WM_UNIT_LAYERLEVEL" val="1_1_1"/>
  <p:tag name="KSO_WM_TAG_VERSION" val="1.0"/>
  <p:tag name="KSO_WM_BEAUTIFY_FLAG" val="#wm#"/>
  <p:tag name="KSO_WM_UNIT_FILL_FORE_SCHEMECOLOR_INDEX" val="6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323.xml><?xml version="1.0" encoding="utf-8"?>
<p:tagLst xmlns:p="http://schemas.openxmlformats.org/presentationml/2006/main">
  <p:tag name="KSO_WM_UNIT_COLOR_SCHEME_SHAPE_ID" val="20"/>
  <p:tag name="KSO_WM_UNIT_COLOR_SCHEME_PARENT_PAGE" val="0_3"/>
  <p:tag name="KSO_WM_UNIT_NOCLEAR" val="0"/>
  <p:tag name="KSO_WM_UNIT_VALUE" val="24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custom20204473_5*l_h_f*1_2_1"/>
  <p:tag name="KSO_WM_TEMPLATE_CATEGORY" val="custom"/>
  <p:tag name="KSO_WM_TEMPLATE_INDEX" val="20204473"/>
  <p:tag name="KSO_WM_UNIT_LAYERLEVEL" val="1_1_1"/>
  <p:tag name="KSO_WM_TAG_VERSION" val="1.0"/>
  <p:tag name="KSO_WM_BEAUTIFY_FLAG" val="#wm#"/>
  <p:tag name="KSO_WM_UNIT_PRESET_TEXT" val="单击此处输入你的正文内容"/>
  <p:tag name="KSO_WM_UNIT_SUBTYPE" val="a"/>
  <p:tag name="KSO_WM_UNIT_TEXT_FILL_FORE_SCHEMECOLOR_INDEX" val="13"/>
  <p:tag name="KSO_WM_UNIT_TEXT_FILL_TYPE" val="1"/>
  <p:tag name="KSO_WM_UNIT_USESOURCEFORMAT_APPLY" val="1"/>
</p:tagLst>
</file>

<file path=ppt/tags/tag324.xml><?xml version="1.0" encoding="utf-8"?>
<p:tagLst xmlns:p="http://schemas.openxmlformats.org/presentationml/2006/main">
  <p:tag name="KSO_WM_UNIT_COLOR_SCHEME_SHAPE_ID" val="15"/>
  <p:tag name="KSO_WM_UNIT_COLOR_SCHEME_PARENT_PAGE" val="0_3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custom20204473_5*l_h_i*1_1_1"/>
  <p:tag name="KSO_WM_TEMPLATE_CATEGORY" val="custom"/>
  <p:tag name="KSO_WM_TEMPLATE_INDEX" val="20204473"/>
  <p:tag name="KSO_WM_UNIT_LAYERLEVEL" val="1_1_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325.xml><?xml version="1.0" encoding="utf-8"?>
<p:tagLst xmlns:p="http://schemas.openxmlformats.org/presentationml/2006/main">
  <p:tag name="KSO_WM_UNIT_COLOR_SCHEME_SHAPE_ID" val="18"/>
  <p:tag name="KSO_WM_UNIT_COLOR_SCHEME_PARENT_PAGE" val="0_3"/>
  <p:tag name="KSO_WM_UNIT_NOCLEAR" val="0"/>
  <p:tag name="KSO_WM_UNIT_VALUE" val="24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custom20204473_5*l_h_f*1_1_1"/>
  <p:tag name="KSO_WM_TEMPLATE_CATEGORY" val="custom"/>
  <p:tag name="KSO_WM_TEMPLATE_INDEX" val="20204473"/>
  <p:tag name="KSO_WM_UNIT_LAYERLEVEL" val="1_1_1"/>
  <p:tag name="KSO_WM_TAG_VERSION" val="1.0"/>
  <p:tag name="KSO_WM_BEAUTIFY_FLAG" val="#wm#"/>
  <p:tag name="KSO_WM_UNIT_PRESET_TEXT" val="单击此处输入你的正文内容"/>
  <p:tag name="KSO_WM_UNIT_SUBTYPE" val="a"/>
  <p:tag name="KSO_WM_UNIT_TEXT_FILL_FORE_SCHEMECOLOR_INDEX" val="13"/>
  <p:tag name="KSO_WM_UNIT_TEXT_FILL_TYPE" val="1"/>
  <p:tag name="KSO_WM_UNIT_USESOURCEFORMAT_APPLY" val="1"/>
</p:tagLst>
</file>

<file path=ppt/tags/tag326.xml><?xml version="1.0" encoding="utf-8"?>
<p:tagLst xmlns:p="http://schemas.openxmlformats.org/presentationml/2006/main">
  <p:tag name="KSO_WM_UNIT_COLOR_SCHEME_SHAPE_ID" val="9"/>
  <p:tag name="KSO_WM_UNIT_COLOR_SCHEME_PARENT_PAGE" val="0_3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5_1"/>
  <p:tag name="KSO_WM_UNIT_ID" val="custom20204473_5*l_h_i*1_5_1"/>
  <p:tag name="KSO_WM_TEMPLATE_CATEGORY" val="custom"/>
  <p:tag name="KSO_WM_TEMPLATE_INDEX" val="20204473"/>
  <p:tag name="KSO_WM_UNIT_LAYERLEVEL" val="1_1_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327.xml><?xml version="1.0" encoding="utf-8"?>
<p:tagLst xmlns:p="http://schemas.openxmlformats.org/presentationml/2006/main">
  <p:tag name="KSO_WM_UNIT_COLOR_SCHEME_SHAPE_ID" val="24"/>
  <p:tag name="KSO_WM_UNIT_COLOR_SCHEME_PARENT_PAGE" val="0_3"/>
  <p:tag name="KSO_WM_UNIT_NOCLEAR" val="0"/>
  <p:tag name="KSO_WM_UNIT_VALUE" val="24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5_1"/>
  <p:tag name="KSO_WM_UNIT_ID" val="custom20204473_5*l_h_f*1_5_1"/>
  <p:tag name="KSO_WM_TEMPLATE_CATEGORY" val="custom"/>
  <p:tag name="KSO_WM_TEMPLATE_INDEX" val="20204473"/>
  <p:tag name="KSO_WM_UNIT_LAYERLEVEL" val="1_1_1"/>
  <p:tag name="KSO_WM_TAG_VERSION" val="1.0"/>
  <p:tag name="KSO_WM_BEAUTIFY_FLAG" val="#wm#"/>
  <p:tag name="KSO_WM_UNIT_PRESET_TEXT" val="单击此处输入你的正文内容"/>
  <p:tag name="KSO_WM_UNIT_SUBTYPE" val="a"/>
  <p:tag name="KSO_WM_UNIT_TEXT_FILL_FORE_SCHEMECOLOR_INDEX" val="13"/>
  <p:tag name="KSO_WM_UNIT_TEXT_FILL_TYPE" val="1"/>
  <p:tag name="KSO_WM_UNIT_USESOURCEFORMAT_APPLY" val="1"/>
</p:tagLst>
</file>

<file path=ppt/tags/tag3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5_1"/>
  <p:tag name="KSO_WM_UNIT_ID" val="custom20204473_5*l_h_i*1_5_1"/>
  <p:tag name="KSO_WM_TEMPLATE_CATEGORY" val="custom"/>
  <p:tag name="KSO_WM_TEMPLATE_INDEX" val="20204473"/>
  <p:tag name="KSO_WM_UNIT_LAYERLEVEL" val="1_1_1"/>
  <p:tag name="KSO_WM_TAG_VERSION" val="1.0"/>
  <p:tag name="KSO_WM_BEAUTIFY_FLAG" val="#wm#"/>
  <p:tag name="KSO_WM_UNIT_TEXT_FILL_FORE_SCHEMECOLOR_INDEX" val="14"/>
  <p:tag name="KSO_WM_UNIT_TEXT_FILL_TYPE" val="1"/>
  <p:tag name="KSO_WM_UNIT_USESOURCEFORMAT_APPLY" val="1"/>
</p:tagLst>
</file>

<file path=ppt/tags/tag3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4_1"/>
  <p:tag name="KSO_WM_UNIT_ID" val="custom20204473_5*l_h_i*1_4_1"/>
  <p:tag name="KSO_WM_TEMPLATE_CATEGORY" val="custom"/>
  <p:tag name="KSO_WM_TEMPLATE_INDEX" val="20204473"/>
  <p:tag name="KSO_WM_UNIT_LAYERLEVEL" val="1_1_1"/>
  <p:tag name="KSO_WM_TAG_VERSION" val="1.0"/>
  <p:tag name="KSO_WM_BEAUTIFY_FLAG" val="#wm#"/>
  <p:tag name="KSO_WM_UNIT_TEXT_FILL_FORE_SCHEMECOLOR_INDEX" val="14"/>
  <p:tag name="KSO_WM_UNIT_TEXT_FILL_TYPE" val="1"/>
  <p:tag name="KSO_WM_UNIT_USESOURCEFORMAT_APPLY" val="1"/>
</p:tagLst>
</file>

<file path=ppt/tags/tag3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3_1"/>
  <p:tag name="KSO_WM_UNIT_ID" val="custom20204473_5*l_h_i*1_3_1"/>
  <p:tag name="KSO_WM_TEMPLATE_CATEGORY" val="custom"/>
  <p:tag name="KSO_WM_TEMPLATE_INDEX" val="20204473"/>
  <p:tag name="KSO_WM_UNIT_LAYERLEVEL" val="1_1_1"/>
  <p:tag name="KSO_WM_TAG_VERSION" val="1.0"/>
  <p:tag name="KSO_WM_BEAUTIFY_FLAG" val="#wm#"/>
  <p:tag name="KSO_WM_UNIT_TEXT_FILL_FORE_SCHEMECOLOR_INDEX" val="14"/>
  <p:tag name="KSO_WM_UNIT_TEXT_FILL_TYPE" val="1"/>
  <p:tag name="KSO_WM_UNIT_USESOURCEFORMAT_APPLY" val="1"/>
</p:tagLst>
</file>

<file path=ppt/tags/tag3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2_1"/>
  <p:tag name="KSO_WM_UNIT_ID" val="custom20204473_5*l_h_i*1_2_1"/>
  <p:tag name="KSO_WM_TEMPLATE_CATEGORY" val="custom"/>
  <p:tag name="KSO_WM_TEMPLATE_INDEX" val="20204473"/>
  <p:tag name="KSO_WM_UNIT_LAYERLEVEL" val="1_1_1"/>
  <p:tag name="KSO_WM_TAG_VERSION" val="1.0"/>
  <p:tag name="KSO_WM_BEAUTIFY_FLAG" val="#wm#"/>
  <p:tag name="KSO_WM_UNIT_TEXT_FILL_FORE_SCHEMECOLOR_INDEX" val="14"/>
  <p:tag name="KSO_WM_UNIT_TEXT_FILL_TYPE" val="1"/>
  <p:tag name="KSO_WM_UNIT_USESOURCEFORMAT_APPLY" val="1"/>
</p:tagLst>
</file>

<file path=ppt/tags/tag3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1_1"/>
  <p:tag name="KSO_WM_UNIT_ID" val="custom20204473_5*l_h_i*1_1_1"/>
  <p:tag name="KSO_WM_TEMPLATE_CATEGORY" val="custom"/>
  <p:tag name="KSO_WM_TEMPLATE_INDEX" val="20204473"/>
  <p:tag name="KSO_WM_UNIT_LAYERLEVEL" val="1_1_1"/>
  <p:tag name="KSO_WM_TAG_VERSION" val="1.0"/>
  <p:tag name="KSO_WM_BEAUTIFY_FLAG" val="#wm#"/>
  <p:tag name="KSO_WM_UNIT_TEXT_FILL_FORE_SCHEMECOLOR_INDEX" val="14"/>
  <p:tag name="KSO_WM_UNIT_TEXT_FILL_TYPE" val="1"/>
  <p:tag name="KSO_WM_UNIT_USESOURCEFORMAT_APPLY" val="1"/>
</p:tagLst>
</file>

<file path=ppt/tags/tag333.xml><?xml version="1.0" encoding="utf-8"?>
<p:tagLst xmlns:p="http://schemas.openxmlformats.org/presentationml/2006/main">
  <p:tag name="KSO_WM_UNIT_ISCONTENTSTITLE" val="1"/>
  <p:tag name="KSO_WM_UNIT_ISNUMDGMTITLE" val="0"/>
  <p:tag name="KSO_WM_UNIT_NOCLEAR" val="0"/>
  <p:tag name="KSO_WM_UNIT_VALUE" val="3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custom20204473_5*a*1"/>
  <p:tag name="KSO_WM_TEMPLATE_CATEGORY" val="custom"/>
  <p:tag name="KSO_WM_TEMPLATE_INDEX" val="20204473"/>
  <p:tag name="KSO_WM_UNIT_LAYERLEVEL" val="1"/>
  <p:tag name="KSO_WM_TAG_VERSION" val="1.0"/>
  <p:tag name="KSO_WM_BEAUTIFY_FLAG" val="#wm#"/>
  <p:tag name="KSO_WM_UNIT_PRESET_TEXT" val="目录"/>
  <p:tag name="KSO_WM_UNIT_TEXT_FILL_FORE_SCHEMECOLOR_INDEX" val="13"/>
  <p:tag name="KSO_WM_UNIT_TEXT_FILL_TYPE" val="1"/>
  <p:tag name="KSO_WM_UNIT_USESOURCEFORMAT_APPLY" val="1"/>
</p:tagLst>
</file>

<file path=ppt/tags/tag334.xml><?xml version="1.0" encoding="utf-8"?>
<p:tagLst xmlns:p="http://schemas.openxmlformats.org/presentationml/2006/main">
  <p:tag name="KSO_WM_SLIDE_ID" val="custom20204473_5"/>
  <p:tag name="KSO_WM_TEMPLATE_SUBCATEGORY" val="17"/>
  <p:tag name="KSO_WM_TEMPLATE_MASTER_TYPE" val="1"/>
  <p:tag name="KSO_WM_TEMPLATE_COLOR_TYPE" val="1"/>
  <p:tag name="KSO_WM_SLIDE_TYPE" val="contents"/>
  <p:tag name="KSO_WM_SLIDE_SUBTYPE" val="diag"/>
  <p:tag name="KSO_WM_SLIDE_ITEM_CNT" val="5"/>
  <p:tag name="KSO_WM_SLIDE_INDEX" val="5"/>
  <p:tag name="KSO_WM_DIAGRAM_GROUP_CODE" val="l1-1"/>
  <p:tag name="KSO_WM_SLIDE_DIAGTYPE" val="l"/>
  <p:tag name="KSO_WM_TAG_VERSION" val="1.0"/>
  <p:tag name="KSO_WM_BEAUTIFY_FLAG" val="#wm#"/>
  <p:tag name="KSO_WM_TEMPLATE_CATEGORY" val="custom"/>
  <p:tag name="KSO_WM_TEMPLATE_INDEX" val="20204473"/>
  <p:tag name="KSO_WM_SLIDE_LAYOUT" val="a_l"/>
  <p:tag name="KSO_WM_SLIDE_LAYOUT_CNT" val="1_1"/>
</p:tagLst>
</file>

<file path=ppt/tags/tag335.xml><?xml version="1.0" encoding="utf-8"?>
<p:tagLst xmlns:p="http://schemas.openxmlformats.org/presentationml/2006/main">
  <p:tag name="KSO_WM_BEAUTIFY_FLAG" val="#wm#"/>
  <p:tag name="KSO_WM_TEMPLATE_CATEGORY" val="custom"/>
  <p:tag name="KSO_WM_TEMPLATE_INDEX" val="20204473"/>
</p:tagLst>
</file>

<file path=ppt/tags/tag336.xml><?xml version="1.0" encoding="utf-8"?>
<p:tagLst xmlns:p="http://schemas.openxmlformats.org/presentationml/2006/main">
  <p:tag name="KSO_WM_BEAUTIFY_FLAG" val="#wm#"/>
  <p:tag name="KSO_WM_TEMPLATE_CATEGORY" val="custom"/>
  <p:tag name="KSO_WM_TEMPLATE_INDEX" val="20204473"/>
</p:tagLst>
</file>

<file path=ppt/tags/tag337.xml><?xml version="1.0" encoding="utf-8"?>
<p:tagLst xmlns:p="http://schemas.openxmlformats.org/presentationml/2006/main">
  <p:tag name="KSO_WM_BEAUTIFY_FLAG" val="#wm#"/>
  <p:tag name="KSO_WM_TEMPLATE_CATEGORY" val="custom"/>
  <p:tag name="KSO_WM_TEMPLATE_INDEX" val="20204473"/>
</p:tagLst>
</file>

<file path=ppt/tags/tag338.xml><?xml version="1.0" encoding="utf-8"?>
<p:tagLst xmlns:p="http://schemas.openxmlformats.org/presentationml/2006/main">
  <p:tag name="KSO_WM_BEAUTIFY_FLAG" val="#wm#"/>
  <p:tag name="KSO_WM_TEMPLATE_CATEGORY" val="custom"/>
  <p:tag name="KSO_WM_TEMPLATE_INDEX" val="20204473"/>
</p:tagLst>
</file>

<file path=ppt/tags/tag339.xml><?xml version="1.0" encoding="utf-8"?>
<p:tagLst xmlns:p="http://schemas.openxmlformats.org/presentationml/2006/main">
  <p:tag name="KSO_WM_BEAUTIFY_FLAG" val="#wm#"/>
  <p:tag name="KSO_WM_TEMPLATE_CATEGORY" val="custom"/>
  <p:tag name="KSO_WM_TEMPLATE_INDEX" val="20204473"/>
</p:tagLst>
</file>

<file path=ppt/tags/tag340.xml><?xml version="1.0" encoding="utf-8"?>
<p:tagLst xmlns:p="http://schemas.openxmlformats.org/presentationml/2006/main">
  <p:tag name="KSO_WM_BEAUTIFY_FLAG" val="#wm#"/>
  <p:tag name="KSO_WM_TEMPLATE_CATEGORY" val="custom"/>
  <p:tag name="KSO_WM_TEMPLATE_INDEX" val="20204473"/>
</p:tagLst>
</file>

<file path=ppt/tags/tag341.xml><?xml version="1.0" encoding="utf-8"?>
<p:tagLst xmlns:p="http://schemas.openxmlformats.org/presentationml/2006/main">
  <p:tag name="KSO_WM_BEAUTIFY_FLAG" val="#wm#"/>
  <p:tag name="KSO_WM_TEMPLATE_CATEGORY" val="custom"/>
  <p:tag name="KSO_WM_TEMPLATE_INDEX" val="20204473"/>
</p:tagLst>
</file>

<file path=ppt/tags/tag342.xml><?xml version="1.0" encoding="utf-8"?>
<p:tagLst xmlns:p="http://schemas.openxmlformats.org/presentationml/2006/main">
  <p:tag name="KSO_WM_BEAUTIFY_FLAG" val="#wm#"/>
  <p:tag name="KSO_WM_TEMPLATE_CATEGORY" val="custom"/>
  <p:tag name="KSO_WM_TEMPLATE_INDEX" val="20204473"/>
</p:tagLst>
</file>

<file path=ppt/tags/tag343.xml><?xml version="1.0" encoding="utf-8"?>
<p:tagLst xmlns:p="http://schemas.openxmlformats.org/presentationml/2006/main">
  <p:tag name="KSO_WM_BEAUTIFY_FLAG" val="#wm#"/>
  <p:tag name="KSO_WM_TEMPLATE_CATEGORY" val="custom"/>
  <p:tag name="KSO_WM_TEMPLATE_INDEX" val="20204473"/>
</p:tagLst>
</file>

<file path=ppt/tags/tag344.xml><?xml version="1.0" encoding="utf-8"?>
<p:tagLst xmlns:p="http://schemas.openxmlformats.org/presentationml/2006/main">
  <p:tag name="KSO_WM_BEAUTIFY_FLAG" val="#wm#"/>
  <p:tag name="KSO_WM_TEMPLATE_CATEGORY" val="custom"/>
  <p:tag name="KSO_WM_TEMPLATE_INDEX" val="20204473"/>
</p:tagLst>
</file>

<file path=ppt/tags/tag345.xml><?xml version="1.0" encoding="utf-8"?>
<p:tagLst xmlns:p="http://schemas.openxmlformats.org/presentationml/2006/main">
  <p:tag name="KSO_WM_BEAUTIFY_FLAG" val="#wm#"/>
  <p:tag name="KSO_WM_TEMPLATE_CATEGORY" val="custom"/>
  <p:tag name="KSO_WM_TEMPLATE_INDEX" val="20204473"/>
</p:tagLst>
</file>

<file path=ppt/tags/tag346.xml><?xml version="1.0" encoding="utf-8"?>
<p:tagLst xmlns:p="http://schemas.openxmlformats.org/presentationml/2006/main">
  <p:tag name="KSO_WM_BEAUTIFY_FLAG" val="#wm#"/>
  <p:tag name="KSO_WM_TEMPLATE_CATEGORY" val="custom"/>
  <p:tag name="KSO_WM_TEMPLATE_INDEX" val="20204473"/>
</p:tagLst>
</file>

<file path=ppt/tags/tag347.xml><?xml version="1.0" encoding="utf-8"?>
<p:tagLst xmlns:p="http://schemas.openxmlformats.org/presentationml/2006/main">
  <p:tag name="KSO_WM_BEAUTIFY_FLAG" val="#wm#"/>
  <p:tag name="KSO_WM_TEMPLATE_CATEGORY" val="custom"/>
  <p:tag name="KSO_WM_TEMPLATE_INDEX" val="20204473"/>
</p:tagLst>
</file>

<file path=ppt/tags/tag348.xml><?xml version="1.0" encoding="utf-8"?>
<p:tagLst xmlns:p="http://schemas.openxmlformats.org/presentationml/2006/main">
  <p:tag name="KSO_WM_BEAUTIFY_FLAG" val="#wm#"/>
  <p:tag name="KSO_WM_TEMPLATE_CATEGORY" val="custom"/>
  <p:tag name="KSO_WM_TEMPLATE_INDEX" val="20204473"/>
</p:tagLst>
</file>

<file path=ppt/tags/tag349.xml><?xml version="1.0" encoding="utf-8"?>
<p:tagLst xmlns:p="http://schemas.openxmlformats.org/presentationml/2006/main">
  <p:tag name="KSO_WM_BEAUTIFY_FLAG" val="#wm#"/>
  <p:tag name="KSO_WM_TEMPLATE_CATEGORY" val="custom"/>
  <p:tag name="KSO_WM_TEMPLATE_INDEX" val="20204473"/>
</p:tagLst>
</file>

<file path=ppt/tags/tag350.xml><?xml version="1.0" encoding="utf-8"?>
<p:tagLst xmlns:p="http://schemas.openxmlformats.org/presentationml/2006/main">
  <p:tag name="KSO_WM_BEAUTIFY_FLAG" val="#wm#"/>
  <p:tag name="KSO_WM_TEMPLATE_CATEGORY" val="custom"/>
  <p:tag name="KSO_WM_TEMPLATE_INDEX" val="20204473"/>
</p:tagLst>
</file>

<file path=ppt/tags/tag351.xml><?xml version="1.0" encoding="utf-8"?>
<p:tagLst xmlns:p="http://schemas.openxmlformats.org/presentationml/2006/main">
  <p:tag name="KSO_WM_BEAUTIFY_FLAG" val="#wm#"/>
  <p:tag name="KSO_WM_TEMPLATE_CATEGORY" val="custom"/>
  <p:tag name="KSO_WM_TEMPLATE_INDEX" val="20204473"/>
</p:tagLst>
</file>

<file path=ppt/tags/tag352.xml><?xml version="1.0" encoding="utf-8"?>
<p:tagLst xmlns:p="http://schemas.openxmlformats.org/presentationml/2006/main">
  <p:tag name="KSO_WM_BEAUTIFY_FLAG" val="#wm#"/>
  <p:tag name="KSO_WM_TEMPLATE_CATEGORY" val="custom"/>
  <p:tag name="KSO_WM_TEMPLATE_INDEX" val="20204473"/>
</p:tagLst>
</file>

<file path=ppt/tags/tag353.xml><?xml version="1.0" encoding="utf-8"?>
<p:tagLst xmlns:p="http://schemas.openxmlformats.org/presentationml/2006/main">
  <p:tag name="KSO_WM_BEAUTIFY_FLAG" val="#wm#"/>
  <p:tag name="KSO_WM_TEMPLATE_CATEGORY" val="custom"/>
  <p:tag name="KSO_WM_TEMPLATE_INDEX" val="20204473"/>
</p:tagLst>
</file>

<file path=ppt/tags/tag354.xml><?xml version="1.0" encoding="utf-8"?>
<p:tagLst xmlns:p="http://schemas.openxmlformats.org/presentationml/2006/main">
  <p:tag name="KSO_WM_BEAUTIFY_FLAG" val="#wm#"/>
  <p:tag name="KSO_WM_TEMPLATE_CATEGORY" val="custom"/>
  <p:tag name="KSO_WM_TEMPLATE_INDEX" val="20204473"/>
</p:tagLst>
</file>

<file path=ppt/tags/tag355.xml><?xml version="1.0" encoding="utf-8"?>
<p:tagLst xmlns:p="http://schemas.openxmlformats.org/presentationml/2006/main">
  <p:tag name="KSO_WM_BEAUTIFY_FLAG" val="#wm#"/>
  <p:tag name="KSO_WM_TEMPLATE_CATEGORY" val="custom"/>
  <p:tag name="KSO_WM_TEMPLATE_INDEX" val="20204473"/>
</p:tagLst>
</file>

<file path=ppt/tags/tag356.xml><?xml version="1.0" encoding="utf-8"?>
<p:tagLst xmlns:p="http://schemas.openxmlformats.org/presentationml/2006/main">
  <p:tag name="KSO_WM_BEAUTIFY_FLAG" val="#wm#"/>
  <p:tag name="KSO_WM_TEMPLATE_CATEGORY" val="custom"/>
  <p:tag name="KSO_WM_TEMPLATE_INDEX" val="20204473"/>
</p:tagLst>
</file>

<file path=ppt/tags/tag357.xml><?xml version="1.0" encoding="utf-8"?>
<p:tagLst xmlns:p="http://schemas.openxmlformats.org/presentationml/2006/main">
  <p:tag name="KSO_WM_BEAUTIFY_FLAG" val="#wm#"/>
  <p:tag name="KSO_WM_TEMPLATE_CATEGORY" val="custom"/>
  <p:tag name="KSO_WM_TEMPLATE_INDEX" val="20204473"/>
</p:tagLst>
</file>

<file path=ppt/tags/tag358.xml><?xml version="1.0" encoding="utf-8"?>
<p:tagLst xmlns:p="http://schemas.openxmlformats.org/presentationml/2006/main">
  <p:tag name="KSO_WM_BEAUTIFY_FLAG" val="#wm#"/>
  <p:tag name="KSO_WM_TEMPLATE_CATEGORY" val="custom"/>
  <p:tag name="KSO_WM_TEMPLATE_INDEX" val="20204473"/>
</p:tagLst>
</file>

<file path=ppt/tags/tag359.xml><?xml version="1.0" encoding="utf-8"?>
<p:tagLst xmlns:p="http://schemas.openxmlformats.org/presentationml/2006/main">
  <p:tag name="KSO_WM_BEAUTIFY_FLAG" val="#wm#"/>
  <p:tag name="KSO_WM_TEMPLATE_CATEGORY" val="custom"/>
  <p:tag name="KSO_WM_TEMPLATE_INDEX" val="20204473"/>
</p:tagLst>
</file>

<file path=ppt/tags/tag360.xml><?xml version="1.0" encoding="utf-8"?>
<p:tagLst xmlns:p="http://schemas.openxmlformats.org/presentationml/2006/main">
  <p:tag name="KSO_WM_BEAUTIFY_FLAG" val="#wm#"/>
  <p:tag name="KSO_WM_TEMPLATE_CATEGORY" val="custom"/>
  <p:tag name="KSO_WM_TEMPLATE_INDEX" val="20204473"/>
</p:tagLst>
</file>

<file path=ppt/tags/tag361.xml><?xml version="1.0" encoding="utf-8"?>
<p:tagLst xmlns:p="http://schemas.openxmlformats.org/presentationml/2006/main">
  <p:tag name="KSO_WM_BEAUTIFY_FLAG" val="#wm#"/>
  <p:tag name="KSO_WM_TEMPLATE_CATEGORY" val="custom"/>
  <p:tag name="KSO_WM_TEMPLATE_INDEX" val="20204473"/>
</p:tagLst>
</file>

<file path=ppt/tags/tag362.xml><?xml version="1.0" encoding="utf-8"?>
<p:tagLst xmlns:p="http://schemas.openxmlformats.org/presentationml/2006/main">
  <p:tag name="KSO_WM_BEAUTIFY_FLAG" val="#wm#"/>
  <p:tag name="KSO_WM_TEMPLATE_CATEGORY" val="custom"/>
  <p:tag name="KSO_WM_TEMPLATE_INDEX" val="20204473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4473">
      <a:dk1>
        <a:srgbClr val="000000"/>
      </a:dk1>
      <a:lt1>
        <a:srgbClr val="FFFFFF"/>
      </a:lt1>
      <a:dk2>
        <a:srgbClr val="ECEFEF"/>
      </a:dk2>
      <a:lt2>
        <a:srgbClr val="FCFDFD"/>
      </a:lt2>
      <a:accent1>
        <a:srgbClr val="829E9A"/>
      </a:accent1>
      <a:accent2>
        <a:srgbClr val="87999F"/>
      </a:accent2>
      <a:accent3>
        <a:srgbClr val="8A9DC4"/>
      </a:accent3>
      <a:accent4>
        <a:srgbClr val="9B90C2"/>
      </a:accent4>
      <a:accent5>
        <a:srgbClr val="7F75AB"/>
      </a:accent5>
      <a:accent6>
        <a:srgbClr val="695185"/>
      </a:accent6>
      <a:hlink>
        <a:srgbClr val="033D77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主题​​">
  <a:themeElements>
    <a:clrScheme name="1416">
      <a:dk1>
        <a:sysClr val="windowText" lastClr="000000"/>
      </a:dk1>
      <a:lt1>
        <a:sysClr val="window" lastClr="FFFFFF"/>
      </a:lt1>
      <a:dk2>
        <a:srgbClr val="E2EDFD"/>
      </a:dk2>
      <a:lt2>
        <a:srgbClr val="FFFFFF"/>
      </a:lt2>
      <a:accent1>
        <a:srgbClr val="1B57B5"/>
      </a:accent1>
      <a:accent2>
        <a:srgbClr val="1D85C9"/>
      </a:accent2>
      <a:accent3>
        <a:srgbClr val="1FB3DE"/>
      </a:accent3>
      <a:accent4>
        <a:srgbClr val="23BCC6"/>
      </a:accent4>
      <a:accent5>
        <a:srgbClr val="2AA083"/>
      </a:accent5>
      <a:accent6>
        <a:srgbClr val="318440"/>
      </a:accent6>
      <a:hlink>
        <a:srgbClr val="658BD5"/>
      </a:hlink>
      <a:folHlink>
        <a:srgbClr val="A16AA5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1634</Words>
  <Application>WPS 演示</Application>
  <PresentationFormat>宽屏</PresentationFormat>
  <Paragraphs>215</Paragraphs>
  <Slides>35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35</vt:i4>
      </vt:variant>
    </vt:vector>
  </HeadingPairs>
  <TitlesOfParts>
    <vt:vector size="46" baseType="lpstr">
      <vt:lpstr>Arial</vt:lpstr>
      <vt:lpstr>宋体</vt:lpstr>
      <vt:lpstr>Wingdings</vt:lpstr>
      <vt:lpstr>微软雅黑</vt:lpstr>
      <vt:lpstr>汉仪旗黑-85S</vt:lpstr>
      <vt:lpstr>黑体</vt:lpstr>
      <vt:lpstr>Calibri</vt:lpstr>
      <vt:lpstr>Arial Unicode MS</vt:lpstr>
      <vt:lpstr>Office 主题</vt:lpstr>
      <vt:lpstr>1_Office 主题​​</vt:lpstr>
      <vt:lpstr>2_Office 主题​​</vt:lpstr>
      <vt:lpstr>Listing 编写</vt:lpstr>
      <vt:lpstr>两大维度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86137</cp:lastModifiedBy>
  <cp:revision>10</cp:revision>
  <dcterms:created xsi:type="dcterms:W3CDTF">2020-10-21T11:53:00Z</dcterms:created>
  <dcterms:modified xsi:type="dcterms:W3CDTF">2023-09-24T11:53:46Z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2052-11.8.2.8506</vt:lpwstr>
  </property>
</Properties>
</file>