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  <p:sldId id="256" r:id="rId4"/>
    <p:sldId id="257" r:id="rId5"/>
    <p:sldId id="259" r:id="rId6"/>
    <p:sldId id="260" r:id="rId7"/>
    <p:sldId id="261" r:id="rId8"/>
    <p:sldId id="279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6" r:id="rId22"/>
    <p:sldId id="274" r:id="rId23"/>
    <p:sldId id="275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6" r:id="rId40"/>
    <p:sldId id="295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22" r:id="rId52"/>
    <p:sldId id="328" r:id="rId53"/>
    <p:sldId id="323" r:id="rId54"/>
    <p:sldId id="329" r:id="rId55"/>
    <p:sldId id="324" r:id="rId56"/>
    <p:sldId id="330" r:id="rId57"/>
    <p:sldId id="325" r:id="rId58"/>
    <p:sldId id="326" r:id="rId59"/>
    <p:sldId id="327" r:id="rId60"/>
  </p:sldIdLst>
  <p:sldSz cx="12192000" cy="6858000"/>
  <p:notesSz cx="6858000" cy="9144000"/>
  <p:custDataLst>
    <p:tags r:id="rId6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4" Type="http://schemas.openxmlformats.org/officeDocument/2006/relationships/tags" Target="tags/tag122.xml"/><Relationship Id="rId63" Type="http://schemas.openxmlformats.org/officeDocument/2006/relationships/tableStyles" Target="tableStyles.xml"/><Relationship Id="rId62" Type="http://schemas.openxmlformats.org/officeDocument/2006/relationships/viewProps" Target="viewProps.xml"/><Relationship Id="rId61" Type="http://schemas.openxmlformats.org/officeDocument/2006/relationships/presProps" Target="presProps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6.xml"/><Relationship Id="rId2" Type="http://schemas.openxmlformats.org/officeDocument/2006/relationships/image" Target="../media/image3.png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8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9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1.xml"/><Relationship Id="rId1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3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3.xml"/><Relationship Id="rId1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2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3.xml"/><Relationship Id="rId1" Type="http://schemas.openxmlformats.org/officeDocument/2006/relationships/image" Target="../media/image2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4.xml"/><Relationship Id="rId1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image" Target="../media/image3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image" Target="../media/image3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8.xml"/><Relationship Id="rId1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image" Target="../media/image3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39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4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5.xml"/><Relationship Id="rId1" Type="http://schemas.openxmlformats.org/officeDocument/2006/relationships/image" Target="../media/image4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6.xml"/><Relationship Id="rId1" Type="http://schemas.openxmlformats.org/officeDocument/2006/relationships/image" Target="../media/image4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7.xml"/><Relationship Id="rId1" Type="http://schemas.openxmlformats.org/officeDocument/2006/relationships/image" Target="../media/image4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8.xml"/><Relationship Id="rId1" Type="http://schemas.openxmlformats.org/officeDocument/2006/relationships/image" Target="../media/image44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9.xml"/><Relationship Id="rId1" Type="http://schemas.openxmlformats.org/officeDocument/2006/relationships/image" Target="../media/image4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0.xml"/><Relationship Id="rId1" Type="http://schemas.openxmlformats.org/officeDocument/2006/relationships/image" Target="../media/image46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1.xml"/><Relationship Id="rId1" Type="http://schemas.openxmlformats.org/officeDocument/2006/relationships/image" Target="../media/image4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2.xml"/><Relationship Id="rId1" Type="http://schemas.openxmlformats.org/officeDocument/2006/relationships/image" Target="../media/image4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3.xml"/><Relationship Id="rId1" Type="http://schemas.openxmlformats.org/officeDocument/2006/relationships/image" Target="../media/image4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4.xml"/><Relationship Id="rId1" Type="http://schemas.openxmlformats.org/officeDocument/2006/relationships/image" Target="../media/image5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5.xml"/><Relationship Id="rId1" Type="http://schemas.openxmlformats.org/officeDocument/2006/relationships/image" Target="../media/image5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image" Target="../media/image53.png"/><Relationship Id="rId1" Type="http://schemas.openxmlformats.org/officeDocument/2006/relationships/image" Target="../media/image5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7.xml"/><Relationship Id="rId1" Type="http://schemas.openxmlformats.org/officeDocument/2006/relationships/image" Target="../media/image5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8.xml"/><Relationship Id="rId1" Type="http://schemas.openxmlformats.org/officeDocument/2006/relationships/image" Target="../media/image55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52095" y="608330"/>
            <a:ext cx="10938510" cy="543687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950" y="510540"/>
            <a:ext cx="11468100" cy="56673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3060" y="607695"/>
            <a:ext cx="11049000" cy="56419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97205" y="608330"/>
            <a:ext cx="10822305" cy="550608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91795" y="622300"/>
            <a:ext cx="10443210" cy="54508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7340" y="608330"/>
            <a:ext cx="10511790" cy="56280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7500" y="608330"/>
            <a:ext cx="10368915" cy="5506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0040" y="502285"/>
            <a:ext cx="10373995" cy="54648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7355" y="608330"/>
            <a:ext cx="9992360" cy="5641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1640" y="502920"/>
            <a:ext cx="10154920" cy="54927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11150" y="661670"/>
            <a:ext cx="10415270" cy="553466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2920" y="432435"/>
            <a:ext cx="10865485" cy="552069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330" y="608330"/>
            <a:ext cx="10225405" cy="52959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6060" y="608330"/>
            <a:ext cx="11038205" cy="549211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44170" y="446405"/>
            <a:ext cx="10961370" cy="55772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20370" y="607695"/>
            <a:ext cx="10786110" cy="5641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4330" y="600710"/>
            <a:ext cx="10808335" cy="565594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08330" y="608330"/>
            <a:ext cx="10769600" cy="56413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36880" y="607695"/>
            <a:ext cx="11140440" cy="56419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7680" y="527685"/>
            <a:ext cx="11089640" cy="580326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09245" y="447040"/>
            <a:ext cx="10855325" cy="55067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800225" y="1490345"/>
            <a:ext cx="858393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22120" y="1490345"/>
            <a:ext cx="874014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00810" y="1490345"/>
            <a:ext cx="938339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87830" y="1490345"/>
            <a:ext cx="880872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1270" y="1490345"/>
            <a:ext cx="964184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87500" y="1490345"/>
            <a:ext cx="900938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42110" y="1490345"/>
            <a:ext cx="890079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93875" y="1490345"/>
            <a:ext cx="859726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083435" y="1490345"/>
            <a:ext cx="801814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31240" y="1490345"/>
            <a:ext cx="1012190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80160" y="1490345"/>
            <a:ext cx="962406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20240" y="1490345"/>
            <a:ext cx="834453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20495" y="1650365"/>
            <a:ext cx="9344025" cy="44386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60525" y="1490345"/>
            <a:ext cx="886333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656715" y="1490345"/>
            <a:ext cx="887095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4785" y="1490345"/>
            <a:ext cx="927481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0990" y="1490345"/>
            <a:ext cx="904240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01775" y="1490345"/>
            <a:ext cx="918146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53160" y="1490345"/>
            <a:ext cx="987806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37970" y="1490345"/>
            <a:ext cx="910907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78255" y="1490345"/>
            <a:ext cx="962850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81760" y="1490345"/>
            <a:ext cx="942149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63295" y="1550035"/>
            <a:ext cx="10258425" cy="463867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37920" y="1490345"/>
            <a:ext cx="990917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1435" y="1490345"/>
            <a:ext cx="954214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05560" y="1490345"/>
            <a:ext cx="957326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21435" y="1490345"/>
            <a:ext cx="954151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706880" y="1490345"/>
            <a:ext cx="877125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79475" y="1490345"/>
            <a:ext cx="10425430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54100" y="1490345"/>
            <a:ext cx="1007681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1090" y="1490345"/>
            <a:ext cx="9982200" cy="47593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45" y="556895"/>
            <a:ext cx="11496675" cy="574357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3210" y="1490345"/>
            <a:ext cx="907859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77595" y="1490345"/>
            <a:ext cx="10029825" cy="475932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4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5.xml><?xml version="1.0" encoding="utf-8"?>
<p:tagLst xmlns:p="http://schemas.openxmlformats.org/presentationml/2006/main">
  <p:tag name="KSO_WM_UNIT_PLACING_PICTURE_USER_VIEWPORT" val="{&quot;height&quot;:7495,&quot;width&quot;:14678}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0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2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  <p:tag name="KSO_WM_SPECIAL_SOURCE" val="bdnull"/>
</p:tagLst>
</file>

<file path=ppt/tags/tag122.xml><?xml version="1.0" encoding="utf-8"?>
<p:tagLst xmlns:p="http://schemas.openxmlformats.org/presentationml/2006/main">
  <p:tag name="KSO_DOCER_TEMPLATE_OPEN_ONCE_MARK" val="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/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6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YOUBO</cp:lastModifiedBy>
  <cp:revision>176</cp:revision>
  <dcterms:created xsi:type="dcterms:W3CDTF">2019-06-19T02:08:00Z</dcterms:created>
  <dcterms:modified xsi:type="dcterms:W3CDTF">2022-04-28T04:05:23Z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0FF1FAD774364FD59B8584282565F799</vt:lpwstr>
  </property>
</Properties>
</file>