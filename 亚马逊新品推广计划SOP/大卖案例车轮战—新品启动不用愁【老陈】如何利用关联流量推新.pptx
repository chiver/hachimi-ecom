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0" r:id="rId4"/>
    <p:sldId id="269" r:id="rId5"/>
    <p:sldId id="268" r:id="rId6"/>
    <p:sldId id="267" r:id="rId7"/>
    <p:sldId id="266" r:id="rId8"/>
    <p:sldId id="265" r:id="rId9"/>
    <p:sldId id="264" r:id="rId10"/>
    <p:sldId id="263" r:id="rId11"/>
    <p:sldId id="262" r:id="rId12"/>
    <p:sldId id="261" r:id="rId13"/>
    <p:sldId id="260" r:id="rId14"/>
    <p:sldId id="259" r:id="rId15"/>
    <p:sldId id="258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73" r:id="rId30"/>
    <p:sldId id="272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4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0"/>
            <a:ext cx="122313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8355" y="471805"/>
            <a:ext cx="10575290" cy="59493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4150" y="156210"/>
            <a:ext cx="11447780" cy="6440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4000" y="52070"/>
            <a:ext cx="11494770" cy="634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8465" y="217805"/>
            <a:ext cx="11273790" cy="6342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9745" y="376555"/>
            <a:ext cx="11115040" cy="62528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1810" y="226695"/>
            <a:ext cx="11168380" cy="6282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100" y="361950"/>
            <a:ext cx="11120755" cy="6256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6235" y="297180"/>
            <a:ext cx="11232515" cy="6319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1035" y="297180"/>
            <a:ext cx="10883900" cy="6123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7505" y="375285"/>
            <a:ext cx="11002645" cy="61899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9595" y="261620"/>
            <a:ext cx="10948035" cy="6158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3865" y="247015"/>
            <a:ext cx="11083290" cy="6235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900" y="177800"/>
            <a:ext cx="11550015" cy="6497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4380" y="367030"/>
            <a:ext cx="10769600" cy="60585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4630" y="260985"/>
            <a:ext cx="11268710" cy="6339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3225" y="261620"/>
            <a:ext cx="11333480" cy="63760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0990" y="287655"/>
            <a:ext cx="11330305" cy="63741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975" y="217805"/>
            <a:ext cx="11525250" cy="6483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6250" y="488950"/>
            <a:ext cx="10596245" cy="59613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8930" y="173355"/>
            <a:ext cx="11454765" cy="64446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6225" y="212090"/>
            <a:ext cx="11434445" cy="64331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3390" y="175260"/>
            <a:ext cx="11320780" cy="6369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4040" y="234950"/>
            <a:ext cx="10655300" cy="59950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825" y="130810"/>
            <a:ext cx="11498580" cy="64687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9235" y="128270"/>
            <a:ext cx="11733530" cy="66014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6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220" y="123190"/>
            <a:ext cx="11421110" cy="64255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4815" y="191770"/>
            <a:ext cx="11302365" cy="63582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7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25095" y="-635"/>
            <a:ext cx="12317095" cy="68992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Y2NjJmZmRjNGU5OWJiMzA3ZDk4YzFjODQ5YTIwOT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蔷薇花兔子森女</cp:lastModifiedBy>
  <cp:revision>4</cp:revision>
  <dcterms:created xsi:type="dcterms:W3CDTF">2023-08-09T12:44:00Z</dcterms:created>
  <dcterms:modified xsi:type="dcterms:W3CDTF">2024-04-11T10:19:20Z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2052-12.1.0.16388</vt:lpwstr>
  </property>
</Properties>
</file>