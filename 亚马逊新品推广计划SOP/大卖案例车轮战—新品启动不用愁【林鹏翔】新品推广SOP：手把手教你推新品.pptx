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6" r:id="rId4"/>
    <p:sldId id="275" r:id="rId5"/>
    <p:sldId id="274" r:id="rId6"/>
    <p:sldId id="273" r:id="rId7"/>
    <p:sldId id="272" r:id="rId8"/>
    <p:sldId id="271" r:id="rId9"/>
    <p:sldId id="270" r:id="rId10"/>
    <p:sldId id="269" r:id="rId11"/>
    <p:sldId id="268" r:id="rId12"/>
    <p:sldId id="267" r:id="rId13"/>
    <p:sldId id="266" r:id="rId14"/>
    <p:sldId id="265" r:id="rId15"/>
    <p:sldId id="264" r:id="rId16"/>
    <p:sldId id="263" r:id="rId17"/>
    <p:sldId id="262" r:id="rId18"/>
    <p:sldId id="261" r:id="rId19"/>
    <p:sldId id="260" r:id="rId20"/>
    <p:sldId id="259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7" r:id="rId29"/>
    <p:sldId id="288" r:id="rId30"/>
    <p:sldId id="289" r:id="rId31"/>
    <p:sldId id="291" r:id="rId32"/>
    <p:sldId id="292" r:id="rId33"/>
    <p:sldId id="293" r:id="rId34"/>
    <p:sldId id="294" r:id="rId35"/>
    <p:sldId id="295" r:id="rId36"/>
    <p:sldId id="296" r:id="rId37"/>
    <p:sldId id="286" r:id="rId38"/>
    <p:sldId id="278" r:id="rId39"/>
    <p:sldId id="277" r:id="rId40"/>
    <p:sldId id="297" r:id="rId41"/>
    <p:sldId id="299" r:id="rId42"/>
    <p:sldId id="301" r:id="rId43"/>
    <p:sldId id="300" r:id="rId44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gs" Target="tags/tag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7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11430"/>
            <a:ext cx="12190730" cy="6846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7380" y="401955"/>
            <a:ext cx="11064875" cy="62249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9595" y="212090"/>
            <a:ext cx="11208385" cy="6306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9720" y="322580"/>
            <a:ext cx="11296015" cy="6354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6215" y="146050"/>
            <a:ext cx="11671300" cy="656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5015" y="366395"/>
            <a:ext cx="10714990" cy="6028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8925" y="228600"/>
            <a:ext cx="1137793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6890" y="320040"/>
            <a:ext cx="11052175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2110" y="278130"/>
            <a:ext cx="11325860" cy="6371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0385" y="360680"/>
            <a:ext cx="10907395" cy="6136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8170" y="335915"/>
            <a:ext cx="10996295" cy="6186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2755" y="428625"/>
            <a:ext cx="10960735" cy="61664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1505" y="350520"/>
            <a:ext cx="11115040" cy="62528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6580" y="384175"/>
            <a:ext cx="10828655" cy="6091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9750" y="462915"/>
            <a:ext cx="10664190" cy="5999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8615" y="297180"/>
            <a:ext cx="11343640" cy="6381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4355" y="389890"/>
            <a:ext cx="10805160" cy="60782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5455" y="315595"/>
            <a:ext cx="11165205" cy="62814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4995" y="358140"/>
            <a:ext cx="10918190" cy="61423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155" y="175895"/>
            <a:ext cx="11320780" cy="63684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4495" y="271145"/>
            <a:ext cx="11150600" cy="62776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9915" y="497840"/>
            <a:ext cx="10613390" cy="59709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5445" y="113665"/>
            <a:ext cx="10999470" cy="62985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2125" y="480695"/>
            <a:ext cx="10781665" cy="6065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8940" y="471170"/>
            <a:ext cx="11030585" cy="62058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3085" y="384810"/>
            <a:ext cx="10868025" cy="61144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3560" y="357505"/>
            <a:ext cx="10956925" cy="61639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7515" y="314325"/>
            <a:ext cx="11106150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8950" y="235585"/>
            <a:ext cx="11133455" cy="62630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8490" y="523875"/>
            <a:ext cx="10872470" cy="61321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324485"/>
            <a:ext cx="11275695" cy="63436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9575" y="332105"/>
            <a:ext cx="11247120" cy="63271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1180" y="319405"/>
            <a:ext cx="11054715" cy="621919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000" y="488950"/>
            <a:ext cx="10603865" cy="59658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8170" y="406400"/>
            <a:ext cx="10745470" cy="6045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7375" y="349250"/>
            <a:ext cx="10574655" cy="594931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7680" y="248920"/>
            <a:ext cx="11216640" cy="63607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1515" y="340360"/>
            <a:ext cx="10828655" cy="609219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3380" y="314325"/>
            <a:ext cx="11073765" cy="622998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1670" y="410210"/>
            <a:ext cx="10645775" cy="59772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1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5305" y="314325"/>
            <a:ext cx="10737850" cy="60407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0330" y="0"/>
            <a:ext cx="12292330" cy="69157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Y2NjJmZmRjNGU5OWJiMzA3ZDk4YzFjODQ5YTIwOT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蔷薇花兔子森女</cp:lastModifiedBy>
  <cp:revision>5</cp:revision>
  <dcterms:created xsi:type="dcterms:W3CDTF">2023-08-09T12:44:00Z</dcterms:created>
  <dcterms:modified xsi:type="dcterms:W3CDTF">2024-04-11T10:43:54Z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2052-12.1.0.16388</vt:lpwstr>
  </property>
</Properties>
</file>