
<file path=[Content_Types].xml><?xml version="1.0" encoding="utf-8"?>
<Types xmlns="http://schemas.openxmlformats.org/package/2006/content-types">
  <Default Extension="jpeg" ContentType="image/jpe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87" r:id="rId5"/>
    <p:sldId id="266" r:id="rId6"/>
    <p:sldId id="267" r:id="rId7"/>
    <p:sldId id="258" r:id="rId8"/>
    <p:sldId id="262" r:id="rId9"/>
    <p:sldId id="264" r:id="rId10"/>
    <p:sldId id="270" r:id="rId11"/>
    <p:sldId id="271" r:id="rId12"/>
    <p:sldId id="272" r:id="rId13"/>
    <p:sldId id="273" r:id="rId14"/>
    <p:sldId id="265" r:id="rId15"/>
    <p:sldId id="268" r:id="rId16"/>
    <p:sldId id="269" r:id="rId17"/>
    <p:sldId id="275" r:id="rId18"/>
    <p:sldId id="280" r:id="rId19"/>
    <p:sldId id="284" r:id="rId20"/>
    <p:sldId id="285" r:id="rId21"/>
    <p:sldId id="286" r:id="rId22"/>
    <p:sldId id="281" r:id="rId23"/>
    <p:sldId id="288" r:id="rId24"/>
    <p:sldId id="282" r:id="rId25"/>
    <p:sldId id="289" r:id="rId26"/>
    <p:sldId id="283" r:id="rId27"/>
    <p:sldId id="290" r:id="rId28"/>
    <p:sldId id="276" r:id="rId29"/>
    <p:sldId id="291" r:id="rId30"/>
    <p:sldId id="292" r:id="rId31"/>
    <p:sldId id="293" r:id="rId32"/>
    <p:sldId id="294" r:id="rId33"/>
    <p:sldId id="261" r:id="rId34"/>
    <p:sldId id="274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G:\&#38632;&#26524;&#30452;&#25773;%202020.2.19%2011-12\&#19977;&#20010;&#22823;&#31867;&#30340;&#25968;&#25454;(1)(1)(2)(1)(1).xls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G:\&#38632;&#26524;&#30452;&#25773;%202020.2.19%2011-12\&#19977;&#20010;&#22823;&#31867;&#30340;&#25968;&#25454;(1)(1)(2)(1)(1).xls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G:\&#38632;&#26524;&#30452;&#25773;%202020.2.19%2011-12\&#19977;&#20010;&#22823;&#31867;&#30340;&#25968;&#25454;(1)(1)(2)(1)(1)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3000"/>
              <a:t>Home &amp; Kitchen</a:t>
            </a:r>
            <a:endParaRPr lang="zh-CN" altLang="en-US" sz="30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'Home &amp; Kitchen'!$B$2</c:f>
              <c:strCache>
                <c:ptCount val="1"/>
                <c:pt idx="0">
                  <c:v>市场容量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'Home &amp; Kitchen'!$A$3:$A$15</c:f>
              <c:numCache>
                <c:formatCode>yyyy"年"m"月"</c:formatCode>
                <c:ptCount val="13"/>
                <c:pt idx="0" c:formatCode="yyyy&quot;年&quot;m&quot;月&quot;">
                  <c:v>43466</c:v>
                </c:pt>
                <c:pt idx="1" c:formatCode="yyyy&quot;年&quot;m&quot;月&quot;">
                  <c:v>43497</c:v>
                </c:pt>
                <c:pt idx="2" c:formatCode="yyyy&quot;年&quot;m&quot;月&quot;">
                  <c:v>43525</c:v>
                </c:pt>
                <c:pt idx="3" c:formatCode="yyyy&quot;年&quot;m&quot;月&quot;">
                  <c:v>43556</c:v>
                </c:pt>
                <c:pt idx="4" c:formatCode="yyyy&quot;年&quot;m&quot;月&quot;">
                  <c:v>43586</c:v>
                </c:pt>
                <c:pt idx="5" c:formatCode="yyyy&quot;年&quot;m&quot;月&quot;">
                  <c:v>43617</c:v>
                </c:pt>
                <c:pt idx="6" c:formatCode="yyyy&quot;年&quot;m&quot;月&quot;">
                  <c:v>43647</c:v>
                </c:pt>
                <c:pt idx="7" c:formatCode="yyyy&quot;年&quot;m&quot;月&quot;">
                  <c:v>43678</c:v>
                </c:pt>
                <c:pt idx="8" c:formatCode="yyyy&quot;年&quot;m&quot;月&quot;">
                  <c:v>43709</c:v>
                </c:pt>
                <c:pt idx="9" c:formatCode="yyyy&quot;年&quot;m&quot;月&quot;">
                  <c:v>43739</c:v>
                </c:pt>
                <c:pt idx="10" c:formatCode="yyyy&quot;年&quot;m&quot;月&quot;">
                  <c:v>43770</c:v>
                </c:pt>
                <c:pt idx="11" c:formatCode="yyyy&quot;年&quot;m&quot;月&quot;">
                  <c:v>43800</c:v>
                </c:pt>
                <c:pt idx="12" c:formatCode="yyyy&quot;年&quot;m&quot;月&quot;">
                  <c:v>43831</c:v>
                </c:pt>
              </c:numCache>
            </c:numRef>
          </c:cat>
          <c:val>
            <c:numRef>
              <c:f>'Home &amp; Kitchen'!$B$3:$B$15</c:f>
              <c:numCache>
                <c:formatCode>General</c:formatCode>
                <c:ptCount val="13"/>
                <c:pt idx="0">
                  <c:v>96843618</c:v>
                </c:pt>
                <c:pt idx="1">
                  <c:v>97333762</c:v>
                </c:pt>
                <c:pt idx="2">
                  <c:v>96747450</c:v>
                </c:pt>
                <c:pt idx="3">
                  <c:v>98185668</c:v>
                </c:pt>
                <c:pt idx="4">
                  <c:v>94091129</c:v>
                </c:pt>
                <c:pt idx="5">
                  <c:v>91826755</c:v>
                </c:pt>
                <c:pt idx="6">
                  <c:v>99959979</c:v>
                </c:pt>
                <c:pt idx="7">
                  <c:v>140069738</c:v>
                </c:pt>
                <c:pt idx="8">
                  <c:v>136019706</c:v>
                </c:pt>
                <c:pt idx="9">
                  <c:v>123301331</c:v>
                </c:pt>
                <c:pt idx="10">
                  <c:v>127029347</c:v>
                </c:pt>
                <c:pt idx="11">
                  <c:v>128128392</c:v>
                </c:pt>
                <c:pt idx="12">
                  <c:v>128112750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0802016"/>
        <c:axId val="300488176"/>
      </c:lineChart>
      <c:dateAx>
        <c:axId val="300802016"/>
        <c:scaling>
          <c:orientation val="minMax"/>
        </c:scaling>
        <c:delete val="0"/>
        <c:axPos val="b"/>
        <c:numFmt formatCode="yyyy&quot;年&quot;m&quot;月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0488176"/>
        <c:crosses val="autoZero"/>
        <c:auto val="1"/>
        <c:lblOffset val="100"/>
        <c:baseTimeUnit val="months"/>
      </c:dateAx>
      <c:valAx>
        <c:axId val="30048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080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3000"/>
              <a:t>Sports &amp; Outdoors</a:t>
            </a:r>
            <a:endParaRPr lang="zh-CN" altLang="en-US" sz="30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'Sports &amp; Outdoors'!$B$2</c:f>
              <c:strCache>
                <c:ptCount val="1"/>
                <c:pt idx="0">
                  <c:v>市场容量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'Sports &amp; Outdoors'!$A$3:$A$15</c:f>
              <c:numCache>
                <c:formatCode>yyyy"年"m"月"</c:formatCode>
                <c:ptCount val="13"/>
                <c:pt idx="0" c:formatCode="yyyy&quot;年&quot;m&quot;月&quot;">
                  <c:v>43466</c:v>
                </c:pt>
                <c:pt idx="1" c:formatCode="yyyy&quot;年&quot;m&quot;月&quot;">
                  <c:v>43497</c:v>
                </c:pt>
                <c:pt idx="2" c:formatCode="yyyy&quot;年&quot;m&quot;月&quot;">
                  <c:v>43525</c:v>
                </c:pt>
                <c:pt idx="3" c:formatCode="yyyy&quot;年&quot;m&quot;月&quot;">
                  <c:v>43556</c:v>
                </c:pt>
                <c:pt idx="4" c:formatCode="yyyy&quot;年&quot;m&quot;月&quot;">
                  <c:v>43586</c:v>
                </c:pt>
                <c:pt idx="5" c:formatCode="yyyy&quot;年&quot;m&quot;月&quot;">
                  <c:v>43617</c:v>
                </c:pt>
                <c:pt idx="6" c:formatCode="yyyy&quot;年&quot;m&quot;月&quot;">
                  <c:v>43647</c:v>
                </c:pt>
                <c:pt idx="7" c:formatCode="yyyy&quot;年&quot;m&quot;月&quot;">
                  <c:v>43678</c:v>
                </c:pt>
                <c:pt idx="8" c:formatCode="yyyy&quot;年&quot;m&quot;月&quot;">
                  <c:v>43709</c:v>
                </c:pt>
                <c:pt idx="9" c:formatCode="yyyy&quot;年&quot;m&quot;月&quot;">
                  <c:v>43739</c:v>
                </c:pt>
                <c:pt idx="10" c:formatCode="yyyy&quot;年&quot;m&quot;月&quot;">
                  <c:v>43770</c:v>
                </c:pt>
                <c:pt idx="11" c:formatCode="yyyy&quot;年&quot;m&quot;月&quot;">
                  <c:v>43800</c:v>
                </c:pt>
                <c:pt idx="12" c:formatCode="yyyy&quot;年&quot;m&quot;月&quot;">
                  <c:v>43831</c:v>
                </c:pt>
              </c:numCache>
            </c:numRef>
          </c:cat>
          <c:val>
            <c:numRef>
              <c:f>'Sports &amp; Outdoors'!$B$3:$B$15</c:f>
              <c:numCache>
                <c:formatCode>General</c:formatCode>
                <c:ptCount val="13"/>
                <c:pt idx="0">
                  <c:v>78922661</c:v>
                </c:pt>
                <c:pt idx="1">
                  <c:v>77152182</c:v>
                </c:pt>
                <c:pt idx="2">
                  <c:v>75474940</c:v>
                </c:pt>
                <c:pt idx="3">
                  <c:v>73912712</c:v>
                </c:pt>
                <c:pt idx="4">
                  <c:v>92726464</c:v>
                </c:pt>
                <c:pt idx="5">
                  <c:v>72626563</c:v>
                </c:pt>
                <c:pt idx="6">
                  <c:v>86561785</c:v>
                </c:pt>
                <c:pt idx="7">
                  <c:v>85039519</c:v>
                </c:pt>
                <c:pt idx="8">
                  <c:v>85082139</c:v>
                </c:pt>
                <c:pt idx="9">
                  <c:v>97624946</c:v>
                </c:pt>
                <c:pt idx="10">
                  <c:v>99134563</c:v>
                </c:pt>
                <c:pt idx="11">
                  <c:v>113099661</c:v>
                </c:pt>
                <c:pt idx="12">
                  <c:v>113561599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5005440"/>
        <c:axId val="300482128"/>
      </c:lineChart>
      <c:dateAx>
        <c:axId val="295005440"/>
        <c:scaling>
          <c:orientation val="minMax"/>
        </c:scaling>
        <c:delete val="0"/>
        <c:axPos val="b"/>
        <c:numFmt formatCode="yyyy&quot;年&quot;m&quot;月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0482128"/>
        <c:crosses val="autoZero"/>
        <c:auto val="1"/>
        <c:lblOffset val="100"/>
        <c:baseTimeUnit val="months"/>
      </c:dateAx>
      <c:valAx>
        <c:axId val="300482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9500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3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3000"/>
              <a:t>Electronics</a:t>
            </a:r>
            <a:endParaRPr lang="zh-CN" altLang="en-US" sz="30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Electronics!$B$2</c:f>
              <c:strCache>
                <c:ptCount val="1"/>
                <c:pt idx="0">
                  <c:v>市场容量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Electronics!$A$3:$A$15</c:f>
              <c:numCache>
                <c:formatCode>yyyy"年"m"月"</c:formatCode>
                <c:ptCount val="13"/>
                <c:pt idx="0" c:formatCode="yyyy&quot;年&quot;m&quot;月&quot;">
                  <c:v>43466</c:v>
                </c:pt>
                <c:pt idx="1" c:formatCode="yyyy&quot;年&quot;m&quot;月&quot;">
                  <c:v>43497</c:v>
                </c:pt>
                <c:pt idx="2" c:formatCode="yyyy&quot;年&quot;m&quot;月&quot;">
                  <c:v>43525</c:v>
                </c:pt>
                <c:pt idx="3" c:formatCode="yyyy&quot;年&quot;m&quot;月&quot;">
                  <c:v>43556</c:v>
                </c:pt>
                <c:pt idx="4" c:formatCode="yyyy&quot;年&quot;m&quot;月&quot;">
                  <c:v>43586</c:v>
                </c:pt>
                <c:pt idx="5" c:formatCode="yyyy&quot;年&quot;m&quot;月&quot;">
                  <c:v>43617</c:v>
                </c:pt>
                <c:pt idx="6" c:formatCode="yyyy&quot;年&quot;m&quot;月&quot;">
                  <c:v>43647</c:v>
                </c:pt>
                <c:pt idx="7" c:formatCode="yyyy&quot;年&quot;m&quot;月&quot;">
                  <c:v>43678</c:v>
                </c:pt>
                <c:pt idx="8" c:formatCode="yyyy&quot;年&quot;m&quot;月&quot;">
                  <c:v>43709</c:v>
                </c:pt>
                <c:pt idx="9" c:formatCode="yyyy&quot;年&quot;m&quot;月&quot;">
                  <c:v>43739</c:v>
                </c:pt>
                <c:pt idx="10" c:formatCode="yyyy&quot;年&quot;m&quot;月&quot;">
                  <c:v>43770</c:v>
                </c:pt>
                <c:pt idx="11" c:formatCode="yyyy&quot;年&quot;m&quot;月&quot;">
                  <c:v>43800</c:v>
                </c:pt>
                <c:pt idx="12" c:formatCode="yyyy&quot;年&quot;m&quot;月&quot;">
                  <c:v>43831</c:v>
                </c:pt>
              </c:numCache>
            </c:numRef>
          </c:cat>
          <c:val>
            <c:numRef>
              <c:f>Electronics!$B$3:$B$15</c:f>
              <c:numCache>
                <c:formatCode>General</c:formatCode>
                <c:ptCount val="13"/>
                <c:pt idx="0">
                  <c:v>93546069</c:v>
                </c:pt>
                <c:pt idx="1">
                  <c:v>87599348</c:v>
                </c:pt>
                <c:pt idx="2">
                  <c:v>90624105</c:v>
                </c:pt>
                <c:pt idx="3">
                  <c:v>88216367</c:v>
                </c:pt>
                <c:pt idx="4">
                  <c:v>74211625</c:v>
                </c:pt>
                <c:pt idx="5">
                  <c:v>79315965</c:v>
                </c:pt>
                <c:pt idx="6">
                  <c:v>109488015</c:v>
                </c:pt>
                <c:pt idx="7">
                  <c:v>125641825</c:v>
                </c:pt>
                <c:pt idx="8">
                  <c:v>124341299</c:v>
                </c:pt>
                <c:pt idx="9">
                  <c:v>111705775</c:v>
                </c:pt>
                <c:pt idx="10">
                  <c:v>95504157</c:v>
                </c:pt>
                <c:pt idx="11">
                  <c:v>100285169</c:v>
                </c:pt>
                <c:pt idx="12">
                  <c:v>95375649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65344"/>
        <c:axId val="313673968"/>
      </c:lineChart>
      <c:dateAx>
        <c:axId val="303965344"/>
        <c:scaling>
          <c:orientation val="minMax"/>
        </c:scaling>
        <c:delete val="0"/>
        <c:axPos val="b"/>
        <c:numFmt formatCode="yyyy&quot;年&quot;m&quot;月&quot;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3673968"/>
        <c:crosses val="autoZero"/>
        <c:auto val="1"/>
        <c:lblOffset val="100"/>
        <c:baseTimeUnit val="months"/>
      </c:dateAx>
      <c:valAx>
        <c:axId val="31367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96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6F717-3F62-425A-B6DD-0CCA21B297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1C34C7-A887-47BD-8DF8-4F7DED27E5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https://pixabay.com/static/uploads/photo/2014/12/01/06/41/meeting-552410_640.jpg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https://pixabay.com/static/uploads/photo/2015/07/17/22/43/student-849823_640.jpg</a:t>
            </a:r>
            <a:endParaRPr lang="en-US" altLang="zh-CN" dirty="0"/>
          </a:p>
          <a:p>
            <a:r>
              <a:rPr lang="en-US" altLang="zh-CN" dirty="0"/>
              <a:t>https</a:t>
            </a:r>
            <a:r>
              <a:rPr lang="en-US" altLang="zh-CN"/>
              <a:t>://pixabay.com/static/uploads/photo/2015/07/17/22/42/startup-849804_640.jpg</a:t>
            </a:r>
            <a:endParaRPr lang="en-US" altLang="zh-CN" dirty="0"/>
          </a:p>
          <a:p>
            <a:r>
              <a:rPr lang="en-US" altLang="zh-CN" dirty="0"/>
              <a:t>https://pixabay.com/static/uploads/photo/2015/07/17/22/43/student-849825_640.jpg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66FE4DD-09AF-4C1F-8306-6BC9CA549063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362857" y="381000"/>
            <a:ext cx="11366329" cy="505326"/>
            <a:chOff x="-333828" y="685800"/>
            <a:chExt cx="11366329" cy="505326"/>
          </a:xfrm>
        </p:grpSpPr>
        <p:sp>
          <p:nvSpPr>
            <p:cNvPr id="7" name="任意多边形 1"/>
            <p:cNvSpPr/>
            <p:nvPr/>
          </p:nvSpPr>
          <p:spPr>
            <a:xfrm>
              <a:off x="-333828" y="949458"/>
              <a:ext cx="10596767" cy="49166"/>
            </a:xfrm>
            <a:custGeom>
              <a:avLst/>
              <a:gdLst>
                <a:gd name="connsiteX0" fmla="*/ 0 w 8734926"/>
                <a:gd name="connsiteY0" fmla="*/ 0 h 0"/>
                <a:gd name="connsiteX1" fmla="*/ 8734926 w 873492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34926">
                  <a:moveTo>
                    <a:pt x="0" y="0"/>
                  </a:moveTo>
                  <a:lnTo>
                    <a:pt x="8734926" y="0"/>
                  </a:lnTo>
                </a:path>
              </a:pathLst>
            </a:custGeom>
            <a:noFill/>
            <a:ln w="28575">
              <a:solidFill>
                <a:srgbClr val="3C69C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0190747" y="685800"/>
              <a:ext cx="841754" cy="505326"/>
              <a:chOff x="9935484" y="641088"/>
              <a:chExt cx="1174754" cy="705234"/>
            </a:xfrm>
          </p:grpSpPr>
          <p:sp>
            <p:nvSpPr>
              <p:cNvPr id="9" name="任意多边形 25"/>
              <p:cNvSpPr/>
              <p:nvPr/>
            </p:nvSpPr>
            <p:spPr>
              <a:xfrm rot="5277978">
                <a:off x="10081223" y="495349"/>
                <a:ext cx="296180" cy="58765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rgbClr val="3C69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" name="任意多边形 28"/>
              <p:cNvSpPr/>
              <p:nvPr/>
            </p:nvSpPr>
            <p:spPr>
              <a:xfrm rot="5277978">
                <a:off x="10530272" y="602764"/>
                <a:ext cx="411414" cy="748519"/>
              </a:xfrm>
              <a:custGeom>
                <a:avLst/>
                <a:gdLst>
                  <a:gd name="connsiteX0" fmla="*/ 0 w 1052781"/>
                  <a:gd name="connsiteY0" fmla="*/ 1907487 h 1915627"/>
                  <a:gd name="connsiteX1" fmla="*/ 0 w 1052781"/>
                  <a:gd name="connsiteY1" fmla="*/ 1150461 h 1915627"/>
                  <a:gd name="connsiteX2" fmla="*/ 529104 w 1052781"/>
                  <a:gd name="connsiteY2" fmla="*/ 0 h 1915627"/>
                  <a:gd name="connsiteX3" fmla="*/ 1052781 w 1052781"/>
                  <a:gd name="connsiteY3" fmla="*/ 1142321 h 1915627"/>
                  <a:gd name="connsiteX4" fmla="*/ 1052781 w 1052781"/>
                  <a:gd name="connsiteY4" fmla="*/ 1915627 h 1915627"/>
                  <a:gd name="connsiteX0-1" fmla="*/ 0 w 1052781"/>
                  <a:gd name="connsiteY0-2" fmla="*/ 1907487 h 1915627"/>
                  <a:gd name="connsiteX1-3" fmla="*/ 0 w 1052781"/>
                  <a:gd name="connsiteY1-4" fmla="*/ 1150461 h 1915627"/>
                  <a:gd name="connsiteX2-5" fmla="*/ 529104 w 1052781"/>
                  <a:gd name="connsiteY2-6" fmla="*/ 0 h 1915627"/>
                  <a:gd name="connsiteX3-7" fmla="*/ 1052781 w 1052781"/>
                  <a:gd name="connsiteY3-8" fmla="*/ 1142321 h 1915627"/>
                  <a:gd name="connsiteX4-9" fmla="*/ 1052781 w 1052781"/>
                  <a:gd name="connsiteY4-10" fmla="*/ 1915627 h 1915627"/>
                  <a:gd name="connsiteX0-11" fmla="*/ 0 w 1052781"/>
                  <a:gd name="connsiteY0-12" fmla="*/ 1907487 h 1915627"/>
                  <a:gd name="connsiteX1-13" fmla="*/ 0 w 1052781"/>
                  <a:gd name="connsiteY1-14" fmla="*/ 1150461 h 1915627"/>
                  <a:gd name="connsiteX2-15" fmla="*/ 529104 w 1052781"/>
                  <a:gd name="connsiteY2-16" fmla="*/ 0 h 1915627"/>
                  <a:gd name="connsiteX3-17" fmla="*/ 1052781 w 1052781"/>
                  <a:gd name="connsiteY3-18" fmla="*/ 1142321 h 1915627"/>
                  <a:gd name="connsiteX4-19" fmla="*/ 1052781 w 1052781"/>
                  <a:gd name="connsiteY4-20" fmla="*/ 1915627 h 1915627"/>
                  <a:gd name="connsiteX0-21" fmla="*/ 118 w 1052899"/>
                  <a:gd name="connsiteY0-22" fmla="*/ 1907487 h 1915627"/>
                  <a:gd name="connsiteX1-23" fmla="*/ 118 w 1052899"/>
                  <a:gd name="connsiteY1-24" fmla="*/ 1150461 h 1915627"/>
                  <a:gd name="connsiteX2-25" fmla="*/ 529222 w 1052899"/>
                  <a:gd name="connsiteY2-26" fmla="*/ 0 h 1915627"/>
                  <a:gd name="connsiteX3-27" fmla="*/ 1052899 w 1052899"/>
                  <a:gd name="connsiteY3-28" fmla="*/ 1142321 h 1915627"/>
                  <a:gd name="connsiteX4-29" fmla="*/ 1052899 w 1052899"/>
                  <a:gd name="connsiteY4-30" fmla="*/ 1915627 h 1915627"/>
                  <a:gd name="connsiteX0-31" fmla="*/ 118 w 1052899"/>
                  <a:gd name="connsiteY0-32" fmla="*/ 1907487 h 1915627"/>
                  <a:gd name="connsiteX1-33" fmla="*/ 118 w 1052899"/>
                  <a:gd name="connsiteY1-34" fmla="*/ 1150461 h 1915627"/>
                  <a:gd name="connsiteX2-35" fmla="*/ 529222 w 1052899"/>
                  <a:gd name="connsiteY2-36" fmla="*/ 0 h 1915627"/>
                  <a:gd name="connsiteX3-37" fmla="*/ 1052899 w 1052899"/>
                  <a:gd name="connsiteY3-38" fmla="*/ 1142321 h 1915627"/>
                  <a:gd name="connsiteX4-39" fmla="*/ 1052899 w 1052899"/>
                  <a:gd name="connsiteY4-40" fmla="*/ 1915627 h 191562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052899" h="1915627">
                    <a:moveTo>
                      <a:pt x="118" y="1907487"/>
                    </a:moveTo>
                    <a:lnTo>
                      <a:pt x="118" y="1150461"/>
                    </a:lnTo>
                    <a:cubicBezTo>
                      <a:pt x="-7545" y="784227"/>
                      <a:pt x="358605" y="9675"/>
                      <a:pt x="529222" y="0"/>
                    </a:cubicBezTo>
                    <a:cubicBezTo>
                      <a:pt x="703781" y="6962"/>
                      <a:pt x="1045117" y="704037"/>
                      <a:pt x="1052899" y="1142321"/>
                    </a:cubicBezTo>
                    <a:lnTo>
                      <a:pt x="1052899" y="1915627"/>
                    </a:lnTo>
                  </a:path>
                </a:pathLst>
              </a:custGeom>
              <a:noFill/>
              <a:ln w="28575">
                <a:solidFill>
                  <a:srgbClr val="3C69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" name="任意多边形 30"/>
              <p:cNvSpPr/>
              <p:nvPr/>
            </p:nvSpPr>
            <p:spPr>
              <a:xfrm rot="5277978" flipH="1">
                <a:off x="10092185" y="904403"/>
                <a:ext cx="296180" cy="58765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rgbClr val="3C69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 rot="21555888">
                <a:off x="10360354" y="804058"/>
                <a:ext cx="528417" cy="365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C69CA"/>
                    </a:solidFill>
                    <a:effectLst/>
                    <a:uLnTx/>
                    <a:uFillTx/>
                    <a:latin typeface="Haettenschweiler" panose="020B0706040902060204"/>
                    <a:ea typeface="微软雅黑" panose="020B0503020204020204" pitchFamily="34" charset="-122"/>
                    <a:cs typeface="BrowalliaUPC" panose="020B0604020202020204" pitchFamily="34" charset="-34"/>
                  </a:rPr>
                  <a:t>2019</a:t>
                </a:r>
                <a:endPara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C69CA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10151692" y="902370"/>
                <a:ext cx="192506" cy="192506"/>
              </a:xfrm>
              <a:prstGeom prst="ellipse">
                <a:avLst/>
              </a:prstGeom>
              <a:solidFill>
                <a:srgbClr val="3C69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4" name="矩形 13"/>
          <p:cNvSpPr/>
          <p:nvPr userDrawn="1"/>
        </p:nvSpPr>
        <p:spPr>
          <a:xfrm>
            <a:off x="0" y="-590550"/>
            <a:ext cx="533400" cy="304800"/>
          </a:xfrm>
          <a:prstGeom prst="rect">
            <a:avLst/>
          </a:prstGeom>
          <a:solidFill>
            <a:srgbClr val="3C6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1FC66-B050-4E8F-8ADE-3DDAD4672D6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05BD4-BF06-4B7A-BD96-8676A16006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.jpeg"/><Relationship Id="rId4" Type="http://schemas.openxmlformats.org/officeDocument/2006/relationships/image" Target="../media/image20.pn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4418352"/>
            <a:ext cx="12192000" cy="2439646"/>
          </a:xfrm>
          <a:custGeom>
            <a:avLst/>
            <a:gdLst>
              <a:gd name="connsiteX0" fmla="*/ 0 w 12213772"/>
              <a:gd name="connsiteY0" fmla="*/ 2076994 h 2090057"/>
              <a:gd name="connsiteX1" fmla="*/ 0 w 12213772"/>
              <a:gd name="connsiteY1" fmla="*/ 0 h 2090057"/>
              <a:gd name="connsiteX2" fmla="*/ 1201783 w 12213772"/>
              <a:gd name="connsiteY2" fmla="*/ 156754 h 2090057"/>
              <a:gd name="connsiteX3" fmla="*/ 1698172 w 12213772"/>
              <a:gd name="connsiteY3" fmla="*/ 52251 h 2090057"/>
              <a:gd name="connsiteX4" fmla="*/ 3331029 w 12213772"/>
              <a:gd name="connsiteY4" fmla="*/ 222069 h 2090057"/>
              <a:gd name="connsiteX5" fmla="*/ 5826034 w 12213772"/>
              <a:gd name="connsiteY5" fmla="*/ 326571 h 2090057"/>
              <a:gd name="connsiteX6" fmla="*/ 6740434 w 12213772"/>
              <a:gd name="connsiteY6" fmla="*/ 470263 h 2090057"/>
              <a:gd name="connsiteX7" fmla="*/ 8921932 w 12213772"/>
              <a:gd name="connsiteY7" fmla="*/ 940526 h 2090057"/>
              <a:gd name="connsiteX8" fmla="*/ 10175966 w 12213772"/>
              <a:gd name="connsiteY8" fmla="*/ 1005840 h 2090057"/>
              <a:gd name="connsiteX9" fmla="*/ 11286309 w 12213772"/>
              <a:gd name="connsiteY9" fmla="*/ 1149531 h 2090057"/>
              <a:gd name="connsiteX10" fmla="*/ 11743509 w 12213772"/>
              <a:gd name="connsiteY10" fmla="*/ 1280160 h 2090057"/>
              <a:gd name="connsiteX11" fmla="*/ 12213772 w 12213772"/>
              <a:gd name="connsiteY11" fmla="*/ 1149531 h 2090057"/>
              <a:gd name="connsiteX12" fmla="*/ 12213772 w 12213772"/>
              <a:gd name="connsiteY12" fmla="*/ 2090057 h 2090057"/>
              <a:gd name="connsiteX13" fmla="*/ 0 w 12213772"/>
              <a:gd name="connsiteY13" fmla="*/ 2076994 h 2090057"/>
              <a:gd name="connsiteX0-1" fmla="*/ 0 w 12213772"/>
              <a:gd name="connsiteY0-2" fmla="*/ 2103119 h 2103119"/>
              <a:gd name="connsiteX1-3" fmla="*/ 0 w 12213772"/>
              <a:gd name="connsiteY1-4" fmla="*/ 0 h 2103119"/>
              <a:gd name="connsiteX2-5" fmla="*/ 1201783 w 12213772"/>
              <a:gd name="connsiteY2-6" fmla="*/ 156754 h 2103119"/>
              <a:gd name="connsiteX3-7" fmla="*/ 1698172 w 12213772"/>
              <a:gd name="connsiteY3-8" fmla="*/ 52251 h 2103119"/>
              <a:gd name="connsiteX4-9" fmla="*/ 3331029 w 12213772"/>
              <a:gd name="connsiteY4-10" fmla="*/ 222069 h 2103119"/>
              <a:gd name="connsiteX5-11" fmla="*/ 5826034 w 12213772"/>
              <a:gd name="connsiteY5-12" fmla="*/ 326571 h 2103119"/>
              <a:gd name="connsiteX6-13" fmla="*/ 6740434 w 12213772"/>
              <a:gd name="connsiteY6-14" fmla="*/ 470263 h 2103119"/>
              <a:gd name="connsiteX7-15" fmla="*/ 8921932 w 12213772"/>
              <a:gd name="connsiteY7-16" fmla="*/ 940526 h 2103119"/>
              <a:gd name="connsiteX8-17" fmla="*/ 10175966 w 12213772"/>
              <a:gd name="connsiteY8-18" fmla="*/ 1005840 h 2103119"/>
              <a:gd name="connsiteX9-19" fmla="*/ 11286309 w 12213772"/>
              <a:gd name="connsiteY9-20" fmla="*/ 1149531 h 2103119"/>
              <a:gd name="connsiteX10-21" fmla="*/ 11743509 w 12213772"/>
              <a:gd name="connsiteY10-22" fmla="*/ 1280160 h 2103119"/>
              <a:gd name="connsiteX11-23" fmla="*/ 12213772 w 12213772"/>
              <a:gd name="connsiteY11-24" fmla="*/ 1149531 h 2103119"/>
              <a:gd name="connsiteX12-25" fmla="*/ 12213772 w 12213772"/>
              <a:gd name="connsiteY12-26" fmla="*/ 2090057 h 2103119"/>
              <a:gd name="connsiteX13-27" fmla="*/ 0 w 12213772"/>
              <a:gd name="connsiteY13-28" fmla="*/ 2103119 h 2103119"/>
              <a:gd name="connsiteX0-29" fmla="*/ 0 w 12213772"/>
              <a:gd name="connsiteY0-30" fmla="*/ 2131976 h 2131976"/>
              <a:gd name="connsiteX1-31" fmla="*/ 0 w 12213772"/>
              <a:gd name="connsiteY1-32" fmla="*/ 28857 h 2131976"/>
              <a:gd name="connsiteX2-33" fmla="*/ 1201783 w 12213772"/>
              <a:gd name="connsiteY2-34" fmla="*/ 185611 h 2131976"/>
              <a:gd name="connsiteX3-35" fmla="*/ 1698172 w 12213772"/>
              <a:gd name="connsiteY3-36" fmla="*/ 81108 h 2131976"/>
              <a:gd name="connsiteX4-37" fmla="*/ 3331029 w 12213772"/>
              <a:gd name="connsiteY4-38" fmla="*/ 250926 h 2131976"/>
              <a:gd name="connsiteX5-39" fmla="*/ 5826034 w 12213772"/>
              <a:gd name="connsiteY5-40" fmla="*/ 355428 h 2131976"/>
              <a:gd name="connsiteX6-41" fmla="*/ 6740434 w 12213772"/>
              <a:gd name="connsiteY6-42" fmla="*/ 499120 h 2131976"/>
              <a:gd name="connsiteX7-43" fmla="*/ 8921932 w 12213772"/>
              <a:gd name="connsiteY7-44" fmla="*/ 969383 h 2131976"/>
              <a:gd name="connsiteX8-45" fmla="*/ 10175966 w 12213772"/>
              <a:gd name="connsiteY8-46" fmla="*/ 1034697 h 2131976"/>
              <a:gd name="connsiteX9-47" fmla="*/ 11286309 w 12213772"/>
              <a:gd name="connsiteY9-48" fmla="*/ 1178388 h 2131976"/>
              <a:gd name="connsiteX10-49" fmla="*/ 11743509 w 12213772"/>
              <a:gd name="connsiteY10-50" fmla="*/ 1309017 h 2131976"/>
              <a:gd name="connsiteX11-51" fmla="*/ 12213772 w 12213772"/>
              <a:gd name="connsiteY11-52" fmla="*/ 1178388 h 2131976"/>
              <a:gd name="connsiteX12-53" fmla="*/ 12213772 w 12213772"/>
              <a:gd name="connsiteY12-54" fmla="*/ 2118914 h 2131976"/>
              <a:gd name="connsiteX13-55" fmla="*/ 0 w 12213772"/>
              <a:gd name="connsiteY13-56" fmla="*/ 2131976 h 2131976"/>
              <a:gd name="connsiteX0-57" fmla="*/ 0 w 12213772"/>
              <a:gd name="connsiteY0-58" fmla="*/ 2152558 h 2152558"/>
              <a:gd name="connsiteX1-59" fmla="*/ 0 w 12213772"/>
              <a:gd name="connsiteY1-60" fmla="*/ 49439 h 2152558"/>
              <a:gd name="connsiteX2-61" fmla="*/ 1201783 w 12213772"/>
              <a:gd name="connsiteY2-62" fmla="*/ 206193 h 2152558"/>
              <a:gd name="connsiteX3-63" fmla="*/ 1698172 w 12213772"/>
              <a:gd name="connsiteY3-64" fmla="*/ 101690 h 2152558"/>
              <a:gd name="connsiteX4-65" fmla="*/ 3331029 w 12213772"/>
              <a:gd name="connsiteY4-66" fmla="*/ 271508 h 2152558"/>
              <a:gd name="connsiteX5-67" fmla="*/ 5826034 w 12213772"/>
              <a:gd name="connsiteY5-68" fmla="*/ 376010 h 2152558"/>
              <a:gd name="connsiteX6-69" fmla="*/ 6740434 w 12213772"/>
              <a:gd name="connsiteY6-70" fmla="*/ 519702 h 2152558"/>
              <a:gd name="connsiteX7-71" fmla="*/ 8921932 w 12213772"/>
              <a:gd name="connsiteY7-72" fmla="*/ 989965 h 2152558"/>
              <a:gd name="connsiteX8-73" fmla="*/ 10175966 w 12213772"/>
              <a:gd name="connsiteY8-74" fmla="*/ 1055279 h 2152558"/>
              <a:gd name="connsiteX9-75" fmla="*/ 11286309 w 12213772"/>
              <a:gd name="connsiteY9-76" fmla="*/ 1198970 h 2152558"/>
              <a:gd name="connsiteX10-77" fmla="*/ 11743509 w 12213772"/>
              <a:gd name="connsiteY10-78" fmla="*/ 1329599 h 2152558"/>
              <a:gd name="connsiteX11-79" fmla="*/ 12213772 w 12213772"/>
              <a:gd name="connsiteY11-80" fmla="*/ 1198970 h 2152558"/>
              <a:gd name="connsiteX12-81" fmla="*/ 12213772 w 12213772"/>
              <a:gd name="connsiteY12-82" fmla="*/ 2139496 h 2152558"/>
              <a:gd name="connsiteX13-83" fmla="*/ 0 w 12213772"/>
              <a:gd name="connsiteY13-84" fmla="*/ 2152558 h 2152558"/>
              <a:gd name="connsiteX0-85" fmla="*/ 0 w 12213772"/>
              <a:gd name="connsiteY0-86" fmla="*/ 2152558 h 2152558"/>
              <a:gd name="connsiteX1-87" fmla="*/ 0 w 12213772"/>
              <a:gd name="connsiteY1-88" fmla="*/ 49439 h 2152558"/>
              <a:gd name="connsiteX2-89" fmla="*/ 1201783 w 12213772"/>
              <a:gd name="connsiteY2-90" fmla="*/ 206193 h 2152558"/>
              <a:gd name="connsiteX3-91" fmla="*/ 1698172 w 12213772"/>
              <a:gd name="connsiteY3-92" fmla="*/ 101690 h 2152558"/>
              <a:gd name="connsiteX4-93" fmla="*/ 3331029 w 12213772"/>
              <a:gd name="connsiteY4-94" fmla="*/ 271508 h 2152558"/>
              <a:gd name="connsiteX5-95" fmla="*/ 5826034 w 12213772"/>
              <a:gd name="connsiteY5-96" fmla="*/ 376010 h 2152558"/>
              <a:gd name="connsiteX6-97" fmla="*/ 6740434 w 12213772"/>
              <a:gd name="connsiteY6-98" fmla="*/ 519702 h 2152558"/>
              <a:gd name="connsiteX7-99" fmla="*/ 8921932 w 12213772"/>
              <a:gd name="connsiteY7-100" fmla="*/ 989965 h 2152558"/>
              <a:gd name="connsiteX8-101" fmla="*/ 10175966 w 12213772"/>
              <a:gd name="connsiteY8-102" fmla="*/ 1055279 h 2152558"/>
              <a:gd name="connsiteX9-103" fmla="*/ 11286309 w 12213772"/>
              <a:gd name="connsiteY9-104" fmla="*/ 1198970 h 2152558"/>
              <a:gd name="connsiteX10-105" fmla="*/ 11743509 w 12213772"/>
              <a:gd name="connsiteY10-106" fmla="*/ 1329599 h 2152558"/>
              <a:gd name="connsiteX11-107" fmla="*/ 12213772 w 12213772"/>
              <a:gd name="connsiteY11-108" fmla="*/ 1198970 h 2152558"/>
              <a:gd name="connsiteX12-109" fmla="*/ 12213772 w 12213772"/>
              <a:gd name="connsiteY12-110" fmla="*/ 2139496 h 2152558"/>
              <a:gd name="connsiteX13-111" fmla="*/ 0 w 12213772"/>
              <a:gd name="connsiteY13-112" fmla="*/ 2152558 h 2152558"/>
              <a:gd name="connsiteX0-113" fmla="*/ 0 w 12213772"/>
              <a:gd name="connsiteY0-114" fmla="*/ 2152558 h 2152558"/>
              <a:gd name="connsiteX1-115" fmla="*/ 0 w 12213772"/>
              <a:gd name="connsiteY1-116" fmla="*/ 49439 h 2152558"/>
              <a:gd name="connsiteX2-117" fmla="*/ 1201783 w 12213772"/>
              <a:gd name="connsiteY2-118" fmla="*/ 206193 h 2152558"/>
              <a:gd name="connsiteX3-119" fmla="*/ 1698172 w 12213772"/>
              <a:gd name="connsiteY3-120" fmla="*/ 101690 h 2152558"/>
              <a:gd name="connsiteX4-121" fmla="*/ 3331029 w 12213772"/>
              <a:gd name="connsiteY4-122" fmla="*/ 271508 h 2152558"/>
              <a:gd name="connsiteX5-123" fmla="*/ 5826034 w 12213772"/>
              <a:gd name="connsiteY5-124" fmla="*/ 376010 h 2152558"/>
              <a:gd name="connsiteX6-125" fmla="*/ 6740434 w 12213772"/>
              <a:gd name="connsiteY6-126" fmla="*/ 519702 h 2152558"/>
              <a:gd name="connsiteX7-127" fmla="*/ 8921932 w 12213772"/>
              <a:gd name="connsiteY7-128" fmla="*/ 989965 h 2152558"/>
              <a:gd name="connsiteX8-129" fmla="*/ 10175966 w 12213772"/>
              <a:gd name="connsiteY8-130" fmla="*/ 1055279 h 2152558"/>
              <a:gd name="connsiteX9-131" fmla="*/ 11286309 w 12213772"/>
              <a:gd name="connsiteY9-132" fmla="*/ 1198970 h 2152558"/>
              <a:gd name="connsiteX10-133" fmla="*/ 11743509 w 12213772"/>
              <a:gd name="connsiteY10-134" fmla="*/ 1329599 h 2152558"/>
              <a:gd name="connsiteX11-135" fmla="*/ 12213772 w 12213772"/>
              <a:gd name="connsiteY11-136" fmla="*/ 1198970 h 2152558"/>
              <a:gd name="connsiteX12-137" fmla="*/ 12213772 w 12213772"/>
              <a:gd name="connsiteY12-138" fmla="*/ 2139496 h 2152558"/>
              <a:gd name="connsiteX13-139" fmla="*/ 0 w 12213772"/>
              <a:gd name="connsiteY13-140" fmla="*/ 2152558 h 2152558"/>
              <a:gd name="connsiteX0-141" fmla="*/ 0 w 12213772"/>
              <a:gd name="connsiteY0-142" fmla="*/ 2202431 h 2202431"/>
              <a:gd name="connsiteX1-143" fmla="*/ 0 w 12213772"/>
              <a:gd name="connsiteY1-144" fmla="*/ 99312 h 2202431"/>
              <a:gd name="connsiteX2-145" fmla="*/ 1201783 w 12213772"/>
              <a:gd name="connsiteY2-146" fmla="*/ 256066 h 2202431"/>
              <a:gd name="connsiteX3-147" fmla="*/ 1698172 w 12213772"/>
              <a:gd name="connsiteY3-148" fmla="*/ 151563 h 2202431"/>
              <a:gd name="connsiteX4-149" fmla="*/ 3331029 w 12213772"/>
              <a:gd name="connsiteY4-150" fmla="*/ 321381 h 2202431"/>
              <a:gd name="connsiteX5-151" fmla="*/ 5826034 w 12213772"/>
              <a:gd name="connsiteY5-152" fmla="*/ 425883 h 2202431"/>
              <a:gd name="connsiteX6-153" fmla="*/ 6740434 w 12213772"/>
              <a:gd name="connsiteY6-154" fmla="*/ 569575 h 2202431"/>
              <a:gd name="connsiteX7-155" fmla="*/ 8921932 w 12213772"/>
              <a:gd name="connsiteY7-156" fmla="*/ 1039838 h 2202431"/>
              <a:gd name="connsiteX8-157" fmla="*/ 10175966 w 12213772"/>
              <a:gd name="connsiteY8-158" fmla="*/ 1105152 h 2202431"/>
              <a:gd name="connsiteX9-159" fmla="*/ 11286309 w 12213772"/>
              <a:gd name="connsiteY9-160" fmla="*/ 1248843 h 2202431"/>
              <a:gd name="connsiteX10-161" fmla="*/ 11743509 w 12213772"/>
              <a:gd name="connsiteY10-162" fmla="*/ 1379472 h 2202431"/>
              <a:gd name="connsiteX11-163" fmla="*/ 12213772 w 12213772"/>
              <a:gd name="connsiteY11-164" fmla="*/ 1248843 h 2202431"/>
              <a:gd name="connsiteX12-165" fmla="*/ 12213772 w 12213772"/>
              <a:gd name="connsiteY12-166" fmla="*/ 2189369 h 2202431"/>
              <a:gd name="connsiteX13-167" fmla="*/ 0 w 12213772"/>
              <a:gd name="connsiteY13-168" fmla="*/ 2202431 h 2202431"/>
              <a:gd name="connsiteX0-169" fmla="*/ 0 w 12213772"/>
              <a:gd name="connsiteY0-170" fmla="*/ 2340332 h 2340332"/>
              <a:gd name="connsiteX1-171" fmla="*/ 0 w 12213772"/>
              <a:gd name="connsiteY1-172" fmla="*/ 237213 h 2340332"/>
              <a:gd name="connsiteX2-173" fmla="*/ 1201783 w 12213772"/>
              <a:gd name="connsiteY2-174" fmla="*/ 393967 h 2340332"/>
              <a:gd name="connsiteX3-175" fmla="*/ 1698172 w 12213772"/>
              <a:gd name="connsiteY3-176" fmla="*/ 289464 h 2340332"/>
              <a:gd name="connsiteX4-177" fmla="*/ 3331029 w 12213772"/>
              <a:gd name="connsiteY4-178" fmla="*/ 459282 h 2340332"/>
              <a:gd name="connsiteX5-179" fmla="*/ 5826034 w 12213772"/>
              <a:gd name="connsiteY5-180" fmla="*/ 563784 h 2340332"/>
              <a:gd name="connsiteX6-181" fmla="*/ 6740434 w 12213772"/>
              <a:gd name="connsiteY6-182" fmla="*/ 707476 h 2340332"/>
              <a:gd name="connsiteX7-183" fmla="*/ 8921932 w 12213772"/>
              <a:gd name="connsiteY7-184" fmla="*/ 1177739 h 2340332"/>
              <a:gd name="connsiteX8-185" fmla="*/ 10175966 w 12213772"/>
              <a:gd name="connsiteY8-186" fmla="*/ 1243053 h 2340332"/>
              <a:gd name="connsiteX9-187" fmla="*/ 11286309 w 12213772"/>
              <a:gd name="connsiteY9-188" fmla="*/ 1386744 h 2340332"/>
              <a:gd name="connsiteX10-189" fmla="*/ 11743509 w 12213772"/>
              <a:gd name="connsiteY10-190" fmla="*/ 1517373 h 2340332"/>
              <a:gd name="connsiteX11-191" fmla="*/ 12213772 w 12213772"/>
              <a:gd name="connsiteY11-192" fmla="*/ 1386744 h 2340332"/>
              <a:gd name="connsiteX12-193" fmla="*/ 12213772 w 12213772"/>
              <a:gd name="connsiteY12-194" fmla="*/ 2327270 h 2340332"/>
              <a:gd name="connsiteX13-195" fmla="*/ 0 w 12213772"/>
              <a:gd name="connsiteY13-196" fmla="*/ 2340332 h 2340332"/>
              <a:gd name="connsiteX0-197" fmla="*/ 0 w 12213772"/>
              <a:gd name="connsiteY0-198" fmla="*/ 2340332 h 2340332"/>
              <a:gd name="connsiteX1-199" fmla="*/ 0 w 12213772"/>
              <a:gd name="connsiteY1-200" fmla="*/ 237213 h 2340332"/>
              <a:gd name="connsiteX2-201" fmla="*/ 1201783 w 12213772"/>
              <a:gd name="connsiteY2-202" fmla="*/ 393967 h 2340332"/>
              <a:gd name="connsiteX3-203" fmla="*/ 1698172 w 12213772"/>
              <a:gd name="connsiteY3-204" fmla="*/ 289464 h 2340332"/>
              <a:gd name="connsiteX4-205" fmla="*/ 3331029 w 12213772"/>
              <a:gd name="connsiteY4-206" fmla="*/ 459282 h 2340332"/>
              <a:gd name="connsiteX5-207" fmla="*/ 5826034 w 12213772"/>
              <a:gd name="connsiteY5-208" fmla="*/ 563784 h 2340332"/>
              <a:gd name="connsiteX6-209" fmla="*/ 6740434 w 12213772"/>
              <a:gd name="connsiteY6-210" fmla="*/ 707476 h 2340332"/>
              <a:gd name="connsiteX7-211" fmla="*/ 8921932 w 12213772"/>
              <a:gd name="connsiteY7-212" fmla="*/ 1177739 h 2340332"/>
              <a:gd name="connsiteX8-213" fmla="*/ 10175966 w 12213772"/>
              <a:gd name="connsiteY8-214" fmla="*/ 1243053 h 2340332"/>
              <a:gd name="connsiteX9-215" fmla="*/ 11286309 w 12213772"/>
              <a:gd name="connsiteY9-216" fmla="*/ 1386744 h 2340332"/>
              <a:gd name="connsiteX10-217" fmla="*/ 11743509 w 12213772"/>
              <a:gd name="connsiteY10-218" fmla="*/ 1517373 h 2340332"/>
              <a:gd name="connsiteX11-219" fmla="*/ 12213772 w 12213772"/>
              <a:gd name="connsiteY11-220" fmla="*/ 1386744 h 2340332"/>
              <a:gd name="connsiteX12-221" fmla="*/ 12213772 w 12213772"/>
              <a:gd name="connsiteY12-222" fmla="*/ 2327270 h 2340332"/>
              <a:gd name="connsiteX13-223" fmla="*/ 0 w 12213772"/>
              <a:gd name="connsiteY13-224" fmla="*/ 2340332 h 2340332"/>
              <a:gd name="connsiteX0-225" fmla="*/ 0 w 12213772"/>
              <a:gd name="connsiteY0-226" fmla="*/ 2439646 h 2439646"/>
              <a:gd name="connsiteX1-227" fmla="*/ 0 w 12213772"/>
              <a:gd name="connsiteY1-228" fmla="*/ 336527 h 2439646"/>
              <a:gd name="connsiteX2-229" fmla="*/ 1201783 w 12213772"/>
              <a:gd name="connsiteY2-230" fmla="*/ 493281 h 2439646"/>
              <a:gd name="connsiteX3-231" fmla="*/ 1698172 w 12213772"/>
              <a:gd name="connsiteY3-232" fmla="*/ 388778 h 2439646"/>
              <a:gd name="connsiteX4-233" fmla="*/ 3331029 w 12213772"/>
              <a:gd name="connsiteY4-234" fmla="*/ 558596 h 2439646"/>
              <a:gd name="connsiteX5-235" fmla="*/ 5826034 w 12213772"/>
              <a:gd name="connsiteY5-236" fmla="*/ 663098 h 2439646"/>
              <a:gd name="connsiteX6-237" fmla="*/ 6740434 w 12213772"/>
              <a:gd name="connsiteY6-238" fmla="*/ 806790 h 2439646"/>
              <a:gd name="connsiteX7-239" fmla="*/ 8921932 w 12213772"/>
              <a:gd name="connsiteY7-240" fmla="*/ 1277053 h 2439646"/>
              <a:gd name="connsiteX8-241" fmla="*/ 10175966 w 12213772"/>
              <a:gd name="connsiteY8-242" fmla="*/ 1342367 h 2439646"/>
              <a:gd name="connsiteX9-243" fmla="*/ 11286309 w 12213772"/>
              <a:gd name="connsiteY9-244" fmla="*/ 1486058 h 2439646"/>
              <a:gd name="connsiteX10-245" fmla="*/ 11743509 w 12213772"/>
              <a:gd name="connsiteY10-246" fmla="*/ 1616687 h 2439646"/>
              <a:gd name="connsiteX11-247" fmla="*/ 12213772 w 12213772"/>
              <a:gd name="connsiteY11-248" fmla="*/ 1486058 h 2439646"/>
              <a:gd name="connsiteX12-249" fmla="*/ 12213772 w 12213772"/>
              <a:gd name="connsiteY12-250" fmla="*/ 2426584 h 2439646"/>
              <a:gd name="connsiteX13-251" fmla="*/ 0 w 12213772"/>
              <a:gd name="connsiteY13-252" fmla="*/ 2439646 h 2439646"/>
              <a:gd name="connsiteX0-253" fmla="*/ 0 w 12213772"/>
              <a:gd name="connsiteY0-254" fmla="*/ 2439646 h 2439646"/>
              <a:gd name="connsiteX1-255" fmla="*/ 0 w 12213772"/>
              <a:gd name="connsiteY1-256" fmla="*/ 336527 h 2439646"/>
              <a:gd name="connsiteX2-257" fmla="*/ 1201783 w 12213772"/>
              <a:gd name="connsiteY2-258" fmla="*/ 493281 h 2439646"/>
              <a:gd name="connsiteX3-259" fmla="*/ 1698172 w 12213772"/>
              <a:gd name="connsiteY3-260" fmla="*/ 388778 h 2439646"/>
              <a:gd name="connsiteX4-261" fmla="*/ 3331029 w 12213772"/>
              <a:gd name="connsiteY4-262" fmla="*/ 558596 h 2439646"/>
              <a:gd name="connsiteX5-263" fmla="*/ 5826034 w 12213772"/>
              <a:gd name="connsiteY5-264" fmla="*/ 663098 h 2439646"/>
              <a:gd name="connsiteX6-265" fmla="*/ 6740434 w 12213772"/>
              <a:gd name="connsiteY6-266" fmla="*/ 806790 h 2439646"/>
              <a:gd name="connsiteX7-267" fmla="*/ 8921932 w 12213772"/>
              <a:gd name="connsiteY7-268" fmla="*/ 1277053 h 2439646"/>
              <a:gd name="connsiteX8-269" fmla="*/ 10175966 w 12213772"/>
              <a:gd name="connsiteY8-270" fmla="*/ 1342367 h 2439646"/>
              <a:gd name="connsiteX9-271" fmla="*/ 11286309 w 12213772"/>
              <a:gd name="connsiteY9-272" fmla="*/ 1486058 h 2439646"/>
              <a:gd name="connsiteX10-273" fmla="*/ 11743509 w 12213772"/>
              <a:gd name="connsiteY10-274" fmla="*/ 1616687 h 2439646"/>
              <a:gd name="connsiteX11-275" fmla="*/ 12213772 w 12213772"/>
              <a:gd name="connsiteY11-276" fmla="*/ 1486058 h 2439646"/>
              <a:gd name="connsiteX12-277" fmla="*/ 12213772 w 12213772"/>
              <a:gd name="connsiteY12-278" fmla="*/ 2426584 h 2439646"/>
              <a:gd name="connsiteX13-279" fmla="*/ 0 w 12213772"/>
              <a:gd name="connsiteY13-280" fmla="*/ 2439646 h 2439646"/>
              <a:gd name="connsiteX0-281" fmla="*/ 0 w 12213772"/>
              <a:gd name="connsiteY0-282" fmla="*/ 2439646 h 2439646"/>
              <a:gd name="connsiteX1-283" fmla="*/ 0 w 12213772"/>
              <a:gd name="connsiteY1-284" fmla="*/ 336527 h 2439646"/>
              <a:gd name="connsiteX2-285" fmla="*/ 1201783 w 12213772"/>
              <a:gd name="connsiteY2-286" fmla="*/ 493281 h 2439646"/>
              <a:gd name="connsiteX3-287" fmla="*/ 1698172 w 12213772"/>
              <a:gd name="connsiteY3-288" fmla="*/ 388778 h 2439646"/>
              <a:gd name="connsiteX4-289" fmla="*/ 3331029 w 12213772"/>
              <a:gd name="connsiteY4-290" fmla="*/ 558596 h 2439646"/>
              <a:gd name="connsiteX5-291" fmla="*/ 5826034 w 12213772"/>
              <a:gd name="connsiteY5-292" fmla="*/ 663098 h 2439646"/>
              <a:gd name="connsiteX6-293" fmla="*/ 6740434 w 12213772"/>
              <a:gd name="connsiteY6-294" fmla="*/ 806790 h 2439646"/>
              <a:gd name="connsiteX7-295" fmla="*/ 8921932 w 12213772"/>
              <a:gd name="connsiteY7-296" fmla="*/ 1277053 h 2439646"/>
              <a:gd name="connsiteX8-297" fmla="*/ 10175966 w 12213772"/>
              <a:gd name="connsiteY8-298" fmla="*/ 1342367 h 2439646"/>
              <a:gd name="connsiteX9-299" fmla="*/ 11286309 w 12213772"/>
              <a:gd name="connsiteY9-300" fmla="*/ 1486058 h 2439646"/>
              <a:gd name="connsiteX10-301" fmla="*/ 11743509 w 12213772"/>
              <a:gd name="connsiteY10-302" fmla="*/ 1616687 h 2439646"/>
              <a:gd name="connsiteX11-303" fmla="*/ 12213772 w 12213772"/>
              <a:gd name="connsiteY11-304" fmla="*/ 1486058 h 2439646"/>
              <a:gd name="connsiteX12-305" fmla="*/ 12213772 w 12213772"/>
              <a:gd name="connsiteY12-306" fmla="*/ 2426584 h 2439646"/>
              <a:gd name="connsiteX13-307" fmla="*/ 0 w 12213772"/>
              <a:gd name="connsiteY13-308" fmla="*/ 2439646 h 2439646"/>
              <a:gd name="connsiteX0-309" fmla="*/ 0 w 12213772"/>
              <a:gd name="connsiteY0-310" fmla="*/ 2439646 h 2439646"/>
              <a:gd name="connsiteX1-311" fmla="*/ 0 w 12213772"/>
              <a:gd name="connsiteY1-312" fmla="*/ 336527 h 2439646"/>
              <a:gd name="connsiteX2-313" fmla="*/ 1201783 w 12213772"/>
              <a:gd name="connsiteY2-314" fmla="*/ 493281 h 2439646"/>
              <a:gd name="connsiteX3-315" fmla="*/ 1698172 w 12213772"/>
              <a:gd name="connsiteY3-316" fmla="*/ 388778 h 2439646"/>
              <a:gd name="connsiteX4-317" fmla="*/ 3331029 w 12213772"/>
              <a:gd name="connsiteY4-318" fmla="*/ 558596 h 2439646"/>
              <a:gd name="connsiteX5-319" fmla="*/ 5826034 w 12213772"/>
              <a:gd name="connsiteY5-320" fmla="*/ 663098 h 2439646"/>
              <a:gd name="connsiteX6-321" fmla="*/ 6740434 w 12213772"/>
              <a:gd name="connsiteY6-322" fmla="*/ 806790 h 2439646"/>
              <a:gd name="connsiteX7-323" fmla="*/ 8921932 w 12213772"/>
              <a:gd name="connsiteY7-324" fmla="*/ 1277053 h 2439646"/>
              <a:gd name="connsiteX8-325" fmla="*/ 10175966 w 12213772"/>
              <a:gd name="connsiteY8-326" fmla="*/ 1342367 h 2439646"/>
              <a:gd name="connsiteX9-327" fmla="*/ 11286309 w 12213772"/>
              <a:gd name="connsiteY9-328" fmla="*/ 1486058 h 2439646"/>
              <a:gd name="connsiteX10-329" fmla="*/ 11743509 w 12213772"/>
              <a:gd name="connsiteY10-330" fmla="*/ 1616687 h 2439646"/>
              <a:gd name="connsiteX11-331" fmla="*/ 12213772 w 12213772"/>
              <a:gd name="connsiteY11-332" fmla="*/ 1486058 h 2439646"/>
              <a:gd name="connsiteX12-333" fmla="*/ 12213772 w 12213772"/>
              <a:gd name="connsiteY12-334" fmla="*/ 2426584 h 2439646"/>
              <a:gd name="connsiteX13-335" fmla="*/ 0 w 12213772"/>
              <a:gd name="connsiteY13-336" fmla="*/ 2439646 h 2439646"/>
              <a:gd name="connsiteX0-337" fmla="*/ 0 w 12213772"/>
              <a:gd name="connsiteY0-338" fmla="*/ 2439646 h 2439646"/>
              <a:gd name="connsiteX1-339" fmla="*/ 0 w 12213772"/>
              <a:gd name="connsiteY1-340" fmla="*/ 336527 h 2439646"/>
              <a:gd name="connsiteX2-341" fmla="*/ 1201783 w 12213772"/>
              <a:gd name="connsiteY2-342" fmla="*/ 493281 h 2439646"/>
              <a:gd name="connsiteX3-343" fmla="*/ 1698172 w 12213772"/>
              <a:gd name="connsiteY3-344" fmla="*/ 388778 h 2439646"/>
              <a:gd name="connsiteX4-345" fmla="*/ 3331029 w 12213772"/>
              <a:gd name="connsiteY4-346" fmla="*/ 558596 h 2439646"/>
              <a:gd name="connsiteX5-347" fmla="*/ 5826034 w 12213772"/>
              <a:gd name="connsiteY5-348" fmla="*/ 663098 h 2439646"/>
              <a:gd name="connsiteX6-349" fmla="*/ 6740434 w 12213772"/>
              <a:gd name="connsiteY6-350" fmla="*/ 806790 h 2439646"/>
              <a:gd name="connsiteX7-351" fmla="*/ 8921932 w 12213772"/>
              <a:gd name="connsiteY7-352" fmla="*/ 1277053 h 2439646"/>
              <a:gd name="connsiteX8-353" fmla="*/ 10175966 w 12213772"/>
              <a:gd name="connsiteY8-354" fmla="*/ 1342367 h 2439646"/>
              <a:gd name="connsiteX9-355" fmla="*/ 11286309 w 12213772"/>
              <a:gd name="connsiteY9-356" fmla="*/ 1486058 h 2439646"/>
              <a:gd name="connsiteX10-357" fmla="*/ 11743509 w 12213772"/>
              <a:gd name="connsiteY10-358" fmla="*/ 1616687 h 2439646"/>
              <a:gd name="connsiteX11-359" fmla="*/ 12213772 w 12213772"/>
              <a:gd name="connsiteY11-360" fmla="*/ 1486058 h 2439646"/>
              <a:gd name="connsiteX12-361" fmla="*/ 12213772 w 12213772"/>
              <a:gd name="connsiteY12-362" fmla="*/ 2426584 h 2439646"/>
              <a:gd name="connsiteX13-363" fmla="*/ 0 w 12213772"/>
              <a:gd name="connsiteY13-364" fmla="*/ 2439646 h 2439646"/>
              <a:gd name="connsiteX0-365" fmla="*/ 0 w 12213772"/>
              <a:gd name="connsiteY0-366" fmla="*/ 2439646 h 2439646"/>
              <a:gd name="connsiteX1-367" fmla="*/ 0 w 12213772"/>
              <a:gd name="connsiteY1-368" fmla="*/ 336527 h 2439646"/>
              <a:gd name="connsiteX2-369" fmla="*/ 1201783 w 12213772"/>
              <a:gd name="connsiteY2-370" fmla="*/ 493281 h 2439646"/>
              <a:gd name="connsiteX3-371" fmla="*/ 1698172 w 12213772"/>
              <a:gd name="connsiteY3-372" fmla="*/ 388778 h 2439646"/>
              <a:gd name="connsiteX4-373" fmla="*/ 3331029 w 12213772"/>
              <a:gd name="connsiteY4-374" fmla="*/ 558596 h 2439646"/>
              <a:gd name="connsiteX5-375" fmla="*/ 5826034 w 12213772"/>
              <a:gd name="connsiteY5-376" fmla="*/ 663098 h 2439646"/>
              <a:gd name="connsiteX6-377" fmla="*/ 6740434 w 12213772"/>
              <a:gd name="connsiteY6-378" fmla="*/ 806790 h 2439646"/>
              <a:gd name="connsiteX7-379" fmla="*/ 8921932 w 12213772"/>
              <a:gd name="connsiteY7-380" fmla="*/ 1277053 h 2439646"/>
              <a:gd name="connsiteX8-381" fmla="*/ 10175966 w 12213772"/>
              <a:gd name="connsiteY8-382" fmla="*/ 1342367 h 2439646"/>
              <a:gd name="connsiteX9-383" fmla="*/ 11286309 w 12213772"/>
              <a:gd name="connsiteY9-384" fmla="*/ 1486058 h 2439646"/>
              <a:gd name="connsiteX10-385" fmla="*/ 11743509 w 12213772"/>
              <a:gd name="connsiteY10-386" fmla="*/ 1616687 h 2439646"/>
              <a:gd name="connsiteX11-387" fmla="*/ 12213772 w 12213772"/>
              <a:gd name="connsiteY11-388" fmla="*/ 1486058 h 2439646"/>
              <a:gd name="connsiteX12-389" fmla="*/ 12213772 w 12213772"/>
              <a:gd name="connsiteY12-390" fmla="*/ 2426584 h 2439646"/>
              <a:gd name="connsiteX13-391" fmla="*/ 0 w 12213772"/>
              <a:gd name="connsiteY13-392" fmla="*/ 2439646 h 2439646"/>
              <a:gd name="connsiteX0-393" fmla="*/ 0 w 12213772"/>
              <a:gd name="connsiteY0-394" fmla="*/ 2439646 h 2439646"/>
              <a:gd name="connsiteX1-395" fmla="*/ 0 w 12213772"/>
              <a:gd name="connsiteY1-396" fmla="*/ 336527 h 2439646"/>
              <a:gd name="connsiteX2-397" fmla="*/ 1201783 w 12213772"/>
              <a:gd name="connsiteY2-398" fmla="*/ 493281 h 2439646"/>
              <a:gd name="connsiteX3-399" fmla="*/ 1698172 w 12213772"/>
              <a:gd name="connsiteY3-400" fmla="*/ 388778 h 2439646"/>
              <a:gd name="connsiteX4-401" fmla="*/ 3331029 w 12213772"/>
              <a:gd name="connsiteY4-402" fmla="*/ 558596 h 2439646"/>
              <a:gd name="connsiteX5-403" fmla="*/ 5826034 w 12213772"/>
              <a:gd name="connsiteY5-404" fmla="*/ 663098 h 2439646"/>
              <a:gd name="connsiteX6-405" fmla="*/ 6740434 w 12213772"/>
              <a:gd name="connsiteY6-406" fmla="*/ 806790 h 2439646"/>
              <a:gd name="connsiteX7-407" fmla="*/ 8921932 w 12213772"/>
              <a:gd name="connsiteY7-408" fmla="*/ 1277053 h 2439646"/>
              <a:gd name="connsiteX8-409" fmla="*/ 10175966 w 12213772"/>
              <a:gd name="connsiteY8-410" fmla="*/ 1342367 h 2439646"/>
              <a:gd name="connsiteX9-411" fmla="*/ 11286309 w 12213772"/>
              <a:gd name="connsiteY9-412" fmla="*/ 1486058 h 2439646"/>
              <a:gd name="connsiteX10-413" fmla="*/ 11743509 w 12213772"/>
              <a:gd name="connsiteY10-414" fmla="*/ 1616687 h 2439646"/>
              <a:gd name="connsiteX11-415" fmla="*/ 12213772 w 12213772"/>
              <a:gd name="connsiteY11-416" fmla="*/ 1486058 h 2439646"/>
              <a:gd name="connsiteX12-417" fmla="*/ 12213772 w 12213772"/>
              <a:gd name="connsiteY12-418" fmla="*/ 2426584 h 2439646"/>
              <a:gd name="connsiteX13-419" fmla="*/ 0 w 12213772"/>
              <a:gd name="connsiteY13-420" fmla="*/ 2439646 h 2439646"/>
              <a:gd name="connsiteX0-421" fmla="*/ 0 w 12213772"/>
              <a:gd name="connsiteY0-422" fmla="*/ 2439646 h 2439646"/>
              <a:gd name="connsiteX1-423" fmla="*/ 0 w 12213772"/>
              <a:gd name="connsiteY1-424" fmla="*/ 336527 h 2439646"/>
              <a:gd name="connsiteX2-425" fmla="*/ 1201783 w 12213772"/>
              <a:gd name="connsiteY2-426" fmla="*/ 493281 h 2439646"/>
              <a:gd name="connsiteX3-427" fmla="*/ 1698172 w 12213772"/>
              <a:gd name="connsiteY3-428" fmla="*/ 388778 h 2439646"/>
              <a:gd name="connsiteX4-429" fmla="*/ 3331029 w 12213772"/>
              <a:gd name="connsiteY4-430" fmla="*/ 558596 h 2439646"/>
              <a:gd name="connsiteX5-431" fmla="*/ 5826034 w 12213772"/>
              <a:gd name="connsiteY5-432" fmla="*/ 663098 h 2439646"/>
              <a:gd name="connsiteX6-433" fmla="*/ 6740434 w 12213772"/>
              <a:gd name="connsiteY6-434" fmla="*/ 806790 h 2439646"/>
              <a:gd name="connsiteX7-435" fmla="*/ 8921932 w 12213772"/>
              <a:gd name="connsiteY7-436" fmla="*/ 1277053 h 2439646"/>
              <a:gd name="connsiteX8-437" fmla="*/ 10175966 w 12213772"/>
              <a:gd name="connsiteY8-438" fmla="*/ 1342367 h 2439646"/>
              <a:gd name="connsiteX9-439" fmla="*/ 11286309 w 12213772"/>
              <a:gd name="connsiteY9-440" fmla="*/ 1486058 h 2439646"/>
              <a:gd name="connsiteX10-441" fmla="*/ 11743509 w 12213772"/>
              <a:gd name="connsiteY10-442" fmla="*/ 1616687 h 2439646"/>
              <a:gd name="connsiteX11-443" fmla="*/ 12213772 w 12213772"/>
              <a:gd name="connsiteY11-444" fmla="*/ 1486058 h 2439646"/>
              <a:gd name="connsiteX12-445" fmla="*/ 12213772 w 12213772"/>
              <a:gd name="connsiteY12-446" fmla="*/ 2426584 h 2439646"/>
              <a:gd name="connsiteX13-447" fmla="*/ 0 w 12213772"/>
              <a:gd name="connsiteY13-448" fmla="*/ 2439646 h 2439646"/>
              <a:gd name="connsiteX0-449" fmla="*/ 0 w 12213772"/>
              <a:gd name="connsiteY0-450" fmla="*/ 2439646 h 2439646"/>
              <a:gd name="connsiteX1-451" fmla="*/ 0 w 12213772"/>
              <a:gd name="connsiteY1-452" fmla="*/ 336527 h 2439646"/>
              <a:gd name="connsiteX2-453" fmla="*/ 1201783 w 12213772"/>
              <a:gd name="connsiteY2-454" fmla="*/ 493281 h 2439646"/>
              <a:gd name="connsiteX3-455" fmla="*/ 1698172 w 12213772"/>
              <a:gd name="connsiteY3-456" fmla="*/ 388778 h 2439646"/>
              <a:gd name="connsiteX4-457" fmla="*/ 3331029 w 12213772"/>
              <a:gd name="connsiteY4-458" fmla="*/ 558596 h 2439646"/>
              <a:gd name="connsiteX5-459" fmla="*/ 5826034 w 12213772"/>
              <a:gd name="connsiteY5-460" fmla="*/ 663098 h 2439646"/>
              <a:gd name="connsiteX6-461" fmla="*/ 6740434 w 12213772"/>
              <a:gd name="connsiteY6-462" fmla="*/ 806790 h 2439646"/>
              <a:gd name="connsiteX7-463" fmla="*/ 8921932 w 12213772"/>
              <a:gd name="connsiteY7-464" fmla="*/ 1277053 h 2439646"/>
              <a:gd name="connsiteX8-465" fmla="*/ 10175966 w 12213772"/>
              <a:gd name="connsiteY8-466" fmla="*/ 1342367 h 2439646"/>
              <a:gd name="connsiteX9-467" fmla="*/ 11286309 w 12213772"/>
              <a:gd name="connsiteY9-468" fmla="*/ 1486058 h 2439646"/>
              <a:gd name="connsiteX10-469" fmla="*/ 11743509 w 12213772"/>
              <a:gd name="connsiteY10-470" fmla="*/ 1616687 h 2439646"/>
              <a:gd name="connsiteX11-471" fmla="*/ 12213772 w 12213772"/>
              <a:gd name="connsiteY11-472" fmla="*/ 1486058 h 2439646"/>
              <a:gd name="connsiteX12-473" fmla="*/ 12213772 w 12213772"/>
              <a:gd name="connsiteY12-474" fmla="*/ 2426584 h 2439646"/>
              <a:gd name="connsiteX13-475" fmla="*/ 0 w 12213772"/>
              <a:gd name="connsiteY13-476" fmla="*/ 2439646 h 2439646"/>
              <a:gd name="connsiteX0-477" fmla="*/ 0 w 12213772"/>
              <a:gd name="connsiteY0-478" fmla="*/ 2439646 h 2439646"/>
              <a:gd name="connsiteX1-479" fmla="*/ 0 w 12213772"/>
              <a:gd name="connsiteY1-480" fmla="*/ 336527 h 2439646"/>
              <a:gd name="connsiteX2-481" fmla="*/ 1201783 w 12213772"/>
              <a:gd name="connsiteY2-482" fmla="*/ 493281 h 2439646"/>
              <a:gd name="connsiteX3-483" fmla="*/ 1698172 w 12213772"/>
              <a:gd name="connsiteY3-484" fmla="*/ 388778 h 2439646"/>
              <a:gd name="connsiteX4-485" fmla="*/ 3331029 w 12213772"/>
              <a:gd name="connsiteY4-486" fmla="*/ 558596 h 2439646"/>
              <a:gd name="connsiteX5-487" fmla="*/ 5826034 w 12213772"/>
              <a:gd name="connsiteY5-488" fmla="*/ 663098 h 2439646"/>
              <a:gd name="connsiteX6-489" fmla="*/ 6740434 w 12213772"/>
              <a:gd name="connsiteY6-490" fmla="*/ 806790 h 2439646"/>
              <a:gd name="connsiteX7-491" fmla="*/ 8921932 w 12213772"/>
              <a:gd name="connsiteY7-492" fmla="*/ 1277053 h 2439646"/>
              <a:gd name="connsiteX8-493" fmla="*/ 10175966 w 12213772"/>
              <a:gd name="connsiteY8-494" fmla="*/ 1342367 h 2439646"/>
              <a:gd name="connsiteX9-495" fmla="*/ 11286309 w 12213772"/>
              <a:gd name="connsiteY9-496" fmla="*/ 1486058 h 2439646"/>
              <a:gd name="connsiteX10-497" fmla="*/ 11743509 w 12213772"/>
              <a:gd name="connsiteY10-498" fmla="*/ 1616687 h 2439646"/>
              <a:gd name="connsiteX11-499" fmla="*/ 12213772 w 12213772"/>
              <a:gd name="connsiteY11-500" fmla="*/ 1486058 h 2439646"/>
              <a:gd name="connsiteX12-501" fmla="*/ 12213772 w 12213772"/>
              <a:gd name="connsiteY12-502" fmla="*/ 2426584 h 2439646"/>
              <a:gd name="connsiteX13-503" fmla="*/ 0 w 12213772"/>
              <a:gd name="connsiteY13-504" fmla="*/ 2439646 h 2439646"/>
              <a:gd name="connsiteX0-505" fmla="*/ 0 w 12213772"/>
              <a:gd name="connsiteY0-506" fmla="*/ 2439646 h 2439646"/>
              <a:gd name="connsiteX1-507" fmla="*/ 0 w 12213772"/>
              <a:gd name="connsiteY1-508" fmla="*/ 336527 h 2439646"/>
              <a:gd name="connsiteX2-509" fmla="*/ 1201783 w 12213772"/>
              <a:gd name="connsiteY2-510" fmla="*/ 493281 h 2439646"/>
              <a:gd name="connsiteX3-511" fmla="*/ 1698172 w 12213772"/>
              <a:gd name="connsiteY3-512" fmla="*/ 388778 h 2439646"/>
              <a:gd name="connsiteX4-513" fmla="*/ 3331029 w 12213772"/>
              <a:gd name="connsiteY4-514" fmla="*/ 558596 h 2439646"/>
              <a:gd name="connsiteX5-515" fmla="*/ 5826034 w 12213772"/>
              <a:gd name="connsiteY5-516" fmla="*/ 663098 h 2439646"/>
              <a:gd name="connsiteX6-517" fmla="*/ 6740434 w 12213772"/>
              <a:gd name="connsiteY6-518" fmla="*/ 806790 h 2439646"/>
              <a:gd name="connsiteX7-519" fmla="*/ 8921932 w 12213772"/>
              <a:gd name="connsiteY7-520" fmla="*/ 1277053 h 2439646"/>
              <a:gd name="connsiteX8-521" fmla="*/ 10175966 w 12213772"/>
              <a:gd name="connsiteY8-522" fmla="*/ 1342367 h 2439646"/>
              <a:gd name="connsiteX9-523" fmla="*/ 11286309 w 12213772"/>
              <a:gd name="connsiteY9-524" fmla="*/ 1486058 h 2439646"/>
              <a:gd name="connsiteX10-525" fmla="*/ 11743509 w 12213772"/>
              <a:gd name="connsiteY10-526" fmla="*/ 1616687 h 2439646"/>
              <a:gd name="connsiteX11-527" fmla="*/ 12213772 w 12213772"/>
              <a:gd name="connsiteY11-528" fmla="*/ 1486058 h 2439646"/>
              <a:gd name="connsiteX12-529" fmla="*/ 12213772 w 12213772"/>
              <a:gd name="connsiteY12-530" fmla="*/ 2426584 h 2439646"/>
              <a:gd name="connsiteX13-531" fmla="*/ 0 w 12213772"/>
              <a:gd name="connsiteY13-532" fmla="*/ 2439646 h 2439646"/>
              <a:gd name="connsiteX0-533" fmla="*/ 0 w 12213772"/>
              <a:gd name="connsiteY0-534" fmla="*/ 2439646 h 2439646"/>
              <a:gd name="connsiteX1-535" fmla="*/ 0 w 12213772"/>
              <a:gd name="connsiteY1-536" fmla="*/ 336527 h 2439646"/>
              <a:gd name="connsiteX2-537" fmla="*/ 1201783 w 12213772"/>
              <a:gd name="connsiteY2-538" fmla="*/ 493281 h 2439646"/>
              <a:gd name="connsiteX3-539" fmla="*/ 1698172 w 12213772"/>
              <a:gd name="connsiteY3-540" fmla="*/ 388778 h 2439646"/>
              <a:gd name="connsiteX4-541" fmla="*/ 3331029 w 12213772"/>
              <a:gd name="connsiteY4-542" fmla="*/ 558596 h 2439646"/>
              <a:gd name="connsiteX5-543" fmla="*/ 5826034 w 12213772"/>
              <a:gd name="connsiteY5-544" fmla="*/ 663098 h 2439646"/>
              <a:gd name="connsiteX6-545" fmla="*/ 6740434 w 12213772"/>
              <a:gd name="connsiteY6-546" fmla="*/ 806790 h 2439646"/>
              <a:gd name="connsiteX7-547" fmla="*/ 8921932 w 12213772"/>
              <a:gd name="connsiteY7-548" fmla="*/ 1277053 h 2439646"/>
              <a:gd name="connsiteX8-549" fmla="*/ 10175966 w 12213772"/>
              <a:gd name="connsiteY8-550" fmla="*/ 1342367 h 2439646"/>
              <a:gd name="connsiteX9-551" fmla="*/ 11286309 w 12213772"/>
              <a:gd name="connsiteY9-552" fmla="*/ 1486058 h 2439646"/>
              <a:gd name="connsiteX10-553" fmla="*/ 11743509 w 12213772"/>
              <a:gd name="connsiteY10-554" fmla="*/ 1616687 h 2439646"/>
              <a:gd name="connsiteX11-555" fmla="*/ 12213772 w 12213772"/>
              <a:gd name="connsiteY11-556" fmla="*/ 1486058 h 2439646"/>
              <a:gd name="connsiteX12-557" fmla="*/ 12213772 w 12213772"/>
              <a:gd name="connsiteY12-558" fmla="*/ 2426584 h 2439646"/>
              <a:gd name="connsiteX13-559" fmla="*/ 0 w 12213772"/>
              <a:gd name="connsiteY13-560" fmla="*/ 2439646 h 2439646"/>
              <a:gd name="connsiteX0-561" fmla="*/ 0 w 12213772"/>
              <a:gd name="connsiteY0-562" fmla="*/ 2439646 h 2439646"/>
              <a:gd name="connsiteX1-563" fmla="*/ 0 w 12213772"/>
              <a:gd name="connsiteY1-564" fmla="*/ 336527 h 2439646"/>
              <a:gd name="connsiteX2-565" fmla="*/ 1201783 w 12213772"/>
              <a:gd name="connsiteY2-566" fmla="*/ 493281 h 2439646"/>
              <a:gd name="connsiteX3-567" fmla="*/ 1698172 w 12213772"/>
              <a:gd name="connsiteY3-568" fmla="*/ 388778 h 2439646"/>
              <a:gd name="connsiteX4-569" fmla="*/ 3331029 w 12213772"/>
              <a:gd name="connsiteY4-570" fmla="*/ 558596 h 2439646"/>
              <a:gd name="connsiteX5-571" fmla="*/ 5826034 w 12213772"/>
              <a:gd name="connsiteY5-572" fmla="*/ 663098 h 2439646"/>
              <a:gd name="connsiteX6-573" fmla="*/ 6740434 w 12213772"/>
              <a:gd name="connsiteY6-574" fmla="*/ 806790 h 2439646"/>
              <a:gd name="connsiteX7-575" fmla="*/ 8921932 w 12213772"/>
              <a:gd name="connsiteY7-576" fmla="*/ 1277053 h 2439646"/>
              <a:gd name="connsiteX8-577" fmla="*/ 10175966 w 12213772"/>
              <a:gd name="connsiteY8-578" fmla="*/ 1342367 h 2439646"/>
              <a:gd name="connsiteX9-579" fmla="*/ 11286309 w 12213772"/>
              <a:gd name="connsiteY9-580" fmla="*/ 1486058 h 2439646"/>
              <a:gd name="connsiteX10-581" fmla="*/ 11743509 w 12213772"/>
              <a:gd name="connsiteY10-582" fmla="*/ 1616687 h 2439646"/>
              <a:gd name="connsiteX11-583" fmla="*/ 12213772 w 12213772"/>
              <a:gd name="connsiteY11-584" fmla="*/ 1486058 h 2439646"/>
              <a:gd name="connsiteX12-585" fmla="*/ 12213772 w 12213772"/>
              <a:gd name="connsiteY12-586" fmla="*/ 2426584 h 2439646"/>
              <a:gd name="connsiteX13-587" fmla="*/ 0 w 12213772"/>
              <a:gd name="connsiteY13-588" fmla="*/ 2439646 h 24396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12213772" h="2439646">
                <a:moveTo>
                  <a:pt x="0" y="2439646"/>
                </a:moveTo>
                <a:lnTo>
                  <a:pt x="0" y="336527"/>
                </a:lnTo>
                <a:cubicBezTo>
                  <a:pt x="426719" y="232024"/>
                  <a:pt x="840378" y="297339"/>
                  <a:pt x="1201783" y="493281"/>
                </a:cubicBezTo>
                <a:cubicBezTo>
                  <a:pt x="1367246" y="367007"/>
                  <a:pt x="1532709" y="358298"/>
                  <a:pt x="1698172" y="388778"/>
                </a:cubicBezTo>
                <a:cubicBezTo>
                  <a:pt x="2072640" y="-11816"/>
                  <a:pt x="3139441" y="-33588"/>
                  <a:pt x="3331029" y="558596"/>
                </a:cubicBezTo>
                <a:cubicBezTo>
                  <a:pt x="4149635" y="-268718"/>
                  <a:pt x="5334000" y="-129381"/>
                  <a:pt x="5826034" y="663098"/>
                </a:cubicBezTo>
                <a:cubicBezTo>
                  <a:pt x="6170023" y="567304"/>
                  <a:pt x="6487885" y="615201"/>
                  <a:pt x="6740434" y="806790"/>
                </a:cubicBezTo>
                <a:cubicBezTo>
                  <a:pt x="7559040" y="532469"/>
                  <a:pt x="8416835" y="728413"/>
                  <a:pt x="8921932" y="1277053"/>
                </a:cubicBezTo>
                <a:cubicBezTo>
                  <a:pt x="9339943" y="1129007"/>
                  <a:pt x="9797143" y="1163842"/>
                  <a:pt x="10175966" y="1342367"/>
                </a:cubicBezTo>
                <a:cubicBezTo>
                  <a:pt x="10533017" y="1181259"/>
                  <a:pt x="11046823" y="1176904"/>
                  <a:pt x="11286309" y="1486058"/>
                </a:cubicBezTo>
                <a:cubicBezTo>
                  <a:pt x="11438709" y="1464287"/>
                  <a:pt x="11617235" y="1494767"/>
                  <a:pt x="11743509" y="1616687"/>
                </a:cubicBezTo>
                <a:cubicBezTo>
                  <a:pt x="11874137" y="1494767"/>
                  <a:pt x="12057018" y="1464287"/>
                  <a:pt x="12213772" y="1486058"/>
                </a:cubicBezTo>
                <a:lnTo>
                  <a:pt x="12213772" y="2426584"/>
                </a:lnTo>
                <a:lnTo>
                  <a:pt x="0" y="2439646"/>
                </a:lnTo>
                <a:close/>
              </a:path>
            </a:pathLst>
          </a:cu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" y="5111553"/>
            <a:ext cx="12192000" cy="1746447"/>
          </a:xfrm>
          <a:custGeom>
            <a:avLst/>
            <a:gdLst>
              <a:gd name="connsiteX0" fmla="*/ 0 w 12239897"/>
              <a:gd name="connsiteY0" fmla="*/ 731520 h 1606732"/>
              <a:gd name="connsiteX1" fmla="*/ 0 w 12239897"/>
              <a:gd name="connsiteY1" fmla="*/ 1606732 h 1606732"/>
              <a:gd name="connsiteX2" fmla="*/ 12239897 w 12239897"/>
              <a:gd name="connsiteY2" fmla="*/ 1606732 h 1606732"/>
              <a:gd name="connsiteX3" fmla="*/ 12239897 w 12239897"/>
              <a:gd name="connsiteY3" fmla="*/ 1240972 h 1606732"/>
              <a:gd name="connsiteX4" fmla="*/ 11743509 w 12239897"/>
              <a:gd name="connsiteY4" fmla="*/ 1502229 h 1606732"/>
              <a:gd name="connsiteX5" fmla="*/ 11338560 w 12239897"/>
              <a:gd name="connsiteY5" fmla="*/ 1423852 h 1606732"/>
              <a:gd name="connsiteX6" fmla="*/ 9927772 w 12239897"/>
              <a:gd name="connsiteY6" fmla="*/ 1306286 h 1606732"/>
              <a:gd name="connsiteX7" fmla="*/ 8843555 w 12239897"/>
              <a:gd name="connsiteY7" fmla="*/ 1384663 h 1606732"/>
              <a:gd name="connsiteX8" fmla="*/ 8125097 w 12239897"/>
              <a:gd name="connsiteY8" fmla="*/ 1188720 h 1606732"/>
              <a:gd name="connsiteX9" fmla="*/ 7445829 w 12239897"/>
              <a:gd name="connsiteY9" fmla="*/ 1031966 h 1606732"/>
              <a:gd name="connsiteX10" fmla="*/ 5786846 w 12239897"/>
              <a:gd name="connsiteY10" fmla="*/ 809898 h 1606732"/>
              <a:gd name="connsiteX11" fmla="*/ 4898572 w 12239897"/>
              <a:gd name="connsiteY11" fmla="*/ 339635 h 1606732"/>
              <a:gd name="connsiteX12" fmla="*/ 3161212 w 12239897"/>
              <a:gd name="connsiteY12" fmla="*/ 0 h 1606732"/>
              <a:gd name="connsiteX13" fmla="*/ 1658983 w 12239897"/>
              <a:gd name="connsiteY13" fmla="*/ 431075 h 1606732"/>
              <a:gd name="connsiteX14" fmla="*/ 757646 w 12239897"/>
              <a:gd name="connsiteY14" fmla="*/ 718458 h 1606732"/>
              <a:gd name="connsiteX15" fmla="*/ 0 w 12239897"/>
              <a:gd name="connsiteY15" fmla="*/ 731520 h 1606732"/>
              <a:gd name="connsiteX0-1" fmla="*/ 0 w 12239897"/>
              <a:gd name="connsiteY0-2" fmla="*/ 731520 h 1606732"/>
              <a:gd name="connsiteX1-3" fmla="*/ 0 w 12239897"/>
              <a:gd name="connsiteY1-4" fmla="*/ 1606732 h 1606732"/>
              <a:gd name="connsiteX2-5" fmla="*/ 12239897 w 12239897"/>
              <a:gd name="connsiteY2-6" fmla="*/ 1606732 h 1606732"/>
              <a:gd name="connsiteX3-7" fmla="*/ 12239897 w 12239897"/>
              <a:gd name="connsiteY3-8" fmla="*/ 1240972 h 1606732"/>
              <a:gd name="connsiteX4-9" fmla="*/ 11743509 w 12239897"/>
              <a:gd name="connsiteY4-10" fmla="*/ 1502229 h 1606732"/>
              <a:gd name="connsiteX5-11" fmla="*/ 11338560 w 12239897"/>
              <a:gd name="connsiteY5-12" fmla="*/ 1423852 h 1606732"/>
              <a:gd name="connsiteX6-13" fmla="*/ 9927772 w 12239897"/>
              <a:gd name="connsiteY6-14" fmla="*/ 1306286 h 1606732"/>
              <a:gd name="connsiteX7-15" fmla="*/ 8843555 w 12239897"/>
              <a:gd name="connsiteY7-16" fmla="*/ 1384663 h 1606732"/>
              <a:gd name="connsiteX8-17" fmla="*/ 8125097 w 12239897"/>
              <a:gd name="connsiteY8-18" fmla="*/ 1188720 h 1606732"/>
              <a:gd name="connsiteX9-19" fmla="*/ 7445829 w 12239897"/>
              <a:gd name="connsiteY9-20" fmla="*/ 1031966 h 1606732"/>
              <a:gd name="connsiteX10-21" fmla="*/ 5786846 w 12239897"/>
              <a:gd name="connsiteY10-22" fmla="*/ 809898 h 1606732"/>
              <a:gd name="connsiteX11-23" fmla="*/ 4898572 w 12239897"/>
              <a:gd name="connsiteY11-24" fmla="*/ 339635 h 1606732"/>
              <a:gd name="connsiteX12-25" fmla="*/ 3161212 w 12239897"/>
              <a:gd name="connsiteY12-26" fmla="*/ 0 h 1606732"/>
              <a:gd name="connsiteX13-27" fmla="*/ 1658983 w 12239897"/>
              <a:gd name="connsiteY13-28" fmla="*/ 431075 h 1606732"/>
              <a:gd name="connsiteX14-29" fmla="*/ 757646 w 12239897"/>
              <a:gd name="connsiteY14-30" fmla="*/ 718458 h 1606732"/>
              <a:gd name="connsiteX15-31" fmla="*/ 0 w 12239897"/>
              <a:gd name="connsiteY15-32" fmla="*/ 731520 h 1606732"/>
              <a:gd name="connsiteX0-33" fmla="*/ 0 w 12239897"/>
              <a:gd name="connsiteY0-34" fmla="*/ 731520 h 1606732"/>
              <a:gd name="connsiteX1-35" fmla="*/ 0 w 12239897"/>
              <a:gd name="connsiteY1-36" fmla="*/ 1606732 h 1606732"/>
              <a:gd name="connsiteX2-37" fmla="*/ 12239897 w 12239897"/>
              <a:gd name="connsiteY2-38" fmla="*/ 1606732 h 1606732"/>
              <a:gd name="connsiteX3-39" fmla="*/ 12239897 w 12239897"/>
              <a:gd name="connsiteY3-40" fmla="*/ 1240972 h 1606732"/>
              <a:gd name="connsiteX4-41" fmla="*/ 11743509 w 12239897"/>
              <a:gd name="connsiteY4-42" fmla="*/ 1502229 h 1606732"/>
              <a:gd name="connsiteX5-43" fmla="*/ 11338560 w 12239897"/>
              <a:gd name="connsiteY5-44" fmla="*/ 1423852 h 1606732"/>
              <a:gd name="connsiteX6-45" fmla="*/ 9927772 w 12239897"/>
              <a:gd name="connsiteY6-46" fmla="*/ 1306286 h 1606732"/>
              <a:gd name="connsiteX7-47" fmla="*/ 8843555 w 12239897"/>
              <a:gd name="connsiteY7-48" fmla="*/ 1384663 h 1606732"/>
              <a:gd name="connsiteX8-49" fmla="*/ 8125097 w 12239897"/>
              <a:gd name="connsiteY8-50" fmla="*/ 1188720 h 1606732"/>
              <a:gd name="connsiteX9-51" fmla="*/ 7445829 w 12239897"/>
              <a:gd name="connsiteY9-52" fmla="*/ 1031966 h 1606732"/>
              <a:gd name="connsiteX10-53" fmla="*/ 5786846 w 12239897"/>
              <a:gd name="connsiteY10-54" fmla="*/ 809898 h 1606732"/>
              <a:gd name="connsiteX11-55" fmla="*/ 4898572 w 12239897"/>
              <a:gd name="connsiteY11-56" fmla="*/ 339635 h 1606732"/>
              <a:gd name="connsiteX12-57" fmla="*/ 3161212 w 12239897"/>
              <a:gd name="connsiteY12-58" fmla="*/ 0 h 1606732"/>
              <a:gd name="connsiteX13-59" fmla="*/ 1658983 w 12239897"/>
              <a:gd name="connsiteY13-60" fmla="*/ 431075 h 1606732"/>
              <a:gd name="connsiteX14-61" fmla="*/ 757646 w 12239897"/>
              <a:gd name="connsiteY14-62" fmla="*/ 718458 h 1606732"/>
              <a:gd name="connsiteX15-63" fmla="*/ 0 w 12239897"/>
              <a:gd name="connsiteY15-64" fmla="*/ 731520 h 1606732"/>
              <a:gd name="connsiteX0-65" fmla="*/ 0 w 12239897"/>
              <a:gd name="connsiteY0-66" fmla="*/ 731520 h 1606732"/>
              <a:gd name="connsiteX1-67" fmla="*/ 0 w 12239897"/>
              <a:gd name="connsiteY1-68" fmla="*/ 1606732 h 1606732"/>
              <a:gd name="connsiteX2-69" fmla="*/ 12239897 w 12239897"/>
              <a:gd name="connsiteY2-70" fmla="*/ 1606732 h 1606732"/>
              <a:gd name="connsiteX3-71" fmla="*/ 12239897 w 12239897"/>
              <a:gd name="connsiteY3-72" fmla="*/ 1240972 h 1606732"/>
              <a:gd name="connsiteX4-73" fmla="*/ 11743509 w 12239897"/>
              <a:gd name="connsiteY4-74" fmla="*/ 1502229 h 1606732"/>
              <a:gd name="connsiteX5-75" fmla="*/ 11338560 w 12239897"/>
              <a:gd name="connsiteY5-76" fmla="*/ 1423852 h 1606732"/>
              <a:gd name="connsiteX6-77" fmla="*/ 9927772 w 12239897"/>
              <a:gd name="connsiteY6-78" fmla="*/ 1306286 h 1606732"/>
              <a:gd name="connsiteX7-79" fmla="*/ 8843555 w 12239897"/>
              <a:gd name="connsiteY7-80" fmla="*/ 1384663 h 1606732"/>
              <a:gd name="connsiteX8-81" fmla="*/ 8125097 w 12239897"/>
              <a:gd name="connsiteY8-82" fmla="*/ 1188720 h 1606732"/>
              <a:gd name="connsiteX9-83" fmla="*/ 7445829 w 12239897"/>
              <a:gd name="connsiteY9-84" fmla="*/ 1031966 h 1606732"/>
              <a:gd name="connsiteX10-85" fmla="*/ 5786846 w 12239897"/>
              <a:gd name="connsiteY10-86" fmla="*/ 809898 h 1606732"/>
              <a:gd name="connsiteX11-87" fmla="*/ 4898572 w 12239897"/>
              <a:gd name="connsiteY11-88" fmla="*/ 339635 h 1606732"/>
              <a:gd name="connsiteX12-89" fmla="*/ 3161212 w 12239897"/>
              <a:gd name="connsiteY12-90" fmla="*/ 0 h 1606732"/>
              <a:gd name="connsiteX13-91" fmla="*/ 1658983 w 12239897"/>
              <a:gd name="connsiteY13-92" fmla="*/ 431075 h 1606732"/>
              <a:gd name="connsiteX14-93" fmla="*/ 757646 w 12239897"/>
              <a:gd name="connsiteY14-94" fmla="*/ 718458 h 1606732"/>
              <a:gd name="connsiteX15-95" fmla="*/ 0 w 12239897"/>
              <a:gd name="connsiteY15-96" fmla="*/ 731520 h 1606732"/>
              <a:gd name="connsiteX0-97" fmla="*/ 0 w 12239897"/>
              <a:gd name="connsiteY0-98" fmla="*/ 731520 h 1606732"/>
              <a:gd name="connsiteX1-99" fmla="*/ 0 w 12239897"/>
              <a:gd name="connsiteY1-100" fmla="*/ 1606732 h 1606732"/>
              <a:gd name="connsiteX2-101" fmla="*/ 12239897 w 12239897"/>
              <a:gd name="connsiteY2-102" fmla="*/ 1606732 h 1606732"/>
              <a:gd name="connsiteX3-103" fmla="*/ 12239897 w 12239897"/>
              <a:gd name="connsiteY3-104" fmla="*/ 1240972 h 1606732"/>
              <a:gd name="connsiteX4-105" fmla="*/ 11743509 w 12239897"/>
              <a:gd name="connsiteY4-106" fmla="*/ 1502229 h 1606732"/>
              <a:gd name="connsiteX5-107" fmla="*/ 11338560 w 12239897"/>
              <a:gd name="connsiteY5-108" fmla="*/ 1423852 h 1606732"/>
              <a:gd name="connsiteX6-109" fmla="*/ 9927772 w 12239897"/>
              <a:gd name="connsiteY6-110" fmla="*/ 1306286 h 1606732"/>
              <a:gd name="connsiteX7-111" fmla="*/ 8843555 w 12239897"/>
              <a:gd name="connsiteY7-112" fmla="*/ 1384663 h 1606732"/>
              <a:gd name="connsiteX8-113" fmla="*/ 8125097 w 12239897"/>
              <a:gd name="connsiteY8-114" fmla="*/ 1188720 h 1606732"/>
              <a:gd name="connsiteX9-115" fmla="*/ 7445829 w 12239897"/>
              <a:gd name="connsiteY9-116" fmla="*/ 1031966 h 1606732"/>
              <a:gd name="connsiteX10-117" fmla="*/ 5786846 w 12239897"/>
              <a:gd name="connsiteY10-118" fmla="*/ 809898 h 1606732"/>
              <a:gd name="connsiteX11-119" fmla="*/ 4898572 w 12239897"/>
              <a:gd name="connsiteY11-120" fmla="*/ 339635 h 1606732"/>
              <a:gd name="connsiteX12-121" fmla="*/ 3161212 w 12239897"/>
              <a:gd name="connsiteY12-122" fmla="*/ 0 h 1606732"/>
              <a:gd name="connsiteX13-123" fmla="*/ 1658983 w 12239897"/>
              <a:gd name="connsiteY13-124" fmla="*/ 431075 h 1606732"/>
              <a:gd name="connsiteX14-125" fmla="*/ 757646 w 12239897"/>
              <a:gd name="connsiteY14-126" fmla="*/ 718458 h 1606732"/>
              <a:gd name="connsiteX15-127" fmla="*/ 0 w 12239897"/>
              <a:gd name="connsiteY15-128" fmla="*/ 731520 h 1606732"/>
              <a:gd name="connsiteX0-129" fmla="*/ 0 w 12239897"/>
              <a:gd name="connsiteY0-130" fmla="*/ 731520 h 1606732"/>
              <a:gd name="connsiteX1-131" fmla="*/ 0 w 12239897"/>
              <a:gd name="connsiteY1-132" fmla="*/ 1606732 h 1606732"/>
              <a:gd name="connsiteX2-133" fmla="*/ 12239897 w 12239897"/>
              <a:gd name="connsiteY2-134" fmla="*/ 1606732 h 1606732"/>
              <a:gd name="connsiteX3-135" fmla="*/ 12239897 w 12239897"/>
              <a:gd name="connsiteY3-136" fmla="*/ 1240972 h 1606732"/>
              <a:gd name="connsiteX4-137" fmla="*/ 11743509 w 12239897"/>
              <a:gd name="connsiteY4-138" fmla="*/ 1502229 h 1606732"/>
              <a:gd name="connsiteX5-139" fmla="*/ 11338560 w 12239897"/>
              <a:gd name="connsiteY5-140" fmla="*/ 1423852 h 1606732"/>
              <a:gd name="connsiteX6-141" fmla="*/ 9927772 w 12239897"/>
              <a:gd name="connsiteY6-142" fmla="*/ 1306286 h 1606732"/>
              <a:gd name="connsiteX7-143" fmla="*/ 8843555 w 12239897"/>
              <a:gd name="connsiteY7-144" fmla="*/ 1384663 h 1606732"/>
              <a:gd name="connsiteX8-145" fmla="*/ 8125097 w 12239897"/>
              <a:gd name="connsiteY8-146" fmla="*/ 1188720 h 1606732"/>
              <a:gd name="connsiteX9-147" fmla="*/ 7445829 w 12239897"/>
              <a:gd name="connsiteY9-148" fmla="*/ 1031966 h 1606732"/>
              <a:gd name="connsiteX10-149" fmla="*/ 5786846 w 12239897"/>
              <a:gd name="connsiteY10-150" fmla="*/ 809898 h 1606732"/>
              <a:gd name="connsiteX11-151" fmla="*/ 4898572 w 12239897"/>
              <a:gd name="connsiteY11-152" fmla="*/ 339635 h 1606732"/>
              <a:gd name="connsiteX12-153" fmla="*/ 3161212 w 12239897"/>
              <a:gd name="connsiteY12-154" fmla="*/ 0 h 1606732"/>
              <a:gd name="connsiteX13-155" fmla="*/ 1658983 w 12239897"/>
              <a:gd name="connsiteY13-156" fmla="*/ 431075 h 1606732"/>
              <a:gd name="connsiteX14-157" fmla="*/ 757646 w 12239897"/>
              <a:gd name="connsiteY14-158" fmla="*/ 718458 h 1606732"/>
              <a:gd name="connsiteX15-159" fmla="*/ 0 w 12239897"/>
              <a:gd name="connsiteY15-160" fmla="*/ 731520 h 1606732"/>
              <a:gd name="connsiteX0-161" fmla="*/ 0 w 12239897"/>
              <a:gd name="connsiteY0-162" fmla="*/ 878419 h 1753631"/>
              <a:gd name="connsiteX1-163" fmla="*/ 0 w 12239897"/>
              <a:gd name="connsiteY1-164" fmla="*/ 1753631 h 1753631"/>
              <a:gd name="connsiteX2-165" fmla="*/ 12239897 w 12239897"/>
              <a:gd name="connsiteY2-166" fmla="*/ 1753631 h 1753631"/>
              <a:gd name="connsiteX3-167" fmla="*/ 12239897 w 12239897"/>
              <a:gd name="connsiteY3-168" fmla="*/ 1387871 h 1753631"/>
              <a:gd name="connsiteX4-169" fmla="*/ 11743509 w 12239897"/>
              <a:gd name="connsiteY4-170" fmla="*/ 1649128 h 1753631"/>
              <a:gd name="connsiteX5-171" fmla="*/ 11338560 w 12239897"/>
              <a:gd name="connsiteY5-172" fmla="*/ 1570751 h 1753631"/>
              <a:gd name="connsiteX6-173" fmla="*/ 9927772 w 12239897"/>
              <a:gd name="connsiteY6-174" fmla="*/ 1453185 h 1753631"/>
              <a:gd name="connsiteX7-175" fmla="*/ 8843555 w 12239897"/>
              <a:gd name="connsiteY7-176" fmla="*/ 1531562 h 1753631"/>
              <a:gd name="connsiteX8-177" fmla="*/ 8125097 w 12239897"/>
              <a:gd name="connsiteY8-178" fmla="*/ 1335619 h 1753631"/>
              <a:gd name="connsiteX9-179" fmla="*/ 7445829 w 12239897"/>
              <a:gd name="connsiteY9-180" fmla="*/ 1178865 h 1753631"/>
              <a:gd name="connsiteX10-181" fmla="*/ 5786846 w 12239897"/>
              <a:gd name="connsiteY10-182" fmla="*/ 956797 h 1753631"/>
              <a:gd name="connsiteX11-183" fmla="*/ 4898572 w 12239897"/>
              <a:gd name="connsiteY11-184" fmla="*/ 486534 h 1753631"/>
              <a:gd name="connsiteX12-185" fmla="*/ 3161212 w 12239897"/>
              <a:gd name="connsiteY12-186" fmla="*/ 146899 h 1753631"/>
              <a:gd name="connsiteX13-187" fmla="*/ 1658983 w 12239897"/>
              <a:gd name="connsiteY13-188" fmla="*/ 577974 h 1753631"/>
              <a:gd name="connsiteX14-189" fmla="*/ 757646 w 12239897"/>
              <a:gd name="connsiteY14-190" fmla="*/ 865357 h 1753631"/>
              <a:gd name="connsiteX15-191" fmla="*/ 0 w 12239897"/>
              <a:gd name="connsiteY15-192" fmla="*/ 878419 h 1753631"/>
              <a:gd name="connsiteX0-193" fmla="*/ 0 w 12239897"/>
              <a:gd name="connsiteY0-194" fmla="*/ 878419 h 1753631"/>
              <a:gd name="connsiteX1-195" fmla="*/ 0 w 12239897"/>
              <a:gd name="connsiteY1-196" fmla="*/ 1753631 h 1753631"/>
              <a:gd name="connsiteX2-197" fmla="*/ 12239897 w 12239897"/>
              <a:gd name="connsiteY2-198" fmla="*/ 1753631 h 1753631"/>
              <a:gd name="connsiteX3-199" fmla="*/ 12239897 w 12239897"/>
              <a:gd name="connsiteY3-200" fmla="*/ 1387871 h 1753631"/>
              <a:gd name="connsiteX4-201" fmla="*/ 11743509 w 12239897"/>
              <a:gd name="connsiteY4-202" fmla="*/ 1649128 h 1753631"/>
              <a:gd name="connsiteX5-203" fmla="*/ 11338560 w 12239897"/>
              <a:gd name="connsiteY5-204" fmla="*/ 1570751 h 1753631"/>
              <a:gd name="connsiteX6-205" fmla="*/ 9927772 w 12239897"/>
              <a:gd name="connsiteY6-206" fmla="*/ 1453185 h 1753631"/>
              <a:gd name="connsiteX7-207" fmla="*/ 8843555 w 12239897"/>
              <a:gd name="connsiteY7-208" fmla="*/ 1531562 h 1753631"/>
              <a:gd name="connsiteX8-209" fmla="*/ 8125097 w 12239897"/>
              <a:gd name="connsiteY8-210" fmla="*/ 1335619 h 1753631"/>
              <a:gd name="connsiteX9-211" fmla="*/ 7445829 w 12239897"/>
              <a:gd name="connsiteY9-212" fmla="*/ 1178865 h 1753631"/>
              <a:gd name="connsiteX10-213" fmla="*/ 5786846 w 12239897"/>
              <a:gd name="connsiteY10-214" fmla="*/ 956797 h 1753631"/>
              <a:gd name="connsiteX11-215" fmla="*/ 4898572 w 12239897"/>
              <a:gd name="connsiteY11-216" fmla="*/ 486534 h 1753631"/>
              <a:gd name="connsiteX12-217" fmla="*/ 3161212 w 12239897"/>
              <a:gd name="connsiteY12-218" fmla="*/ 146899 h 1753631"/>
              <a:gd name="connsiteX13-219" fmla="*/ 1658983 w 12239897"/>
              <a:gd name="connsiteY13-220" fmla="*/ 577974 h 1753631"/>
              <a:gd name="connsiteX14-221" fmla="*/ 757646 w 12239897"/>
              <a:gd name="connsiteY14-222" fmla="*/ 865357 h 1753631"/>
              <a:gd name="connsiteX15-223" fmla="*/ 0 w 12239897"/>
              <a:gd name="connsiteY15-224" fmla="*/ 878419 h 1753631"/>
              <a:gd name="connsiteX0-225" fmla="*/ 0 w 12239897"/>
              <a:gd name="connsiteY0-226" fmla="*/ 884297 h 1759509"/>
              <a:gd name="connsiteX1-227" fmla="*/ 0 w 12239897"/>
              <a:gd name="connsiteY1-228" fmla="*/ 1759509 h 1759509"/>
              <a:gd name="connsiteX2-229" fmla="*/ 12239897 w 12239897"/>
              <a:gd name="connsiteY2-230" fmla="*/ 1759509 h 1759509"/>
              <a:gd name="connsiteX3-231" fmla="*/ 12239897 w 12239897"/>
              <a:gd name="connsiteY3-232" fmla="*/ 1393749 h 1759509"/>
              <a:gd name="connsiteX4-233" fmla="*/ 11743509 w 12239897"/>
              <a:gd name="connsiteY4-234" fmla="*/ 1655006 h 1759509"/>
              <a:gd name="connsiteX5-235" fmla="*/ 11338560 w 12239897"/>
              <a:gd name="connsiteY5-236" fmla="*/ 1576629 h 1759509"/>
              <a:gd name="connsiteX6-237" fmla="*/ 9927772 w 12239897"/>
              <a:gd name="connsiteY6-238" fmla="*/ 1459063 h 1759509"/>
              <a:gd name="connsiteX7-239" fmla="*/ 8843555 w 12239897"/>
              <a:gd name="connsiteY7-240" fmla="*/ 1537440 h 1759509"/>
              <a:gd name="connsiteX8-241" fmla="*/ 8125097 w 12239897"/>
              <a:gd name="connsiteY8-242" fmla="*/ 1341497 h 1759509"/>
              <a:gd name="connsiteX9-243" fmla="*/ 7445829 w 12239897"/>
              <a:gd name="connsiteY9-244" fmla="*/ 1184743 h 1759509"/>
              <a:gd name="connsiteX10-245" fmla="*/ 5786846 w 12239897"/>
              <a:gd name="connsiteY10-246" fmla="*/ 962675 h 1759509"/>
              <a:gd name="connsiteX11-247" fmla="*/ 4898572 w 12239897"/>
              <a:gd name="connsiteY11-248" fmla="*/ 492412 h 1759509"/>
              <a:gd name="connsiteX12-249" fmla="*/ 3161212 w 12239897"/>
              <a:gd name="connsiteY12-250" fmla="*/ 152777 h 1759509"/>
              <a:gd name="connsiteX13-251" fmla="*/ 1658983 w 12239897"/>
              <a:gd name="connsiteY13-252" fmla="*/ 583852 h 1759509"/>
              <a:gd name="connsiteX14-253" fmla="*/ 757646 w 12239897"/>
              <a:gd name="connsiteY14-254" fmla="*/ 871235 h 1759509"/>
              <a:gd name="connsiteX15-255" fmla="*/ 0 w 12239897"/>
              <a:gd name="connsiteY15-256" fmla="*/ 884297 h 1759509"/>
              <a:gd name="connsiteX0-257" fmla="*/ 0 w 12239897"/>
              <a:gd name="connsiteY0-258" fmla="*/ 884297 h 1759509"/>
              <a:gd name="connsiteX1-259" fmla="*/ 0 w 12239897"/>
              <a:gd name="connsiteY1-260" fmla="*/ 1759509 h 1759509"/>
              <a:gd name="connsiteX2-261" fmla="*/ 12239897 w 12239897"/>
              <a:gd name="connsiteY2-262" fmla="*/ 1759509 h 1759509"/>
              <a:gd name="connsiteX3-263" fmla="*/ 12239897 w 12239897"/>
              <a:gd name="connsiteY3-264" fmla="*/ 1393749 h 1759509"/>
              <a:gd name="connsiteX4-265" fmla="*/ 11743509 w 12239897"/>
              <a:gd name="connsiteY4-266" fmla="*/ 1655006 h 1759509"/>
              <a:gd name="connsiteX5-267" fmla="*/ 11338560 w 12239897"/>
              <a:gd name="connsiteY5-268" fmla="*/ 1576629 h 1759509"/>
              <a:gd name="connsiteX6-269" fmla="*/ 9927772 w 12239897"/>
              <a:gd name="connsiteY6-270" fmla="*/ 1459063 h 1759509"/>
              <a:gd name="connsiteX7-271" fmla="*/ 8843555 w 12239897"/>
              <a:gd name="connsiteY7-272" fmla="*/ 1537440 h 1759509"/>
              <a:gd name="connsiteX8-273" fmla="*/ 8125097 w 12239897"/>
              <a:gd name="connsiteY8-274" fmla="*/ 1341497 h 1759509"/>
              <a:gd name="connsiteX9-275" fmla="*/ 7445829 w 12239897"/>
              <a:gd name="connsiteY9-276" fmla="*/ 1184743 h 1759509"/>
              <a:gd name="connsiteX10-277" fmla="*/ 5786846 w 12239897"/>
              <a:gd name="connsiteY10-278" fmla="*/ 962675 h 1759509"/>
              <a:gd name="connsiteX11-279" fmla="*/ 4898572 w 12239897"/>
              <a:gd name="connsiteY11-280" fmla="*/ 492412 h 1759509"/>
              <a:gd name="connsiteX12-281" fmla="*/ 3161212 w 12239897"/>
              <a:gd name="connsiteY12-282" fmla="*/ 152777 h 1759509"/>
              <a:gd name="connsiteX13-283" fmla="*/ 1658983 w 12239897"/>
              <a:gd name="connsiteY13-284" fmla="*/ 583852 h 1759509"/>
              <a:gd name="connsiteX14-285" fmla="*/ 757646 w 12239897"/>
              <a:gd name="connsiteY14-286" fmla="*/ 871235 h 1759509"/>
              <a:gd name="connsiteX15-287" fmla="*/ 0 w 12239897"/>
              <a:gd name="connsiteY15-288" fmla="*/ 884297 h 1759509"/>
              <a:gd name="connsiteX0-289" fmla="*/ 0 w 12239897"/>
              <a:gd name="connsiteY0-290" fmla="*/ 884297 h 1759509"/>
              <a:gd name="connsiteX1-291" fmla="*/ 0 w 12239897"/>
              <a:gd name="connsiteY1-292" fmla="*/ 1759509 h 1759509"/>
              <a:gd name="connsiteX2-293" fmla="*/ 12239897 w 12239897"/>
              <a:gd name="connsiteY2-294" fmla="*/ 1759509 h 1759509"/>
              <a:gd name="connsiteX3-295" fmla="*/ 12239897 w 12239897"/>
              <a:gd name="connsiteY3-296" fmla="*/ 1393749 h 1759509"/>
              <a:gd name="connsiteX4-297" fmla="*/ 11743509 w 12239897"/>
              <a:gd name="connsiteY4-298" fmla="*/ 1655006 h 1759509"/>
              <a:gd name="connsiteX5-299" fmla="*/ 11338560 w 12239897"/>
              <a:gd name="connsiteY5-300" fmla="*/ 1576629 h 1759509"/>
              <a:gd name="connsiteX6-301" fmla="*/ 9927772 w 12239897"/>
              <a:gd name="connsiteY6-302" fmla="*/ 1459063 h 1759509"/>
              <a:gd name="connsiteX7-303" fmla="*/ 8843555 w 12239897"/>
              <a:gd name="connsiteY7-304" fmla="*/ 1537440 h 1759509"/>
              <a:gd name="connsiteX8-305" fmla="*/ 8125097 w 12239897"/>
              <a:gd name="connsiteY8-306" fmla="*/ 1341497 h 1759509"/>
              <a:gd name="connsiteX9-307" fmla="*/ 7445829 w 12239897"/>
              <a:gd name="connsiteY9-308" fmla="*/ 1184743 h 1759509"/>
              <a:gd name="connsiteX10-309" fmla="*/ 5786846 w 12239897"/>
              <a:gd name="connsiteY10-310" fmla="*/ 962675 h 1759509"/>
              <a:gd name="connsiteX11-311" fmla="*/ 4898572 w 12239897"/>
              <a:gd name="connsiteY11-312" fmla="*/ 492412 h 1759509"/>
              <a:gd name="connsiteX12-313" fmla="*/ 3161212 w 12239897"/>
              <a:gd name="connsiteY12-314" fmla="*/ 152777 h 1759509"/>
              <a:gd name="connsiteX13-315" fmla="*/ 1658983 w 12239897"/>
              <a:gd name="connsiteY13-316" fmla="*/ 583852 h 1759509"/>
              <a:gd name="connsiteX14-317" fmla="*/ 757646 w 12239897"/>
              <a:gd name="connsiteY14-318" fmla="*/ 871235 h 1759509"/>
              <a:gd name="connsiteX15-319" fmla="*/ 0 w 12239897"/>
              <a:gd name="connsiteY15-320" fmla="*/ 884297 h 1759509"/>
              <a:gd name="connsiteX0-321" fmla="*/ 0 w 12239897"/>
              <a:gd name="connsiteY0-322" fmla="*/ 884297 h 1759509"/>
              <a:gd name="connsiteX1-323" fmla="*/ 0 w 12239897"/>
              <a:gd name="connsiteY1-324" fmla="*/ 1759509 h 1759509"/>
              <a:gd name="connsiteX2-325" fmla="*/ 12239897 w 12239897"/>
              <a:gd name="connsiteY2-326" fmla="*/ 1759509 h 1759509"/>
              <a:gd name="connsiteX3-327" fmla="*/ 12239897 w 12239897"/>
              <a:gd name="connsiteY3-328" fmla="*/ 1393749 h 1759509"/>
              <a:gd name="connsiteX4-329" fmla="*/ 11743509 w 12239897"/>
              <a:gd name="connsiteY4-330" fmla="*/ 1655006 h 1759509"/>
              <a:gd name="connsiteX5-331" fmla="*/ 11338560 w 12239897"/>
              <a:gd name="connsiteY5-332" fmla="*/ 1576629 h 1759509"/>
              <a:gd name="connsiteX6-333" fmla="*/ 9927772 w 12239897"/>
              <a:gd name="connsiteY6-334" fmla="*/ 1459063 h 1759509"/>
              <a:gd name="connsiteX7-335" fmla="*/ 8843555 w 12239897"/>
              <a:gd name="connsiteY7-336" fmla="*/ 1537440 h 1759509"/>
              <a:gd name="connsiteX8-337" fmla="*/ 8125097 w 12239897"/>
              <a:gd name="connsiteY8-338" fmla="*/ 1341497 h 1759509"/>
              <a:gd name="connsiteX9-339" fmla="*/ 7445829 w 12239897"/>
              <a:gd name="connsiteY9-340" fmla="*/ 1184743 h 1759509"/>
              <a:gd name="connsiteX10-341" fmla="*/ 5786846 w 12239897"/>
              <a:gd name="connsiteY10-342" fmla="*/ 962675 h 1759509"/>
              <a:gd name="connsiteX11-343" fmla="*/ 4898572 w 12239897"/>
              <a:gd name="connsiteY11-344" fmla="*/ 492412 h 1759509"/>
              <a:gd name="connsiteX12-345" fmla="*/ 3161212 w 12239897"/>
              <a:gd name="connsiteY12-346" fmla="*/ 152777 h 1759509"/>
              <a:gd name="connsiteX13-347" fmla="*/ 1658983 w 12239897"/>
              <a:gd name="connsiteY13-348" fmla="*/ 583852 h 1759509"/>
              <a:gd name="connsiteX14-349" fmla="*/ 757646 w 12239897"/>
              <a:gd name="connsiteY14-350" fmla="*/ 871235 h 1759509"/>
              <a:gd name="connsiteX15-351" fmla="*/ 0 w 12239897"/>
              <a:gd name="connsiteY15-352" fmla="*/ 884297 h 1759509"/>
              <a:gd name="connsiteX0-353" fmla="*/ 0 w 12239897"/>
              <a:gd name="connsiteY0-354" fmla="*/ 884297 h 1759509"/>
              <a:gd name="connsiteX1-355" fmla="*/ 0 w 12239897"/>
              <a:gd name="connsiteY1-356" fmla="*/ 1759509 h 1759509"/>
              <a:gd name="connsiteX2-357" fmla="*/ 12239897 w 12239897"/>
              <a:gd name="connsiteY2-358" fmla="*/ 1759509 h 1759509"/>
              <a:gd name="connsiteX3-359" fmla="*/ 12239897 w 12239897"/>
              <a:gd name="connsiteY3-360" fmla="*/ 1393749 h 1759509"/>
              <a:gd name="connsiteX4-361" fmla="*/ 11743509 w 12239897"/>
              <a:gd name="connsiteY4-362" fmla="*/ 1655006 h 1759509"/>
              <a:gd name="connsiteX5-363" fmla="*/ 11338560 w 12239897"/>
              <a:gd name="connsiteY5-364" fmla="*/ 1576629 h 1759509"/>
              <a:gd name="connsiteX6-365" fmla="*/ 9927772 w 12239897"/>
              <a:gd name="connsiteY6-366" fmla="*/ 1459063 h 1759509"/>
              <a:gd name="connsiteX7-367" fmla="*/ 8843555 w 12239897"/>
              <a:gd name="connsiteY7-368" fmla="*/ 1537440 h 1759509"/>
              <a:gd name="connsiteX8-369" fmla="*/ 8125097 w 12239897"/>
              <a:gd name="connsiteY8-370" fmla="*/ 1341497 h 1759509"/>
              <a:gd name="connsiteX9-371" fmla="*/ 7445829 w 12239897"/>
              <a:gd name="connsiteY9-372" fmla="*/ 1184743 h 1759509"/>
              <a:gd name="connsiteX10-373" fmla="*/ 5786846 w 12239897"/>
              <a:gd name="connsiteY10-374" fmla="*/ 962675 h 1759509"/>
              <a:gd name="connsiteX11-375" fmla="*/ 4898572 w 12239897"/>
              <a:gd name="connsiteY11-376" fmla="*/ 492412 h 1759509"/>
              <a:gd name="connsiteX12-377" fmla="*/ 3161212 w 12239897"/>
              <a:gd name="connsiteY12-378" fmla="*/ 152777 h 1759509"/>
              <a:gd name="connsiteX13-379" fmla="*/ 1658983 w 12239897"/>
              <a:gd name="connsiteY13-380" fmla="*/ 583852 h 1759509"/>
              <a:gd name="connsiteX14-381" fmla="*/ 757646 w 12239897"/>
              <a:gd name="connsiteY14-382" fmla="*/ 871235 h 1759509"/>
              <a:gd name="connsiteX15-383" fmla="*/ 0 w 12239897"/>
              <a:gd name="connsiteY15-384" fmla="*/ 884297 h 1759509"/>
              <a:gd name="connsiteX0-385" fmla="*/ 0 w 12239897"/>
              <a:gd name="connsiteY0-386" fmla="*/ 884297 h 1759509"/>
              <a:gd name="connsiteX1-387" fmla="*/ 0 w 12239897"/>
              <a:gd name="connsiteY1-388" fmla="*/ 1759509 h 1759509"/>
              <a:gd name="connsiteX2-389" fmla="*/ 12239897 w 12239897"/>
              <a:gd name="connsiteY2-390" fmla="*/ 1759509 h 1759509"/>
              <a:gd name="connsiteX3-391" fmla="*/ 12239897 w 12239897"/>
              <a:gd name="connsiteY3-392" fmla="*/ 1393749 h 1759509"/>
              <a:gd name="connsiteX4-393" fmla="*/ 11743509 w 12239897"/>
              <a:gd name="connsiteY4-394" fmla="*/ 1655006 h 1759509"/>
              <a:gd name="connsiteX5-395" fmla="*/ 11338560 w 12239897"/>
              <a:gd name="connsiteY5-396" fmla="*/ 1576629 h 1759509"/>
              <a:gd name="connsiteX6-397" fmla="*/ 9927772 w 12239897"/>
              <a:gd name="connsiteY6-398" fmla="*/ 1459063 h 1759509"/>
              <a:gd name="connsiteX7-399" fmla="*/ 8843555 w 12239897"/>
              <a:gd name="connsiteY7-400" fmla="*/ 1537440 h 1759509"/>
              <a:gd name="connsiteX8-401" fmla="*/ 8125097 w 12239897"/>
              <a:gd name="connsiteY8-402" fmla="*/ 1341497 h 1759509"/>
              <a:gd name="connsiteX9-403" fmla="*/ 7445829 w 12239897"/>
              <a:gd name="connsiteY9-404" fmla="*/ 1184743 h 1759509"/>
              <a:gd name="connsiteX10-405" fmla="*/ 5786846 w 12239897"/>
              <a:gd name="connsiteY10-406" fmla="*/ 962675 h 1759509"/>
              <a:gd name="connsiteX11-407" fmla="*/ 4898572 w 12239897"/>
              <a:gd name="connsiteY11-408" fmla="*/ 492412 h 1759509"/>
              <a:gd name="connsiteX12-409" fmla="*/ 3161212 w 12239897"/>
              <a:gd name="connsiteY12-410" fmla="*/ 152777 h 1759509"/>
              <a:gd name="connsiteX13-411" fmla="*/ 1658983 w 12239897"/>
              <a:gd name="connsiteY13-412" fmla="*/ 583852 h 1759509"/>
              <a:gd name="connsiteX14-413" fmla="*/ 757646 w 12239897"/>
              <a:gd name="connsiteY14-414" fmla="*/ 871235 h 1759509"/>
              <a:gd name="connsiteX15-415" fmla="*/ 0 w 12239897"/>
              <a:gd name="connsiteY15-416" fmla="*/ 884297 h 1759509"/>
              <a:gd name="connsiteX0-417" fmla="*/ 0 w 12239897"/>
              <a:gd name="connsiteY0-418" fmla="*/ 884297 h 1759509"/>
              <a:gd name="connsiteX1-419" fmla="*/ 0 w 12239897"/>
              <a:gd name="connsiteY1-420" fmla="*/ 1759509 h 1759509"/>
              <a:gd name="connsiteX2-421" fmla="*/ 12239897 w 12239897"/>
              <a:gd name="connsiteY2-422" fmla="*/ 1759509 h 1759509"/>
              <a:gd name="connsiteX3-423" fmla="*/ 12239897 w 12239897"/>
              <a:gd name="connsiteY3-424" fmla="*/ 1393749 h 1759509"/>
              <a:gd name="connsiteX4-425" fmla="*/ 11743509 w 12239897"/>
              <a:gd name="connsiteY4-426" fmla="*/ 1655006 h 1759509"/>
              <a:gd name="connsiteX5-427" fmla="*/ 11338560 w 12239897"/>
              <a:gd name="connsiteY5-428" fmla="*/ 1576629 h 1759509"/>
              <a:gd name="connsiteX6-429" fmla="*/ 9927772 w 12239897"/>
              <a:gd name="connsiteY6-430" fmla="*/ 1459063 h 1759509"/>
              <a:gd name="connsiteX7-431" fmla="*/ 8843555 w 12239897"/>
              <a:gd name="connsiteY7-432" fmla="*/ 1537440 h 1759509"/>
              <a:gd name="connsiteX8-433" fmla="*/ 8125097 w 12239897"/>
              <a:gd name="connsiteY8-434" fmla="*/ 1341497 h 1759509"/>
              <a:gd name="connsiteX9-435" fmla="*/ 7445829 w 12239897"/>
              <a:gd name="connsiteY9-436" fmla="*/ 1184743 h 1759509"/>
              <a:gd name="connsiteX10-437" fmla="*/ 5786846 w 12239897"/>
              <a:gd name="connsiteY10-438" fmla="*/ 962675 h 1759509"/>
              <a:gd name="connsiteX11-439" fmla="*/ 4898572 w 12239897"/>
              <a:gd name="connsiteY11-440" fmla="*/ 492412 h 1759509"/>
              <a:gd name="connsiteX12-441" fmla="*/ 3161212 w 12239897"/>
              <a:gd name="connsiteY12-442" fmla="*/ 152777 h 1759509"/>
              <a:gd name="connsiteX13-443" fmla="*/ 1658983 w 12239897"/>
              <a:gd name="connsiteY13-444" fmla="*/ 583852 h 1759509"/>
              <a:gd name="connsiteX14-445" fmla="*/ 757646 w 12239897"/>
              <a:gd name="connsiteY14-446" fmla="*/ 871235 h 1759509"/>
              <a:gd name="connsiteX15-447" fmla="*/ 0 w 12239897"/>
              <a:gd name="connsiteY15-448" fmla="*/ 884297 h 1759509"/>
              <a:gd name="connsiteX0-449" fmla="*/ 0 w 12239897"/>
              <a:gd name="connsiteY0-450" fmla="*/ 884297 h 1759509"/>
              <a:gd name="connsiteX1-451" fmla="*/ 0 w 12239897"/>
              <a:gd name="connsiteY1-452" fmla="*/ 1759509 h 1759509"/>
              <a:gd name="connsiteX2-453" fmla="*/ 12239897 w 12239897"/>
              <a:gd name="connsiteY2-454" fmla="*/ 1759509 h 1759509"/>
              <a:gd name="connsiteX3-455" fmla="*/ 12239897 w 12239897"/>
              <a:gd name="connsiteY3-456" fmla="*/ 1393749 h 1759509"/>
              <a:gd name="connsiteX4-457" fmla="*/ 11743509 w 12239897"/>
              <a:gd name="connsiteY4-458" fmla="*/ 1655006 h 1759509"/>
              <a:gd name="connsiteX5-459" fmla="*/ 11338560 w 12239897"/>
              <a:gd name="connsiteY5-460" fmla="*/ 1576629 h 1759509"/>
              <a:gd name="connsiteX6-461" fmla="*/ 9927772 w 12239897"/>
              <a:gd name="connsiteY6-462" fmla="*/ 1459063 h 1759509"/>
              <a:gd name="connsiteX7-463" fmla="*/ 8843555 w 12239897"/>
              <a:gd name="connsiteY7-464" fmla="*/ 1537440 h 1759509"/>
              <a:gd name="connsiteX8-465" fmla="*/ 8125097 w 12239897"/>
              <a:gd name="connsiteY8-466" fmla="*/ 1341497 h 1759509"/>
              <a:gd name="connsiteX9-467" fmla="*/ 7445829 w 12239897"/>
              <a:gd name="connsiteY9-468" fmla="*/ 1184743 h 1759509"/>
              <a:gd name="connsiteX10-469" fmla="*/ 5786846 w 12239897"/>
              <a:gd name="connsiteY10-470" fmla="*/ 962675 h 1759509"/>
              <a:gd name="connsiteX11-471" fmla="*/ 4898572 w 12239897"/>
              <a:gd name="connsiteY11-472" fmla="*/ 492412 h 1759509"/>
              <a:gd name="connsiteX12-473" fmla="*/ 3161212 w 12239897"/>
              <a:gd name="connsiteY12-474" fmla="*/ 152777 h 1759509"/>
              <a:gd name="connsiteX13-475" fmla="*/ 1658983 w 12239897"/>
              <a:gd name="connsiteY13-476" fmla="*/ 583852 h 1759509"/>
              <a:gd name="connsiteX14-477" fmla="*/ 757646 w 12239897"/>
              <a:gd name="connsiteY14-478" fmla="*/ 871235 h 1759509"/>
              <a:gd name="connsiteX15-479" fmla="*/ 0 w 12239897"/>
              <a:gd name="connsiteY15-480" fmla="*/ 884297 h 1759509"/>
              <a:gd name="connsiteX0-481" fmla="*/ 0 w 12239897"/>
              <a:gd name="connsiteY0-482" fmla="*/ 884297 h 1759509"/>
              <a:gd name="connsiteX1-483" fmla="*/ 0 w 12239897"/>
              <a:gd name="connsiteY1-484" fmla="*/ 1759509 h 1759509"/>
              <a:gd name="connsiteX2-485" fmla="*/ 12239897 w 12239897"/>
              <a:gd name="connsiteY2-486" fmla="*/ 1759509 h 1759509"/>
              <a:gd name="connsiteX3-487" fmla="*/ 12239897 w 12239897"/>
              <a:gd name="connsiteY3-488" fmla="*/ 1393749 h 1759509"/>
              <a:gd name="connsiteX4-489" fmla="*/ 11743509 w 12239897"/>
              <a:gd name="connsiteY4-490" fmla="*/ 1655006 h 1759509"/>
              <a:gd name="connsiteX5-491" fmla="*/ 11338560 w 12239897"/>
              <a:gd name="connsiteY5-492" fmla="*/ 1576629 h 1759509"/>
              <a:gd name="connsiteX6-493" fmla="*/ 9927772 w 12239897"/>
              <a:gd name="connsiteY6-494" fmla="*/ 1459063 h 1759509"/>
              <a:gd name="connsiteX7-495" fmla="*/ 8843555 w 12239897"/>
              <a:gd name="connsiteY7-496" fmla="*/ 1537440 h 1759509"/>
              <a:gd name="connsiteX8-497" fmla="*/ 8125097 w 12239897"/>
              <a:gd name="connsiteY8-498" fmla="*/ 1341497 h 1759509"/>
              <a:gd name="connsiteX9-499" fmla="*/ 7445829 w 12239897"/>
              <a:gd name="connsiteY9-500" fmla="*/ 1184743 h 1759509"/>
              <a:gd name="connsiteX10-501" fmla="*/ 5786846 w 12239897"/>
              <a:gd name="connsiteY10-502" fmla="*/ 962675 h 1759509"/>
              <a:gd name="connsiteX11-503" fmla="*/ 4898572 w 12239897"/>
              <a:gd name="connsiteY11-504" fmla="*/ 492412 h 1759509"/>
              <a:gd name="connsiteX12-505" fmla="*/ 3161212 w 12239897"/>
              <a:gd name="connsiteY12-506" fmla="*/ 152777 h 1759509"/>
              <a:gd name="connsiteX13-507" fmla="*/ 1658983 w 12239897"/>
              <a:gd name="connsiteY13-508" fmla="*/ 583852 h 1759509"/>
              <a:gd name="connsiteX14-509" fmla="*/ 757646 w 12239897"/>
              <a:gd name="connsiteY14-510" fmla="*/ 871235 h 1759509"/>
              <a:gd name="connsiteX15-511" fmla="*/ 0 w 12239897"/>
              <a:gd name="connsiteY15-512" fmla="*/ 884297 h 1759509"/>
              <a:gd name="connsiteX0-513" fmla="*/ 0 w 12239897"/>
              <a:gd name="connsiteY0-514" fmla="*/ 884297 h 1759509"/>
              <a:gd name="connsiteX1-515" fmla="*/ 0 w 12239897"/>
              <a:gd name="connsiteY1-516" fmla="*/ 1759509 h 1759509"/>
              <a:gd name="connsiteX2-517" fmla="*/ 12239897 w 12239897"/>
              <a:gd name="connsiteY2-518" fmla="*/ 1759509 h 1759509"/>
              <a:gd name="connsiteX3-519" fmla="*/ 12239897 w 12239897"/>
              <a:gd name="connsiteY3-520" fmla="*/ 1393749 h 1759509"/>
              <a:gd name="connsiteX4-521" fmla="*/ 11743509 w 12239897"/>
              <a:gd name="connsiteY4-522" fmla="*/ 1655006 h 1759509"/>
              <a:gd name="connsiteX5-523" fmla="*/ 11338560 w 12239897"/>
              <a:gd name="connsiteY5-524" fmla="*/ 1576629 h 1759509"/>
              <a:gd name="connsiteX6-525" fmla="*/ 9927772 w 12239897"/>
              <a:gd name="connsiteY6-526" fmla="*/ 1459063 h 1759509"/>
              <a:gd name="connsiteX7-527" fmla="*/ 8843555 w 12239897"/>
              <a:gd name="connsiteY7-528" fmla="*/ 1537440 h 1759509"/>
              <a:gd name="connsiteX8-529" fmla="*/ 8125097 w 12239897"/>
              <a:gd name="connsiteY8-530" fmla="*/ 1341497 h 1759509"/>
              <a:gd name="connsiteX9-531" fmla="*/ 7445829 w 12239897"/>
              <a:gd name="connsiteY9-532" fmla="*/ 1184743 h 1759509"/>
              <a:gd name="connsiteX10-533" fmla="*/ 5786846 w 12239897"/>
              <a:gd name="connsiteY10-534" fmla="*/ 962675 h 1759509"/>
              <a:gd name="connsiteX11-535" fmla="*/ 4898572 w 12239897"/>
              <a:gd name="connsiteY11-536" fmla="*/ 492412 h 1759509"/>
              <a:gd name="connsiteX12-537" fmla="*/ 3161212 w 12239897"/>
              <a:gd name="connsiteY12-538" fmla="*/ 152777 h 1759509"/>
              <a:gd name="connsiteX13-539" fmla="*/ 1658983 w 12239897"/>
              <a:gd name="connsiteY13-540" fmla="*/ 583852 h 1759509"/>
              <a:gd name="connsiteX14-541" fmla="*/ 757646 w 12239897"/>
              <a:gd name="connsiteY14-542" fmla="*/ 871235 h 1759509"/>
              <a:gd name="connsiteX15-543" fmla="*/ 0 w 12239897"/>
              <a:gd name="connsiteY15-544" fmla="*/ 884297 h 1759509"/>
              <a:gd name="connsiteX0-545" fmla="*/ 0 w 12239897"/>
              <a:gd name="connsiteY0-546" fmla="*/ 884297 h 1759509"/>
              <a:gd name="connsiteX1-547" fmla="*/ 0 w 12239897"/>
              <a:gd name="connsiteY1-548" fmla="*/ 1759509 h 1759509"/>
              <a:gd name="connsiteX2-549" fmla="*/ 12239897 w 12239897"/>
              <a:gd name="connsiteY2-550" fmla="*/ 1759509 h 1759509"/>
              <a:gd name="connsiteX3-551" fmla="*/ 12239897 w 12239897"/>
              <a:gd name="connsiteY3-552" fmla="*/ 1393749 h 1759509"/>
              <a:gd name="connsiteX4-553" fmla="*/ 11743509 w 12239897"/>
              <a:gd name="connsiteY4-554" fmla="*/ 1655006 h 1759509"/>
              <a:gd name="connsiteX5-555" fmla="*/ 11338560 w 12239897"/>
              <a:gd name="connsiteY5-556" fmla="*/ 1576629 h 1759509"/>
              <a:gd name="connsiteX6-557" fmla="*/ 9927772 w 12239897"/>
              <a:gd name="connsiteY6-558" fmla="*/ 1459063 h 1759509"/>
              <a:gd name="connsiteX7-559" fmla="*/ 8843555 w 12239897"/>
              <a:gd name="connsiteY7-560" fmla="*/ 1537440 h 1759509"/>
              <a:gd name="connsiteX8-561" fmla="*/ 8125097 w 12239897"/>
              <a:gd name="connsiteY8-562" fmla="*/ 1341497 h 1759509"/>
              <a:gd name="connsiteX9-563" fmla="*/ 7445829 w 12239897"/>
              <a:gd name="connsiteY9-564" fmla="*/ 1184743 h 1759509"/>
              <a:gd name="connsiteX10-565" fmla="*/ 5786846 w 12239897"/>
              <a:gd name="connsiteY10-566" fmla="*/ 962675 h 1759509"/>
              <a:gd name="connsiteX11-567" fmla="*/ 4898572 w 12239897"/>
              <a:gd name="connsiteY11-568" fmla="*/ 492412 h 1759509"/>
              <a:gd name="connsiteX12-569" fmla="*/ 3161212 w 12239897"/>
              <a:gd name="connsiteY12-570" fmla="*/ 152777 h 1759509"/>
              <a:gd name="connsiteX13-571" fmla="*/ 1658983 w 12239897"/>
              <a:gd name="connsiteY13-572" fmla="*/ 583852 h 1759509"/>
              <a:gd name="connsiteX14-573" fmla="*/ 757646 w 12239897"/>
              <a:gd name="connsiteY14-574" fmla="*/ 871235 h 1759509"/>
              <a:gd name="connsiteX15-575" fmla="*/ 0 w 12239897"/>
              <a:gd name="connsiteY15-576" fmla="*/ 884297 h 1759509"/>
              <a:gd name="connsiteX0-577" fmla="*/ 0 w 12239897"/>
              <a:gd name="connsiteY0-578" fmla="*/ 884297 h 1759509"/>
              <a:gd name="connsiteX1-579" fmla="*/ 0 w 12239897"/>
              <a:gd name="connsiteY1-580" fmla="*/ 1759509 h 1759509"/>
              <a:gd name="connsiteX2-581" fmla="*/ 12239897 w 12239897"/>
              <a:gd name="connsiteY2-582" fmla="*/ 1759509 h 1759509"/>
              <a:gd name="connsiteX3-583" fmla="*/ 12239897 w 12239897"/>
              <a:gd name="connsiteY3-584" fmla="*/ 1393749 h 1759509"/>
              <a:gd name="connsiteX4-585" fmla="*/ 11743509 w 12239897"/>
              <a:gd name="connsiteY4-586" fmla="*/ 1655006 h 1759509"/>
              <a:gd name="connsiteX5-587" fmla="*/ 11338560 w 12239897"/>
              <a:gd name="connsiteY5-588" fmla="*/ 1576629 h 1759509"/>
              <a:gd name="connsiteX6-589" fmla="*/ 9927772 w 12239897"/>
              <a:gd name="connsiteY6-590" fmla="*/ 1459063 h 1759509"/>
              <a:gd name="connsiteX7-591" fmla="*/ 8843555 w 12239897"/>
              <a:gd name="connsiteY7-592" fmla="*/ 1537440 h 1759509"/>
              <a:gd name="connsiteX8-593" fmla="*/ 8125097 w 12239897"/>
              <a:gd name="connsiteY8-594" fmla="*/ 1341497 h 1759509"/>
              <a:gd name="connsiteX9-595" fmla="*/ 7445829 w 12239897"/>
              <a:gd name="connsiteY9-596" fmla="*/ 1184743 h 1759509"/>
              <a:gd name="connsiteX10-597" fmla="*/ 5786846 w 12239897"/>
              <a:gd name="connsiteY10-598" fmla="*/ 962675 h 1759509"/>
              <a:gd name="connsiteX11-599" fmla="*/ 4898572 w 12239897"/>
              <a:gd name="connsiteY11-600" fmla="*/ 492412 h 1759509"/>
              <a:gd name="connsiteX12-601" fmla="*/ 3161212 w 12239897"/>
              <a:gd name="connsiteY12-602" fmla="*/ 152777 h 1759509"/>
              <a:gd name="connsiteX13-603" fmla="*/ 1658983 w 12239897"/>
              <a:gd name="connsiteY13-604" fmla="*/ 583852 h 1759509"/>
              <a:gd name="connsiteX14-605" fmla="*/ 757646 w 12239897"/>
              <a:gd name="connsiteY14-606" fmla="*/ 871235 h 1759509"/>
              <a:gd name="connsiteX15-607" fmla="*/ 0 w 12239897"/>
              <a:gd name="connsiteY15-608" fmla="*/ 884297 h 1759509"/>
              <a:gd name="connsiteX0-609" fmla="*/ 0 w 12239897"/>
              <a:gd name="connsiteY0-610" fmla="*/ 884297 h 1759509"/>
              <a:gd name="connsiteX1-611" fmla="*/ 0 w 12239897"/>
              <a:gd name="connsiteY1-612" fmla="*/ 1759509 h 1759509"/>
              <a:gd name="connsiteX2-613" fmla="*/ 12239897 w 12239897"/>
              <a:gd name="connsiteY2-614" fmla="*/ 1759509 h 1759509"/>
              <a:gd name="connsiteX3-615" fmla="*/ 12239897 w 12239897"/>
              <a:gd name="connsiteY3-616" fmla="*/ 1393749 h 1759509"/>
              <a:gd name="connsiteX4-617" fmla="*/ 11743509 w 12239897"/>
              <a:gd name="connsiteY4-618" fmla="*/ 1655006 h 1759509"/>
              <a:gd name="connsiteX5-619" fmla="*/ 11338560 w 12239897"/>
              <a:gd name="connsiteY5-620" fmla="*/ 1576629 h 1759509"/>
              <a:gd name="connsiteX6-621" fmla="*/ 9927772 w 12239897"/>
              <a:gd name="connsiteY6-622" fmla="*/ 1459063 h 1759509"/>
              <a:gd name="connsiteX7-623" fmla="*/ 8843555 w 12239897"/>
              <a:gd name="connsiteY7-624" fmla="*/ 1537440 h 1759509"/>
              <a:gd name="connsiteX8-625" fmla="*/ 8125097 w 12239897"/>
              <a:gd name="connsiteY8-626" fmla="*/ 1341497 h 1759509"/>
              <a:gd name="connsiteX9-627" fmla="*/ 7445829 w 12239897"/>
              <a:gd name="connsiteY9-628" fmla="*/ 1184743 h 1759509"/>
              <a:gd name="connsiteX10-629" fmla="*/ 5786846 w 12239897"/>
              <a:gd name="connsiteY10-630" fmla="*/ 962675 h 1759509"/>
              <a:gd name="connsiteX11-631" fmla="*/ 4898572 w 12239897"/>
              <a:gd name="connsiteY11-632" fmla="*/ 492412 h 1759509"/>
              <a:gd name="connsiteX12-633" fmla="*/ 3161212 w 12239897"/>
              <a:gd name="connsiteY12-634" fmla="*/ 152777 h 1759509"/>
              <a:gd name="connsiteX13-635" fmla="*/ 1658983 w 12239897"/>
              <a:gd name="connsiteY13-636" fmla="*/ 583852 h 1759509"/>
              <a:gd name="connsiteX14-637" fmla="*/ 757646 w 12239897"/>
              <a:gd name="connsiteY14-638" fmla="*/ 871235 h 1759509"/>
              <a:gd name="connsiteX15-639" fmla="*/ 0 w 12239897"/>
              <a:gd name="connsiteY15-640" fmla="*/ 884297 h 1759509"/>
              <a:gd name="connsiteX0-641" fmla="*/ 0 w 12239897"/>
              <a:gd name="connsiteY0-642" fmla="*/ 884297 h 1759509"/>
              <a:gd name="connsiteX1-643" fmla="*/ 0 w 12239897"/>
              <a:gd name="connsiteY1-644" fmla="*/ 1759509 h 1759509"/>
              <a:gd name="connsiteX2-645" fmla="*/ 12239897 w 12239897"/>
              <a:gd name="connsiteY2-646" fmla="*/ 1759509 h 1759509"/>
              <a:gd name="connsiteX3-647" fmla="*/ 12239897 w 12239897"/>
              <a:gd name="connsiteY3-648" fmla="*/ 1393749 h 1759509"/>
              <a:gd name="connsiteX4-649" fmla="*/ 11743509 w 12239897"/>
              <a:gd name="connsiteY4-650" fmla="*/ 1655006 h 1759509"/>
              <a:gd name="connsiteX5-651" fmla="*/ 11338560 w 12239897"/>
              <a:gd name="connsiteY5-652" fmla="*/ 1576629 h 1759509"/>
              <a:gd name="connsiteX6-653" fmla="*/ 9927772 w 12239897"/>
              <a:gd name="connsiteY6-654" fmla="*/ 1459063 h 1759509"/>
              <a:gd name="connsiteX7-655" fmla="*/ 8843555 w 12239897"/>
              <a:gd name="connsiteY7-656" fmla="*/ 1537440 h 1759509"/>
              <a:gd name="connsiteX8-657" fmla="*/ 8125097 w 12239897"/>
              <a:gd name="connsiteY8-658" fmla="*/ 1341497 h 1759509"/>
              <a:gd name="connsiteX9-659" fmla="*/ 7445829 w 12239897"/>
              <a:gd name="connsiteY9-660" fmla="*/ 1184743 h 1759509"/>
              <a:gd name="connsiteX10-661" fmla="*/ 5786846 w 12239897"/>
              <a:gd name="connsiteY10-662" fmla="*/ 962675 h 1759509"/>
              <a:gd name="connsiteX11-663" fmla="*/ 4898572 w 12239897"/>
              <a:gd name="connsiteY11-664" fmla="*/ 492412 h 1759509"/>
              <a:gd name="connsiteX12-665" fmla="*/ 3161212 w 12239897"/>
              <a:gd name="connsiteY12-666" fmla="*/ 152777 h 1759509"/>
              <a:gd name="connsiteX13-667" fmla="*/ 1658983 w 12239897"/>
              <a:gd name="connsiteY13-668" fmla="*/ 583852 h 1759509"/>
              <a:gd name="connsiteX14-669" fmla="*/ 757646 w 12239897"/>
              <a:gd name="connsiteY14-670" fmla="*/ 871235 h 1759509"/>
              <a:gd name="connsiteX15-671" fmla="*/ 0 w 12239897"/>
              <a:gd name="connsiteY15-672" fmla="*/ 884297 h 1759509"/>
              <a:gd name="connsiteX0-673" fmla="*/ 0 w 12239897"/>
              <a:gd name="connsiteY0-674" fmla="*/ 884297 h 1759509"/>
              <a:gd name="connsiteX1-675" fmla="*/ 0 w 12239897"/>
              <a:gd name="connsiteY1-676" fmla="*/ 1759509 h 1759509"/>
              <a:gd name="connsiteX2-677" fmla="*/ 12239897 w 12239897"/>
              <a:gd name="connsiteY2-678" fmla="*/ 1759509 h 1759509"/>
              <a:gd name="connsiteX3-679" fmla="*/ 12239897 w 12239897"/>
              <a:gd name="connsiteY3-680" fmla="*/ 1393749 h 1759509"/>
              <a:gd name="connsiteX4-681" fmla="*/ 11743509 w 12239897"/>
              <a:gd name="connsiteY4-682" fmla="*/ 1655006 h 1759509"/>
              <a:gd name="connsiteX5-683" fmla="*/ 11338560 w 12239897"/>
              <a:gd name="connsiteY5-684" fmla="*/ 1576629 h 1759509"/>
              <a:gd name="connsiteX6-685" fmla="*/ 9927772 w 12239897"/>
              <a:gd name="connsiteY6-686" fmla="*/ 1459063 h 1759509"/>
              <a:gd name="connsiteX7-687" fmla="*/ 8843555 w 12239897"/>
              <a:gd name="connsiteY7-688" fmla="*/ 1537440 h 1759509"/>
              <a:gd name="connsiteX8-689" fmla="*/ 8125097 w 12239897"/>
              <a:gd name="connsiteY8-690" fmla="*/ 1341497 h 1759509"/>
              <a:gd name="connsiteX9-691" fmla="*/ 7445829 w 12239897"/>
              <a:gd name="connsiteY9-692" fmla="*/ 1184743 h 1759509"/>
              <a:gd name="connsiteX10-693" fmla="*/ 5786846 w 12239897"/>
              <a:gd name="connsiteY10-694" fmla="*/ 962675 h 1759509"/>
              <a:gd name="connsiteX11-695" fmla="*/ 4898572 w 12239897"/>
              <a:gd name="connsiteY11-696" fmla="*/ 492412 h 1759509"/>
              <a:gd name="connsiteX12-697" fmla="*/ 3161212 w 12239897"/>
              <a:gd name="connsiteY12-698" fmla="*/ 152777 h 1759509"/>
              <a:gd name="connsiteX13-699" fmla="*/ 1658983 w 12239897"/>
              <a:gd name="connsiteY13-700" fmla="*/ 583852 h 1759509"/>
              <a:gd name="connsiteX14-701" fmla="*/ 757646 w 12239897"/>
              <a:gd name="connsiteY14-702" fmla="*/ 871235 h 1759509"/>
              <a:gd name="connsiteX15-703" fmla="*/ 0 w 12239897"/>
              <a:gd name="connsiteY15-704" fmla="*/ 884297 h 1759509"/>
              <a:gd name="connsiteX0-705" fmla="*/ 0 w 12239897"/>
              <a:gd name="connsiteY0-706" fmla="*/ 884297 h 1759509"/>
              <a:gd name="connsiteX1-707" fmla="*/ 0 w 12239897"/>
              <a:gd name="connsiteY1-708" fmla="*/ 1759509 h 1759509"/>
              <a:gd name="connsiteX2-709" fmla="*/ 12239897 w 12239897"/>
              <a:gd name="connsiteY2-710" fmla="*/ 1759509 h 1759509"/>
              <a:gd name="connsiteX3-711" fmla="*/ 12239897 w 12239897"/>
              <a:gd name="connsiteY3-712" fmla="*/ 1393749 h 1759509"/>
              <a:gd name="connsiteX4-713" fmla="*/ 11743509 w 12239897"/>
              <a:gd name="connsiteY4-714" fmla="*/ 1655006 h 1759509"/>
              <a:gd name="connsiteX5-715" fmla="*/ 11338560 w 12239897"/>
              <a:gd name="connsiteY5-716" fmla="*/ 1576629 h 1759509"/>
              <a:gd name="connsiteX6-717" fmla="*/ 9927772 w 12239897"/>
              <a:gd name="connsiteY6-718" fmla="*/ 1459063 h 1759509"/>
              <a:gd name="connsiteX7-719" fmla="*/ 8843555 w 12239897"/>
              <a:gd name="connsiteY7-720" fmla="*/ 1537440 h 1759509"/>
              <a:gd name="connsiteX8-721" fmla="*/ 8125097 w 12239897"/>
              <a:gd name="connsiteY8-722" fmla="*/ 1341497 h 1759509"/>
              <a:gd name="connsiteX9-723" fmla="*/ 7445829 w 12239897"/>
              <a:gd name="connsiteY9-724" fmla="*/ 1184743 h 1759509"/>
              <a:gd name="connsiteX10-725" fmla="*/ 5786846 w 12239897"/>
              <a:gd name="connsiteY10-726" fmla="*/ 962675 h 1759509"/>
              <a:gd name="connsiteX11-727" fmla="*/ 4898572 w 12239897"/>
              <a:gd name="connsiteY11-728" fmla="*/ 492412 h 1759509"/>
              <a:gd name="connsiteX12-729" fmla="*/ 3161212 w 12239897"/>
              <a:gd name="connsiteY12-730" fmla="*/ 152777 h 1759509"/>
              <a:gd name="connsiteX13-731" fmla="*/ 1658983 w 12239897"/>
              <a:gd name="connsiteY13-732" fmla="*/ 583852 h 1759509"/>
              <a:gd name="connsiteX14-733" fmla="*/ 757646 w 12239897"/>
              <a:gd name="connsiteY14-734" fmla="*/ 871235 h 1759509"/>
              <a:gd name="connsiteX15-735" fmla="*/ 0 w 12239897"/>
              <a:gd name="connsiteY15-736" fmla="*/ 884297 h 1759509"/>
              <a:gd name="connsiteX0-737" fmla="*/ 0 w 12239897"/>
              <a:gd name="connsiteY0-738" fmla="*/ 884297 h 1759509"/>
              <a:gd name="connsiteX1-739" fmla="*/ 0 w 12239897"/>
              <a:gd name="connsiteY1-740" fmla="*/ 1759509 h 1759509"/>
              <a:gd name="connsiteX2-741" fmla="*/ 12239897 w 12239897"/>
              <a:gd name="connsiteY2-742" fmla="*/ 1759509 h 1759509"/>
              <a:gd name="connsiteX3-743" fmla="*/ 12239897 w 12239897"/>
              <a:gd name="connsiteY3-744" fmla="*/ 1393749 h 1759509"/>
              <a:gd name="connsiteX4-745" fmla="*/ 11743509 w 12239897"/>
              <a:gd name="connsiteY4-746" fmla="*/ 1655006 h 1759509"/>
              <a:gd name="connsiteX5-747" fmla="*/ 11338560 w 12239897"/>
              <a:gd name="connsiteY5-748" fmla="*/ 1576629 h 1759509"/>
              <a:gd name="connsiteX6-749" fmla="*/ 9927772 w 12239897"/>
              <a:gd name="connsiteY6-750" fmla="*/ 1459063 h 1759509"/>
              <a:gd name="connsiteX7-751" fmla="*/ 8843555 w 12239897"/>
              <a:gd name="connsiteY7-752" fmla="*/ 1537440 h 1759509"/>
              <a:gd name="connsiteX8-753" fmla="*/ 8125097 w 12239897"/>
              <a:gd name="connsiteY8-754" fmla="*/ 1341497 h 1759509"/>
              <a:gd name="connsiteX9-755" fmla="*/ 7445829 w 12239897"/>
              <a:gd name="connsiteY9-756" fmla="*/ 1184743 h 1759509"/>
              <a:gd name="connsiteX10-757" fmla="*/ 5786846 w 12239897"/>
              <a:gd name="connsiteY10-758" fmla="*/ 962675 h 1759509"/>
              <a:gd name="connsiteX11-759" fmla="*/ 4898572 w 12239897"/>
              <a:gd name="connsiteY11-760" fmla="*/ 492412 h 1759509"/>
              <a:gd name="connsiteX12-761" fmla="*/ 3161212 w 12239897"/>
              <a:gd name="connsiteY12-762" fmla="*/ 152777 h 1759509"/>
              <a:gd name="connsiteX13-763" fmla="*/ 1658983 w 12239897"/>
              <a:gd name="connsiteY13-764" fmla="*/ 583852 h 1759509"/>
              <a:gd name="connsiteX14-765" fmla="*/ 757646 w 12239897"/>
              <a:gd name="connsiteY14-766" fmla="*/ 871235 h 1759509"/>
              <a:gd name="connsiteX15-767" fmla="*/ 0 w 12239897"/>
              <a:gd name="connsiteY15-768" fmla="*/ 884297 h 1759509"/>
              <a:gd name="connsiteX0-769" fmla="*/ 0 w 12239897"/>
              <a:gd name="connsiteY0-770" fmla="*/ 884297 h 1759509"/>
              <a:gd name="connsiteX1-771" fmla="*/ 0 w 12239897"/>
              <a:gd name="connsiteY1-772" fmla="*/ 1759509 h 1759509"/>
              <a:gd name="connsiteX2-773" fmla="*/ 12239897 w 12239897"/>
              <a:gd name="connsiteY2-774" fmla="*/ 1759509 h 1759509"/>
              <a:gd name="connsiteX3-775" fmla="*/ 12239897 w 12239897"/>
              <a:gd name="connsiteY3-776" fmla="*/ 1393749 h 1759509"/>
              <a:gd name="connsiteX4-777" fmla="*/ 11743509 w 12239897"/>
              <a:gd name="connsiteY4-778" fmla="*/ 1655006 h 1759509"/>
              <a:gd name="connsiteX5-779" fmla="*/ 11338560 w 12239897"/>
              <a:gd name="connsiteY5-780" fmla="*/ 1576629 h 1759509"/>
              <a:gd name="connsiteX6-781" fmla="*/ 9927772 w 12239897"/>
              <a:gd name="connsiteY6-782" fmla="*/ 1459063 h 1759509"/>
              <a:gd name="connsiteX7-783" fmla="*/ 8843555 w 12239897"/>
              <a:gd name="connsiteY7-784" fmla="*/ 1537440 h 1759509"/>
              <a:gd name="connsiteX8-785" fmla="*/ 8125097 w 12239897"/>
              <a:gd name="connsiteY8-786" fmla="*/ 1341497 h 1759509"/>
              <a:gd name="connsiteX9-787" fmla="*/ 7445829 w 12239897"/>
              <a:gd name="connsiteY9-788" fmla="*/ 1184743 h 1759509"/>
              <a:gd name="connsiteX10-789" fmla="*/ 5786846 w 12239897"/>
              <a:gd name="connsiteY10-790" fmla="*/ 962675 h 1759509"/>
              <a:gd name="connsiteX11-791" fmla="*/ 4898572 w 12239897"/>
              <a:gd name="connsiteY11-792" fmla="*/ 492412 h 1759509"/>
              <a:gd name="connsiteX12-793" fmla="*/ 3161212 w 12239897"/>
              <a:gd name="connsiteY12-794" fmla="*/ 152777 h 1759509"/>
              <a:gd name="connsiteX13-795" fmla="*/ 1658983 w 12239897"/>
              <a:gd name="connsiteY13-796" fmla="*/ 583852 h 1759509"/>
              <a:gd name="connsiteX14-797" fmla="*/ 757646 w 12239897"/>
              <a:gd name="connsiteY14-798" fmla="*/ 871235 h 1759509"/>
              <a:gd name="connsiteX15-799" fmla="*/ 0 w 12239897"/>
              <a:gd name="connsiteY15-800" fmla="*/ 884297 h 17595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</a:cxnLst>
            <a:rect l="l" t="t" r="r" b="b"/>
            <a:pathLst>
              <a:path w="12239897" h="1759509">
                <a:moveTo>
                  <a:pt x="0" y="884297"/>
                </a:moveTo>
                <a:lnTo>
                  <a:pt x="0" y="1759509"/>
                </a:lnTo>
                <a:lnTo>
                  <a:pt x="12239897" y="1759509"/>
                </a:lnTo>
                <a:lnTo>
                  <a:pt x="12239897" y="1393749"/>
                </a:lnTo>
                <a:cubicBezTo>
                  <a:pt x="12074434" y="1389395"/>
                  <a:pt x="11856721" y="1450355"/>
                  <a:pt x="11743509" y="1655006"/>
                </a:cubicBezTo>
                <a:cubicBezTo>
                  <a:pt x="11554097" y="1537440"/>
                  <a:pt x="11525794" y="1511315"/>
                  <a:pt x="11338560" y="1576629"/>
                </a:cubicBezTo>
                <a:cubicBezTo>
                  <a:pt x="11090366" y="1236995"/>
                  <a:pt x="10502537" y="1014926"/>
                  <a:pt x="9927772" y="1459063"/>
                </a:cubicBezTo>
                <a:cubicBezTo>
                  <a:pt x="9749246" y="1132492"/>
                  <a:pt x="9152710" y="988799"/>
                  <a:pt x="8843555" y="1537440"/>
                </a:cubicBezTo>
                <a:cubicBezTo>
                  <a:pt x="8708572" y="1328434"/>
                  <a:pt x="8377646" y="1250057"/>
                  <a:pt x="8125097" y="1341497"/>
                </a:cubicBezTo>
                <a:cubicBezTo>
                  <a:pt x="7990114" y="1145554"/>
                  <a:pt x="7698378" y="1067177"/>
                  <a:pt x="7445829" y="1184743"/>
                </a:cubicBezTo>
                <a:cubicBezTo>
                  <a:pt x="7036527" y="771086"/>
                  <a:pt x="6339840" y="801566"/>
                  <a:pt x="5786846" y="962675"/>
                </a:cubicBezTo>
                <a:cubicBezTo>
                  <a:pt x="5660572" y="570790"/>
                  <a:pt x="5259977" y="400972"/>
                  <a:pt x="4898572" y="492412"/>
                </a:cubicBezTo>
                <a:cubicBezTo>
                  <a:pt x="4593772" y="-51875"/>
                  <a:pt x="3727269" y="-112833"/>
                  <a:pt x="3161212" y="152777"/>
                </a:cubicBezTo>
                <a:cubicBezTo>
                  <a:pt x="2333898" y="-121542"/>
                  <a:pt x="1898469" y="-30103"/>
                  <a:pt x="1658983" y="583852"/>
                </a:cubicBezTo>
                <a:cubicBezTo>
                  <a:pt x="1358537" y="562080"/>
                  <a:pt x="979715" y="749315"/>
                  <a:pt x="757646" y="871235"/>
                </a:cubicBezTo>
                <a:cubicBezTo>
                  <a:pt x="518160" y="797212"/>
                  <a:pt x="265612" y="827691"/>
                  <a:pt x="0" y="884297"/>
                </a:cubicBezTo>
                <a:close/>
              </a:path>
            </a:pathLst>
          </a:cu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6" name="矩形 35"/>
          <p:cNvSpPr/>
          <p:nvPr/>
        </p:nvSpPr>
        <p:spPr>
          <a:xfrm flipH="1">
            <a:off x="1567487" y="1754300"/>
            <a:ext cx="5394906" cy="13234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BrowalliaUPC" panose="020B0604020202020204" pitchFamily="34" charset="-34"/>
              </a:rPr>
              <a:t>100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ettenschweiler" panose="020B0706040902060204"/>
                <a:ea typeface="微软雅黑" panose="020B0503020204020204" pitchFamily="34" charset="-122"/>
                <a:cs typeface="BrowalliaUPC" panose="020B0604020202020204" pitchFamily="34" charset="-34"/>
              </a:rPr>
              <a:t>分亚马逊运营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ettenschweiler" panose="020B0706040902060204"/>
              <a:ea typeface="微软雅黑" panose="020B0503020204020204" pitchFamily="34" charset="-122"/>
              <a:cs typeface="BrowalliaUPC" panose="020B0604020202020204" pitchFamily="34" charset="-34"/>
            </a:endParaRPr>
          </a:p>
          <a:p>
            <a:pPr lvl="0" algn="ctr"/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ettenschweiler" panose="020B0706040902060204"/>
                <a:ea typeface="微软雅黑" panose="020B0503020204020204" pitchFamily="34" charset="-122"/>
                <a:cs typeface="BrowalliaUPC" panose="020B0604020202020204" pitchFamily="34" charset="-34"/>
              </a:rPr>
              <a:t>之数据选品</a:t>
            </a:r>
            <a:endParaRPr kumimoji="0" lang="en-US" altLang="zh-CN" sz="4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ettenschweiler" panose="020B0706040902060204"/>
              <a:ea typeface="微软雅黑" panose="020B0503020204020204" pitchFamily="34" charset="-122"/>
              <a:cs typeface="BrowalliaUPC" panose="020B0604020202020204" pitchFamily="34" charset="-34"/>
            </a:endParaRPr>
          </a:p>
        </p:txBody>
      </p:sp>
      <p:sp>
        <p:nvSpPr>
          <p:cNvPr id="37" name="矩形 36"/>
          <p:cNvSpPr/>
          <p:nvPr/>
        </p:nvSpPr>
        <p:spPr>
          <a:xfrm flipH="1">
            <a:off x="1266312" y="3089361"/>
            <a:ext cx="599725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主讲：张强建（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数据大视野）      时间：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2020.2.19 11:00-12:00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1472303" y="3527194"/>
            <a:ext cx="5949863" cy="0"/>
          </a:xfrm>
          <a:custGeom>
            <a:avLst/>
            <a:gdLst>
              <a:gd name="connsiteX0" fmla="*/ 0 w 5949863"/>
              <a:gd name="connsiteY0" fmla="*/ 0 h 0"/>
              <a:gd name="connsiteX1" fmla="*/ 5949863 w 594986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49863">
                <a:moveTo>
                  <a:pt x="0" y="0"/>
                </a:moveTo>
                <a:lnTo>
                  <a:pt x="5949863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449300" y="3514668"/>
            <a:ext cx="2404997" cy="0"/>
          </a:xfrm>
          <a:custGeom>
            <a:avLst/>
            <a:gdLst>
              <a:gd name="connsiteX0" fmla="*/ 0 w 2404997"/>
              <a:gd name="connsiteY0" fmla="*/ 0 h 0"/>
              <a:gd name="connsiteX1" fmla="*/ 2404997 w 240499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04997">
                <a:moveTo>
                  <a:pt x="0" y="0"/>
                </a:moveTo>
                <a:lnTo>
                  <a:pt x="2404997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4794069" y="2987922"/>
            <a:ext cx="3633702" cy="2452480"/>
          </a:xfrm>
          <a:custGeom>
            <a:avLst/>
            <a:gdLst>
              <a:gd name="connsiteX0" fmla="*/ 3481302 w 3633702"/>
              <a:gd name="connsiteY0" fmla="*/ 0 h 2452480"/>
              <a:gd name="connsiteX1" fmla="*/ 3633702 w 3633702"/>
              <a:gd name="connsiteY1" fmla="*/ 133350 h 2452480"/>
              <a:gd name="connsiteX2" fmla="*/ 2138277 w 3633702"/>
              <a:gd name="connsiteY2" fmla="*/ 1600200 h 2452480"/>
              <a:gd name="connsiteX3" fmla="*/ 1709652 w 3633702"/>
              <a:gd name="connsiteY3" fmla="*/ 1314450 h 2452480"/>
              <a:gd name="connsiteX4" fmla="*/ 1176252 w 3633702"/>
              <a:gd name="connsiteY4" fmla="*/ 2038350 h 2452480"/>
              <a:gd name="connsiteX5" fmla="*/ 680952 w 3633702"/>
              <a:gd name="connsiteY5" fmla="*/ 1314450 h 2452480"/>
              <a:gd name="connsiteX6" fmla="*/ 0 w 3633702"/>
              <a:gd name="connsiteY6" fmla="*/ 2452480 h 2452480"/>
              <a:gd name="connsiteX7" fmla="*/ 0 w 3633702"/>
              <a:gd name="connsiteY7" fmla="*/ 2343692 h 2452480"/>
              <a:gd name="connsiteX8" fmla="*/ 642852 w 3633702"/>
              <a:gd name="connsiteY8" fmla="*/ 1152525 h 2452480"/>
              <a:gd name="connsiteX9" fmla="*/ 1157202 w 3633702"/>
              <a:gd name="connsiteY9" fmla="*/ 1895475 h 2452480"/>
              <a:gd name="connsiteX10" fmla="*/ 1671552 w 3633702"/>
              <a:gd name="connsiteY10" fmla="*/ 1171575 h 2452480"/>
              <a:gd name="connsiteX11" fmla="*/ 2128752 w 3633702"/>
              <a:gd name="connsiteY11" fmla="*/ 1485900 h 2452480"/>
              <a:gd name="connsiteX12" fmla="*/ 3481302 w 3633702"/>
              <a:gd name="connsiteY12" fmla="*/ 0 h 245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33702" h="2452480">
                <a:moveTo>
                  <a:pt x="3481302" y="0"/>
                </a:moveTo>
                <a:lnTo>
                  <a:pt x="3633702" y="133350"/>
                </a:lnTo>
                <a:lnTo>
                  <a:pt x="2138277" y="1600200"/>
                </a:lnTo>
                <a:lnTo>
                  <a:pt x="1709652" y="1314450"/>
                </a:lnTo>
                <a:lnTo>
                  <a:pt x="1176252" y="2038350"/>
                </a:lnTo>
                <a:lnTo>
                  <a:pt x="680952" y="1314450"/>
                </a:lnTo>
                <a:lnTo>
                  <a:pt x="0" y="2452480"/>
                </a:lnTo>
                <a:lnTo>
                  <a:pt x="0" y="2343692"/>
                </a:lnTo>
                <a:lnTo>
                  <a:pt x="642852" y="1152525"/>
                </a:lnTo>
                <a:lnTo>
                  <a:pt x="1157202" y="1895475"/>
                </a:lnTo>
                <a:lnTo>
                  <a:pt x="1671552" y="1171575"/>
                </a:lnTo>
                <a:lnTo>
                  <a:pt x="2128752" y="1485900"/>
                </a:lnTo>
                <a:lnTo>
                  <a:pt x="34813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771821" y="1570326"/>
            <a:ext cx="1532459" cy="2544805"/>
            <a:chOff x="8438138" y="848179"/>
            <a:chExt cx="1532459" cy="2544805"/>
          </a:xfrm>
        </p:grpSpPr>
        <p:grpSp>
          <p:nvGrpSpPr>
            <p:cNvPr id="28" name="组合 27"/>
            <p:cNvGrpSpPr/>
            <p:nvPr/>
          </p:nvGrpSpPr>
          <p:grpSpPr>
            <a:xfrm rot="2577978">
              <a:off x="8438138" y="848179"/>
              <a:ext cx="1532459" cy="2544805"/>
              <a:chOff x="5185974" y="1595452"/>
              <a:chExt cx="1805184" cy="2997693"/>
            </a:xfrm>
          </p:grpSpPr>
          <p:sp>
            <p:nvSpPr>
              <p:cNvPr id="32" name="任意多边形 31"/>
              <p:cNvSpPr/>
              <p:nvPr/>
            </p:nvSpPr>
            <p:spPr>
              <a:xfrm>
                <a:off x="5185974" y="3080084"/>
                <a:ext cx="757990" cy="150394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>
                <a:off x="5564969" y="1595452"/>
                <a:ext cx="1052899" cy="1915627"/>
              </a:xfrm>
              <a:custGeom>
                <a:avLst/>
                <a:gdLst>
                  <a:gd name="connsiteX0" fmla="*/ 0 w 1052781"/>
                  <a:gd name="connsiteY0" fmla="*/ 1907487 h 1915627"/>
                  <a:gd name="connsiteX1" fmla="*/ 0 w 1052781"/>
                  <a:gd name="connsiteY1" fmla="*/ 1150461 h 1915627"/>
                  <a:gd name="connsiteX2" fmla="*/ 529104 w 1052781"/>
                  <a:gd name="connsiteY2" fmla="*/ 0 h 1915627"/>
                  <a:gd name="connsiteX3" fmla="*/ 1052781 w 1052781"/>
                  <a:gd name="connsiteY3" fmla="*/ 1142321 h 1915627"/>
                  <a:gd name="connsiteX4" fmla="*/ 1052781 w 1052781"/>
                  <a:gd name="connsiteY4" fmla="*/ 1915627 h 1915627"/>
                  <a:gd name="connsiteX0-1" fmla="*/ 0 w 1052781"/>
                  <a:gd name="connsiteY0-2" fmla="*/ 1907487 h 1915627"/>
                  <a:gd name="connsiteX1-3" fmla="*/ 0 w 1052781"/>
                  <a:gd name="connsiteY1-4" fmla="*/ 1150461 h 1915627"/>
                  <a:gd name="connsiteX2-5" fmla="*/ 529104 w 1052781"/>
                  <a:gd name="connsiteY2-6" fmla="*/ 0 h 1915627"/>
                  <a:gd name="connsiteX3-7" fmla="*/ 1052781 w 1052781"/>
                  <a:gd name="connsiteY3-8" fmla="*/ 1142321 h 1915627"/>
                  <a:gd name="connsiteX4-9" fmla="*/ 1052781 w 1052781"/>
                  <a:gd name="connsiteY4-10" fmla="*/ 1915627 h 1915627"/>
                  <a:gd name="connsiteX0-11" fmla="*/ 0 w 1052781"/>
                  <a:gd name="connsiteY0-12" fmla="*/ 1907487 h 1915627"/>
                  <a:gd name="connsiteX1-13" fmla="*/ 0 w 1052781"/>
                  <a:gd name="connsiteY1-14" fmla="*/ 1150461 h 1915627"/>
                  <a:gd name="connsiteX2-15" fmla="*/ 529104 w 1052781"/>
                  <a:gd name="connsiteY2-16" fmla="*/ 0 h 1915627"/>
                  <a:gd name="connsiteX3-17" fmla="*/ 1052781 w 1052781"/>
                  <a:gd name="connsiteY3-18" fmla="*/ 1142321 h 1915627"/>
                  <a:gd name="connsiteX4-19" fmla="*/ 1052781 w 1052781"/>
                  <a:gd name="connsiteY4-20" fmla="*/ 1915627 h 1915627"/>
                  <a:gd name="connsiteX0-21" fmla="*/ 118 w 1052899"/>
                  <a:gd name="connsiteY0-22" fmla="*/ 1907487 h 1915627"/>
                  <a:gd name="connsiteX1-23" fmla="*/ 118 w 1052899"/>
                  <a:gd name="connsiteY1-24" fmla="*/ 1150461 h 1915627"/>
                  <a:gd name="connsiteX2-25" fmla="*/ 529222 w 1052899"/>
                  <a:gd name="connsiteY2-26" fmla="*/ 0 h 1915627"/>
                  <a:gd name="connsiteX3-27" fmla="*/ 1052899 w 1052899"/>
                  <a:gd name="connsiteY3-28" fmla="*/ 1142321 h 1915627"/>
                  <a:gd name="connsiteX4-29" fmla="*/ 1052899 w 1052899"/>
                  <a:gd name="connsiteY4-30" fmla="*/ 1915627 h 1915627"/>
                  <a:gd name="connsiteX0-31" fmla="*/ 118 w 1052899"/>
                  <a:gd name="connsiteY0-32" fmla="*/ 1907487 h 1915627"/>
                  <a:gd name="connsiteX1-33" fmla="*/ 118 w 1052899"/>
                  <a:gd name="connsiteY1-34" fmla="*/ 1150461 h 1915627"/>
                  <a:gd name="connsiteX2-35" fmla="*/ 529222 w 1052899"/>
                  <a:gd name="connsiteY2-36" fmla="*/ 0 h 1915627"/>
                  <a:gd name="connsiteX3-37" fmla="*/ 1052899 w 1052899"/>
                  <a:gd name="connsiteY3-38" fmla="*/ 1142321 h 1915627"/>
                  <a:gd name="connsiteX4-39" fmla="*/ 1052899 w 1052899"/>
                  <a:gd name="connsiteY4-40" fmla="*/ 1915627 h 191562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052899" h="1915627">
                    <a:moveTo>
                      <a:pt x="118" y="1907487"/>
                    </a:moveTo>
                    <a:lnTo>
                      <a:pt x="118" y="1150461"/>
                    </a:lnTo>
                    <a:cubicBezTo>
                      <a:pt x="-7545" y="784227"/>
                      <a:pt x="358605" y="9675"/>
                      <a:pt x="529222" y="0"/>
                    </a:cubicBezTo>
                    <a:cubicBezTo>
                      <a:pt x="703781" y="6962"/>
                      <a:pt x="1045117" y="704037"/>
                      <a:pt x="1052899" y="1142321"/>
                    </a:cubicBezTo>
                    <a:lnTo>
                      <a:pt x="1052899" y="1915627"/>
                    </a:ln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 flipH="1">
                <a:off x="6233168" y="3089197"/>
                <a:ext cx="757990" cy="150394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>
            <a:xfrm rot="18855888">
              <a:off x="8867328" y="1572661"/>
              <a:ext cx="114326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BrowalliaUPC" panose="020B0604020202020204" pitchFamily="34" charset="-34"/>
                </a:rPr>
                <a:t>2020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8642542" y="2340632"/>
              <a:ext cx="374726" cy="3747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4" name="任意多边形 5"/>
          <p:cNvSpPr/>
          <p:nvPr/>
        </p:nvSpPr>
        <p:spPr>
          <a:xfrm rot="8940187" flipV="1">
            <a:off x="7075674" y="4992557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 6"/>
          <p:cNvSpPr/>
          <p:nvPr/>
        </p:nvSpPr>
        <p:spPr>
          <a:xfrm rot="8940187" flipV="1">
            <a:off x="4107433" y="4486224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 7"/>
          <p:cNvSpPr/>
          <p:nvPr/>
        </p:nvSpPr>
        <p:spPr>
          <a:xfrm rot="8940187" flipV="1">
            <a:off x="3585291" y="1775098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 8"/>
          <p:cNvSpPr/>
          <p:nvPr/>
        </p:nvSpPr>
        <p:spPr>
          <a:xfrm rot="8940187" flipV="1">
            <a:off x="1551281" y="4611566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 9"/>
          <p:cNvSpPr/>
          <p:nvPr/>
        </p:nvSpPr>
        <p:spPr>
          <a:xfrm rot="8940187" flipV="1">
            <a:off x="6053767" y="1724755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Wellsprin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969808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85185E-6 L 0.06354 -0.12754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-638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234 -1.11111E-6 L 0.0082 -1.11111E-6 " pathEditMode="fixed" rAng="0" ptsTypes="AA">
                                      <p:cBhvr>
                                        <p:cTn id="4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77 -1.48148E-6 L 0.00378 -1.48148E-6 " pathEditMode="fixed" rAng="0" ptsTypes="AA">
                                      <p:cBhvr>
                                        <p:cTn id="4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47578 -0.45856 L -0.35729 0.33889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54" y="39861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52" dur="10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57" dur="10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3151 -0.70324 L -0.35729 0.33889 " pathEditMode="relative" rAng="0" ptsTypes="AA">
                                      <p:cBhvr>
                                        <p:cTn id="62" dur="10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440" y="52106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6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36" grpId="0"/>
      <p:bldP spid="36" grpId="1"/>
      <p:bldP spid="37" grpId="0"/>
      <p:bldP spid="37" grpId="1"/>
      <p:bldP spid="24" grpId="0" animBg="1"/>
      <p:bldP spid="25" grpId="0" animBg="1"/>
      <p:bldP spid="29" grpId="0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8352" y="2529170"/>
            <a:ext cx="10595296" cy="179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选品的价值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销售商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做大 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生产商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做强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8352" y="2529170"/>
            <a:ext cx="10595296" cy="179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选品的作用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七分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靠选品，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三分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靠运营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8352" y="2529170"/>
            <a:ext cx="10595296" cy="179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选品的误区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盲目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选品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盲目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上架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盲目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盲目</a:t>
            </a:r>
            <a:r>
              <a:rPr lang="zh-CN" altLang="en-US" sz="3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云"/>
          <p:cNvSpPr/>
          <p:nvPr/>
        </p:nvSpPr>
        <p:spPr bwMode="auto">
          <a:xfrm>
            <a:off x="0" y="5871255"/>
            <a:ext cx="12215320" cy="986745"/>
          </a:xfrm>
          <a:custGeom>
            <a:avLst/>
            <a:gdLst>
              <a:gd name="T0" fmla="*/ 1 w 1950"/>
              <a:gd name="T1" fmla="*/ 286 h 286"/>
              <a:gd name="T2" fmla="*/ 0 w 1950"/>
              <a:gd name="T3" fmla="*/ 86 h 286"/>
              <a:gd name="T4" fmla="*/ 17 w 1950"/>
              <a:gd name="T5" fmla="*/ 66 h 286"/>
              <a:gd name="T6" fmla="*/ 70 w 1950"/>
              <a:gd name="T7" fmla="*/ 40 h 286"/>
              <a:gd name="T8" fmla="*/ 208 w 1950"/>
              <a:gd name="T9" fmla="*/ 40 h 286"/>
              <a:gd name="T10" fmla="*/ 297 w 1950"/>
              <a:gd name="T11" fmla="*/ 66 h 286"/>
              <a:gd name="T12" fmla="*/ 342 w 1950"/>
              <a:gd name="T13" fmla="*/ 42 h 286"/>
              <a:gd name="T14" fmla="*/ 438 w 1950"/>
              <a:gd name="T15" fmla="*/ 13 h 286"/>
              <a:gd name="T16" fmla="*/ 499 w 1950"/>
              <a:gd name="T17" fmla="*/ 45 h 286"/>
              <a:gd name="T18" fmla="*/ 581 w 1950"/>
              <a:gd name="T19" fmla="*/ 66 h 286"/>
              <a:gd name="T20" fmla="*/ 628 w 1950"/>
              <a:gd name="T21" fmla="*/ 40 h 286"/>
              <a:gd name="T22" fmla="*/ 765 w 1950"/>
              <a:gd name="T23" fmla="*/ 39 h 286"/>
              <a:gd name="T24" fmla="*/ 855 w 1950"/>
              <a:gd name="T25" fmla="*/ 66 h 286"/>
              <a:gd name="T26" fmla="*/ 901 w 1950"/>
              <a:gd name="T27" fmla="*/ 41 h 286"/>
              <a:gd name="T28" fmla="*/ 1017 w 1950"/>
              <a:gd name="T29" fmla="*/ 20 h 286"/>
              <a:gd name="T30" fmla="*/ 1056 w 1950"/>
              <a:gd name="T31" fmla="*/ 45 h 286"/>
              <a:gd name="T32" fmla="*/ 1184 w 1950"/>
              <a:gd name="T33" fmla="*/ 43 h 286"/>
              <a:gd name="T34" fmla="*/ 1236 w 1950"/>
              <a:gd name="T35" fmla="*/ 14 h 286"/>
              <a:gd name="T36" fmla="*/ 1314 w 1950"/>
              <a:gd name="T37" fmla="*/ 32 h 286"/>
              <a:gd name="T38" fmla="*/ 1347 w 1950"/>
              <a:gd name="T39" fmla="*/ 56 h 286"/>
              <a:gd name="T40" fmla="*/ 1448 w 1950"/>
              <a:gd name="T41" fmla="*/ 50 h 286"/>
              <a:gd name="T42" fmla="*/ 1475 w 1950"/>
              <a:gd name="T43" fmla="*/ 30 h 286"/>
              <a:gd name="T44" fmla="*/ 1595 w 1950"/>
              <a:gd name="T45" fmla="*/ 31 h 286"/>
              <a:gd name="T46" fmla="*/ 1619 w 1950"/>
              <a:gd name="T47" fmla="*/ 49 h 286"/>
              <a:gd name="T48" fmla="*/ 1731 w 1950"/>
              <a:gd name="T49" fmla="*/ 50 h 286"/>
              <a:gd name="T50" fmla="*/ 1752 w 1950"/>
              <a:gd name="T51" fmla="*/ 33 h 286"/>
              <a:gd name="T52" fmla="*/ 1876 w 1950"/>
              <a:gd name="T53" fmla="*/ 36 h 286"/>
              <a:gd name="T54" fmla="*/ 1950 w 1950"/>
              <a:gd name="T55" fmla="*/ 70 h 286"/>
              <a:gd name="T56" fmla="*/ 1950 w 1950"/>
              <a:gd name="T57" fmla="*/ 286 h 286"/>
              <a:gd name="T58" fmla="*/ 1 w 1950"/>
              <a:gd name="T5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950" h="286">
                <a:moveTo>
                  <a:pt x="1" y="286"/>
                </a:moveTo>
                <a:cubicBezTo>
                  <a:pt x="1" y="219"/>
                  <a:pt x="1" y="153"/>
                  <a:pt x="0" y="86"/>
                </a:cubicBezTo>
                <a:cubicBezTo>
                  <a:pt x="0" y="74"/>
                  <a:pt x="4" y="70"/>
                  <a:pt x="17" y="66"/>
                </a:cubicBezTo>
                <a:cubicBezTo>
                  <a:pt x="35" y="61"/>
                  <a:pt x="54" y="52"/>
                  <a:pt x="70" y="40"/>
                </a:cubicBezTo>
                <a:cubicBezTo>
                  <a:pt x="119" y="1"/>
                  <a:pt x="160" y="0"/>
                  <a:pt x="208" y="40"/>
                </a:cubicBezTo>
                <a:cubicBezTo>
                  <a:pt x="234" y="61"/>
                  <a:pt x="263" y="75"/>
                  <a:pt x="297" y="66"/>
                </a:cubicBezTo>
                <a:cubicBezTo>
                  <a:pt x="313" y="62"/>
                  <a:pt x="328" y="52"/>
                  <a:pt x="342" y="42"/>
                </a:cubicBezTo>
                <a:cubicBezTo>
                  <a:pt x="370" y="19"/>
                  <a:pt x="401" y="6"/>
                  <a:pt x="438" y="13"/>
                </a:cubicBezTo>
                <a:cubicBezTo>
                  <a:pt x="462" y="17"/>
                  <a:pt x="481" y="30"/>
                  <a:pt x="499" y="45"/>
                </a:cubicBezTo>
                <a:cubicBezTo>
                  <a:pt x="523" y="66"/>
                  <a:pt x="550" y="75"/>
                  <a:pt x="581" y="66"/>
                </a:cubicBezTo>
                <a:cubicBezTo>
                  <a:pt x="598" y="60"/>
                  <a:pt x="614" y="51"/>
                  <a:pt x="628" y="40"/>
                </a:cubicBezTo>
                <a:cubicBezTo>
                  <a:pt x="676" y="1"/>
                  <a:pt x="717" y="0"/>
                  <a:pt x="765" y="39"/>
                </a:cubicBezTo>
                <a:cubicBezTo>
                  <a:pt x="792" y="61"/>
                  <a:pt x="820" y="76"/>
                  <a:pt x="855" y="66"/>
                </a:cubicBezTo>
                <a:cubicBezTo>
                  <a:pt x="871" y="62"/>
                  <a:pt x="887" y="51"/>
                  <a:pt x="901" y="41"/>
                </a:cubicBezTo>
                <a:cubicBezTo>
                  <a:pt x="936" y="13"/>
                  <a:pt x="975" y="2"/>
                  <a:pt x="1017" y="20"/>
                </a:cubicBezTo>
                <a:cubicBezTo>
                  <a:pt x="1031" y="26"/>
                  <a:pt x="1044" y="35"/>
                  <a:pt x="1056" y="45"/>
                </a:cubicBezTo>
                <a:cubicBezTo>
                  <a:pt x="1098" y="83"/>
                  <a:pt x="1150" y="71"/>
                  <a:pt x="1184" y="43"/>
                </a:cubicBezTo>
                <a:cubicBezTo>
                  <a:pt x="1199" y="31"/>
                  <a:pt x="1217" y="20"/>
                  <a:pt x="1236" y="14"/>
                </a:cubicBezTo>
                <a:cubicBezTo>
                  <a:pt x="1264" y="5"/>
                  <a:pt x="1291" y="14"/>
                  <a:pt x="1314" y="32"/>
                </a:cubicBezTo>
                <a:cubicBezTo>
                  <a:pt x="1325" y="40"/>
                  <a:pt x="1335" y="50"/>
                  <a:pt x="1347" y="56"/>
                </a:cubicBezTo>
                <a:cubicBezTo>
                  <a:pt x="1381" y="75"/>
                  <a:pt x="1415" y="75"/>
                  <a:pt x="1448" y="50"/>
                </a:cubicBezTo>
                <a:cubicBezTo>
                  <a:pt x="1457" y="43"/>
                  <a:pt x="1466" y="36"/>
                  <a:pt x="1475" y="30"/>
                </a:cubicBezTo>
                <a:cubicBezTo>
                  <a:pt x="1512" y="5"/>
                  <a:pt x="1559" y="6"/>
                  <a:pt x="1595" y="31"/>
                </a:cubicBezTo>
                <a:cubicBezTo>
                  <a:pt x="1603" y="37"/>
                  <a:pt x="1611" y="43"/>
                  <a:pt x="1619" y="49"/>
                </a:cubicBezTo>
                <a:cubicBezTo>
                  <a:pt x="1654" y="76"/>
                  <a:pt x="1695" y="76"/>
                  <a:pt x="1731" y="50"/>
                </a:cubicBezTo>
                <a:cubicBezTo>
                  <a:pt x="1739" y="45"/>
                  <a:pt x="1745" y="39"/>
                  <a:pt x="1752" y="33"/>
                </a:cubicBezTo>
                <a:cubicBezTo>
                  <a:pt x="1791" y="3"/>
                  <a:pt x="1838" y="3"/>
                  <a:pt x="1876" y="36"/>
                </a:cubicBezTo>
                <a:cubicBezTo>
                  <a:pt x="1897" y="54"/>
                  <a:pt x="1921" y="68"/>
                  <a:pt x="1950" y="70"/>
                </a:cubicBezTo>
                <a:cubicBezTo>
                  <a:pt x="1950" y="142"/>
                  <a:pt x="1950" y="214"/>
                  <a:pt x="1950" y="286"/>
                </a:cubicBezTo>
                <a:cubicBezTo>
                  <a:pt x="1301" y="286"/>
                  <a:pt x="651" y="286"/>
                  <a:pt x="1" y="286"/>
                </a:cubicBezTo>
                <a:close/>
              </a:path>
            </a:pathLst>
          </a:cu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034970" y="-2149521"/>
            <a:ext cx="4122060" cy="4122060"/>
            <a:chOff x="4346837" y="-1749164"/>
            <a:chExt cx="3498326" cy="3498326"/>
          </a:xfrm>
        </p:grpSpPr>
        <p:sp>
          <p:nvSpPr>
            <p:cNvPr id="20" name="菱形 19"/>
            <p:cNvSpPr/>
            <p:nvPr/>
          </p:nvSpPr>
          <p:spPr>
            <a:xfrm>
              <a:off x="4346837" y="-1749164"/>
              <a:ext cx="3498326" cy="3498326"/>
            </a:xfrm>
            <a:prstGeom prst="diamond">
              <a:avLst/>
            </a:pr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菱形 20"/>
            <p:cNvSpPr/>
            <p:nvPr/>
          </p:nvSpPr>
          <p:spPr>
            <a:xfrm>
              <a:off x="4498619" y="-1660989"/>
              <a:ext cx="3194762" cy="3194765"/>
            </a:xfrm>
            <a:prstGeom prst="diamond">
              <a:avLst/>
            </a:prstGeom>
            <a:gradFill>
              <a:gsLst>
                <a:gs pos="1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lumMod val="88000"/>
                  </a:schemeClr>
                </a:gs>
              </a:gsLst>
              <a:lin ang="18000000" scaled="0"/>
            </a:gradFill>
            <a:ln w="38100">
              <a:solidFill>
                <a:schemeClr val="bg1">
                  <a:lumMod val="95000"/>
                </a:schemeClr>
              </a:solidFill>
            </a:ln>
            <a:effectLst>
              <a:outerShdw blurRad="469900" dir="8100000" sx="107000" sy="107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blipFill>
                  <a:blip r:embed="rId2"/>
                  <a:stretch>
                    <a:fillRect/>
                  </a:stretch>
                </a:blip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833257" y="263595"/>
            <a:ext cx="2525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600">
                <a:blipFill>
                  <a:blip r:embed="rId3"/>
                  <a:stretch>
                    <a:fillRect/>
                  </a:stretch>
                </a:blipFill>
                <a:effectLst>
                  <a:innerShdw blurRad="38100">
                    <a:prstClr val="black">
                      <a:alpha val="48000"/>
                    </a:prstClr>
                  </a:inn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blipFill>
                  <a:blip r:embed="rId1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800" dirty="0">
              <a:blipFill>
                <a:blip r:embed="rId1"/>
                <a:stretch>
                  <a:fillRect/>
                </a:stretch>
              </a:blip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20"/>
          <p:cNvSpPr txBox="1"/>
          <p:nvPr/>
        </p:nvSpPr>
        <p:spPr>
          <a:xfrm>
            <a:off x="4620705" y="2198882"/>
            <a:ext cx="2950590" cy="46166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01-</a:t>
            </a:r>
            <a:r>
              <a:rPr lang="zh-CN" altLang="en-US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策略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21"/>
          <p:cNvSpPr txBox="1"/>
          <p:nvPr/>
        </p:nvSpPr>
        <p:spPr>
          <a:xfrm>
            <a:off x="4620705" y="2906873"/>
            <a:ext cx="2950590" cy="46166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02-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数据选品 </a:t>
            </a:r>
            <a:r>
              <a:rPr lang="en-US" altLang="zh-CN" kern="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标准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TextBox 22"/>
          <p:cNvSpPr txBox="1"/>
          <p:nvPr/>
        </p:nvSpPr>
        <p:spPr>
          <a:xfrm>
            <a:off x="4620705" y="3614864"/>
            <a:ext cx="2950590" cy="46166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03-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数据选品 </a:t>
            </a:r>
            <a:r>
              <a:rPr lang="en-US" altLang="zh-CN" kern="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流程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TextBox 23"/>
          <p:cNvSpPr txBox="1"/>
          <p:nvPr/>
        </p:nvSpPr>
        <p:spPr>
          <a:xfrm>
            <a:off x="4620705" y="4322855"/>
            <a:ext cx="2950590" cy="46166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04-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数据选品 </a:t>
            </a:r>
            <a:r>
              <a:rPr lang="en-US" altLang="zh-CN" kern="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沙盘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7" name="TextBox 27"/>
          <p:cNvSpPr txBox="1"/>
          <p:nvPr/>
        </p:nvSpPr>
        <p:spPr>
          <a:xfrm>
            <a:off x="4620705" y="5030847"/>
            <a:ext cx="2950590" cy="46166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05-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数据选品 </a:t>
            </a:r>
            <a:r>
              <a:rPr lang="en-US" altLang="zh-CN" kern="0" dirty="0">
                <a:solidFill>
                  <a:schemeClr val="bg1"/>
                </a:solidFill>
                <a:cs typeface="+mn-ea"/>
                <a:sym typeface="+mn-lt"/>
              </a:rPr>
              <a:t>· </a:t>
            </a:r>
            <a:r>
              <a:rPr lang="zh-CN" altLang="en-US" kern="0" dirty="0">
                <a:solidFill>
                  <a:schemeClr val="bg1"/>
                </a:solidFill>
                <a:cs typeface="+mn-ea"/>
                <a:sym typeface="+mn-lt"/>
              </a:rPr>
              <a:t>规划</a:t>
            </a:r>
            <a:endParaRPr lang="zh-CN" altLang="en-US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24" grpId="0"/>
      <p:bldP spid="51" grpId="0"/>
      <p:bldP spid="52" grpId="0"/>
      <p:bldP spid="53" grpId="0"/>
      <p:bldP spid="54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rot="5400000">
            <a:off x="0" y="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10706100" y="537210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2698" y="1755963"/>
            <a:ext cx="1646605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01</a:t>
            </a:r>
            <a:endParaRPr lang="zh-CN" altLang="en-US" sz="10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0161" y="3342440"/>
            <a:ext cx="3071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策略</a:t>
            </a:r>
            <a:endParaRPr lang="zh-CN" altLang="en-US" sz="2400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945486" y="3269492"/>
            <a:ext cx="23010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7" name="直接连接符 36"/>
            <p:cNvCxnSpPr/>
            <p:nvPr/>
          </p:nvCxnSpPr>
          <p:spPr>
            <a:xfrm flipH="1">
              <a:off x="0" y="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001250" y="483870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策略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536174"/>
            <a:ext cx="105952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品类聚焦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（中小微企业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品类聚焦制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成熟型企业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品类责任制，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拳头缩回来打出去才更有力，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从铺货走向精品）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同款创新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（跳出产品同质化的圈子，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创新就是竞争力，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掌握市场主动权）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坚信坚持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（不要打一枪换一个地方）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rot="5400000">
            <a:off x="0" y="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10706100" y="537210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2698" y="1755963"/>
            <a:ext cx="1646606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02</a:t>
            </a:r>
            <a:endParaRPr lang="zh-CN" altLang="en-US" sz="10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0162" y="3342440"/>
            <a:ext cx="3071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</a:t>
            </a:r>
            <a:endParaRPr lang="zh-CN" altLang="en-US" sz="2400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945486" y="3269492"/>
            <a:ext cx="23010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7" name="直接连接符 36"/>
            <p:cNvCxnSpPr/>
            <p:nvPr/>
          </p:nvCxnSpPr>
          <p:spPr>
            <a:xfrm flipH="1">
              <a:off x="0" y="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001250" y="483870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074510"/>
            <a:ext cx="105952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客单价：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$30↑$100↓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毛利率：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30%↑45%↓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小类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#10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卖家最少评论数：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100↓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小类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#10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卖家最高大类排名：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2000↓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非季节品</a:t>
            </a:r>
            <a:endParaRPr lang="en-US" altLang="zh-CN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非易碎品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074510"/>
            <a:ext cx="105952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非敏感货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（液状，油状，粉状，膏状，带电，成人）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非超标件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可改良款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（能够打造超级产品）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功能产品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（祛痘膏比洁面膏更具竞争力）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细分品类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（小而美）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标准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612845"/>
            <a:ext cx="105952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社交属性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（网红带货）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变体属性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多流量词</a:t>
            </a:r>
            <a:endParaRPr lang="en-US" altLang="zh-CN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可系列化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（打造品牌）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高复购率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（老干妈的故事）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无侵权性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（品牌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专利侵权）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rot="5400000">
            <a:off x="0" y="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10706100" y="537210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2698" y="1755963"/>
            <a:ext cx="1646606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03</a:t>
            </a:r>
            <a:endParaRPr lang="zh-CN" altLang="en-US" sz="10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0162" y="3342440"/>
            <a:ext cx="3071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流程</a:t>
            </a:r>
            <a:endParaRPr lang="zh-CN" altLang="en-US" sz="2400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945486" y="3269492"/>
            <a:ext cx="23010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7" name="直接连接符 36"/>
            <p:cNvCxnSpPr/>
            <p:nvPr/>
          </p:nvCxnSpPr>
          <p:spPr>
            <a:xfrm flipH="1">
              <a:off x="0" y="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001250" y="483870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流程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612845"/>
            <a:ext cx="105952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锁定运营品类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（趋热逐利 货源可控）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（热门品类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在生活产品和专业产品中做出利己选择：汽配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母婴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美妆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3C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宠物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户外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家居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服装）（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优质供应链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是市场准入的敲门砖）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追踪选品渠道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（定期进行 上游优先）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（通过最接近海量买家的信息渠道或上游渠道进行选品：软件选品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平台大数据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以及结合人工选品，发现热销及潜力单品）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流程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074510"/>
            <a:ext cx="105952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调研新品潜力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（打造高潜力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新品质量分：</a:t>
            </a:r>
            <a:r>
              <a:rPr lang="en-US" altLang="zh-CN" sz="3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NPQS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，包含：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市场热度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是不是一款长线产品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市场容量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销量是否符合市场预期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竞争难度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难度是否符合运营预期）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测试新品表现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（包含：新品上架内测和公测，</a:t>
            </a: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以上的内测通过率，销量是检验结果的唯一标准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rot="5400000">
            <a:off x="0" y="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10706100" y="537210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2698" y="1755963"/>
            <a:ext cx="1646606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04</a:t>
            </a:r>
            <a:endParaRPr lang="zh-CN" altLang="en-US" sz="10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0162" y="3342440"/>
            <a:ext cx="3071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sz="2400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945486" y="3269492"/>
            <a:ext cx="23010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7" name="直接连接符 36"/>
            <p:cNvCxnSpPr/>
            <p:nvPr/>
          </p:nvCxnSpPr>
          <p:spPr>
            <a:xfrm flipH="1">
              <a:off x="0" y="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001250" y="483870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70" y="2962210"/>
            <a:ext cx="914528" cy="9335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01479" y="3036585"/>
            <a:ext cx="36471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确定运营品类</a:t>
            </a:r>
            <a:endParaRPr lang="zh-CN" altLang="en-US" sz="4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graphicFrame>
        <p:nvGraphicFramePr>
          <p:cNvPr id="4" name="图表 3"/>
          <p:cNvGraphicFramePr>
            <a:graphicFrameLocks noChangeAspect="1"/>
          </p:cNvGraphicFramePr>
          <p:nvPr/>
        </p:nvGraphicFramePr>
        <p:xfrm>
          <a:off x="2667000" y="137160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08558" y="5661499"/>
            <a:ext cx="87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底层类目数量：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1,578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99755" y="5684582"/>
            <a:ext cx="19765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sorftime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雨果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505" y="83820"/>
            <a:ext cx="1987550" cy="57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graphicFrame>
        <p:nvGraphicFramePr>
          <p:cNvPr id="5" name="图表 4"/>
          <p:cNvGraphicFramePr>
            <a:graphicFrameLocks noChangeAspect="1"/>
          </p:cNvGraphicFramePr>
          <p:nvPr/>
        </p:nvGraphicFramePr>
        <p:xfrm>
          <a:off x="2667000" y="137160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708558" y="5661499"/>
            <a:ext cx="87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底层类目数量：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2,402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99755" y="5684582"/>
            <a:ext cx="19765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sorftime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雨果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505" y="83820"/>
            <a:ext cx="1987550" cy="57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graphicFrame>
        <p:nvGraphicFramePr>
          <p:cNvPr id="4" name="图表 3"/>
          <p:cNvGraphicFramePr>
            <a:graphicFrameLocks noChangeAspect="1"/>
          </p:cNvGraphicFramePr>
          <p:nvPr/>
        </p:nvGraphicFramePr>
        <p:xfrm>
          <a:off x="2667000" y="137160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708558" y="5661499"/>
            <a:ext cx="87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底层类目数量：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1,020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99755" y="5684582"/>
            <a:ext cx="19765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sorftime</a:t>
            </a:r>
            <a:endParaRPr lang="zh-CN" altLang="en-US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雨果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505" y="83820"/>
            <a:ext cx="1987550" cy="577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1479" y="3036585"/>
            <a:ext cx="36471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筛查选品渠道</a:t>
            </a:r>
            <a:endParaRPr lang="zh-CN" altLang="en-US" sz="4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75" y="2947920"/>
            <a:ext cx="838317" cy="962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612845"/>
            <a:ext cx="105952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软件选品：通过数据大盘发现新品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人工选品：通过人工观察发现新品，包括：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大卖采集法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创建品类大卖清单，大类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100BSR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小类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10BSR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网红采集法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创建品类网红清单，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YouTube/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TikTok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源头采集法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1688/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工厂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展会，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新闻采集法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AllTop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/BuzzFeed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社圈采集法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海外朋友圈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社交媒体圈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1479" y="3036585"/>
            <a:ext cx="36471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调研新品潜力</a:t>
            </a:r>
            <a:endParaRPr lang="zh-CN" altLang="en-US" sz="4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80" y="2952683"/>
            <a:ext cx="943107" cy="9526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536174"/>
            <a:ext cx="105952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市场热度：通过谷歌趋势查看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年市场趋势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市场容量：了解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品类市场容量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同行竞品销量</a:t>
            </a:r>
            <a:endParaRPr lang="en-US" altLang="zh-CN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竞争难度：了解同行竞品的发育情况，评估参与市场竞争的难度，包括：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评论数量，价格历史，创新可能，上架时长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1479" y="3036585"/>
            <a:ext cx="364715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测试新品表现</a:t>
            </a:r>
            <a:endParaRPr lang="zh-CN" altLang="en-US" sz="4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91" y="2986025"/>
            <a:ext cx="971686" cy="88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沙盘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536174"/>
            <a:ext cx="105952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新品内测：对新品样品进行内部测试，确保投放市场后不会或者较少遇到同行卖家相同的差评问题，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以上内测通过率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上市公测：每款新品上架前必须进行试销测款（辅以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Listing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转化率提升操作），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个以上日均订单量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/>
          <p:nvPr/>
        </p:nvSpPr>
        <p:spPr>
          <a:xfrm rot="5400000">
            <a:off x="0" y="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13" name="直角三角形 12"/>
          <p:cNvSpPr/>
          <p:nvPr/>
        </p:nvSpPr>
        <p:spPr>
          <a:xfrm flipH="1">
            <a:off x="10706100" y="5372100"/>
            <a:ext cx="1485900" cy="1485900"/>
          </a:xfrm>
          <a:prstGeom prst="rtTriangle">
            <a:avLst/>
          </a:prstGeom>
          <a:gradFill>
            <a:gsLst>
              <a:gs pos="1000">
                <a:schemeClr val="bg1">
                  <a:lumMod val="0"/>
                  <a:lumOff val="100000"/>
                </a:schemeClr>
              </a:gs>
              <a:gs pos="100000">
                <a:schemeClr val="bg1">
                  <a:lumMod val="88000"/>
                </a:schemeClr>
              </a:gs>
            </a:gsLst>
            <a:lin ang="18000000" scaled="0"/>
          </a:gradFill>
          <a:ln w="38100">
            <a:solidFill>
              <a:schemeClr val="bg1">
                <a:lumMod val="95000"/>
              </a:schemeClr>
            </a:solidFill>
          </a:ln>
          <a:effectLst>
            <a:outerShdw blurRad="469900" dir="8100000" sx="107000" sy="107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blipFill>
                <a:blip r:embed="rId2"/>
                <a:stretch>
                  <a:fillRect/>
                </a:stretch>
              </a:blip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2698" y="1755963"/>
            <a:ext cx="1646606" cy="1677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05</a:t>
            </a:r>
            <a:endParaRPr lang="zh-CN" altLang="en-US" sz="10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0163" y="3342440"/>
            <a:ext cx="30716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规划</a:t>
            </a:r>
            <a:endParaRPr lang="zh-CN" altLang="en-US" sz="2400" dirty="0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945486" y="3269492"/>
            <a:ext cx="230102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37" name="直接连接符 36"/>
            <p:cNvCxnSpPr/>
            <p:nvPr/>
          </p:nvCxnSpPr>
          <p:spPr>
            <a:xfrm flipH="1">
              <a:off x="0" y="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10001250" y="4838700"/>
              <a:ext cx="2190750" cy="20193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2123" y="142040"/>
            <a:ext cx="2845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数据选品 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规划</a:t>
            </a:r>
            <a:endParaRPr lang="zh-CN" altLang="en-US" dirty="0">
              <a:blipFill>
                <a:blip r:embed="rId2"/>
                <a:stretch>
                  <a:fillRect/>
                </a:stretch>
              </a:blip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3064" y="1536174"/>
            <a:ext cx="105952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收集新品测款数据（重要销量数据的收集包括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自然销量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广告销量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活动销量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制定新品营销计划（根据销量数据制定针对性的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销售策略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销售计划，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zh-CN" altLang="en-US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新品</a:t>
            </a:r>
            <a:r>
              <a:rPr lang="en-US" altLang="zh-CN" sz="3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ROI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是否符合投资期望值）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7003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雨果网推荐供应商</a:t>
            </a:r>
            <a:r>
              <a:rPr lang="en-US" altLang="zh-CN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kern="0" dirty="0">
                <a:blipFill>
                  <a:blip r:embed="rId2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广州舜光电子科技有限公司</a:t>
            </a:r>
            <a:endParaRPr lang="zh-CN" altLang="en-US" sz="2400" b="1" kern="0" dirty="0">
              <a:blipFill>
                <a:blip r:embed="rId2"/>
                <a:stretch>
                  <a:fillRect/>
                </a:stretch>
              </a:blip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9415" y="1019175"/>
            <a:ext cx="3519170" cy="28174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930" y="993140"/>
            <a:ext cx="3141980" cy="28708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8700" y="966470"/>
            <a:ext cx="2962910" cy="2870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9415" y="3975100"/>
            <a:ext cx="115277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主营产品：望远镜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服务：5个起批，提供设计/开发/OEM/ODM/包装/全供应链服务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程先生 18688480085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32105" y="4051935"/>
            <a:ext cx="115277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主营产品：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专业帐篷定制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服务：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大小订单均可承接、来样定制、配件定制、海外物流、摄影等系列服务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式：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黄小姐 17757008389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1-3 -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954405"/>
            <a:ext cx="3051175" cy="3051175"/>
          </a:xfrm>
          <a:prstGeom prst="rect">
            <a:avLst/>
          </a:prstGeom>
        </p:spPr>
      </p:pic>
      <p:pic>
        <p:nvPicPr>
          <p:cNvPr id="12" name="图片 11" descr="主图-橘门副本"/>
          <p:cNvPicPr>
            <a:picLocks noChangeAspect="1"/>
          </p:cNvPicPr>
          <p:nvPr/>
        </p:nvPicPr>
        <p:blipFill>
          <a:blip r:embed="rId3"/>
          <a:srcRect t="13247"/>
          <a:stretch>
            <a:fillRect/>
          </a:stretch>
        </p:blipFill>
        <p:spPr>
          <a:xfrm>
            <a:off x="4154170" y="954405"/>
            <a:ext cx="3569970" cy="3097530"/>
          </a:xfrm>
          <a:prstGeom prst="rect">
            <a:avLst/>
          </a:prstGeom>
        </p:spPr>
      </p:pic>
      <p:pic>
        <p:nvPicPr>
          <p:cNvPr id="13" name="图片 12" descr="1-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265" y="954405"/>
            <a:ext cx="3098165" cy="309816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0"/>
            <a:ext cx="7311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雨果网推荐供应商</a:t>
            </a:r>
            <a:r>
              <a:rPr lang="en-US" altLang="zh-CN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浙江星北居户外用品有限公司</a:t>
            </a:r>
            <a:endParaRPr lang="zh-CN" altLang="en-US" sz="2400" b="1" kern="0" dirty="0">
              <a:blipFill>
                <a:blip r:embed="rId5"/>
                <a:stretch>
                  <a:fillRect/>
                </a:stretch>
              </a:blip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85420" y="3754755"/>
            <a:ext cx="118211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3D打印机 / 3D打印机配件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提供：消费级、工业级、光固化三种机型，适用于教育、建筑、医疗、珠宝首饰、汽配、模具制造、橡塑、玩具等诸多行业，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产品均通过CE、FCC、ROHS等认证，安全环保 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式：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胡小姐 13590326033</a:t>
            </a:r>
            <a:endParaRPr lang="zh-CN" altLang="en-US" sz="3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885" y="857250"/>
            <a:ext cx="2696210" cy="30505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t="13592" r="7604" b="13871"/>
          <a:stretch>
            <a:fillRect/>
          </a:stretch>
        </p:blipFill>
        <p:spPr>
          <a:xfrm>
            <a:off x="4053840" y="857250"/>
            <a:ext cx="2863850" cy="30499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7" t="12542" r="27790" b="7096"/>
          <a:stretch>
            <a:fillRect/>
          </a:stretch>
        </p:blipFill>
        <p:spPr>
          <a:xfrm>
            <a:off x="332105" y="857250"/>
            <a:ext cx="2520315" cy="304990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矩形 15"/>
          <p:cNvSpPr/>
          <p:nvPr/>
        </p:nvSpPr>
        <p:spPr>
          <a:xfrm>
            <a:off x="0" y="0"/>
            <a:ext cx="7311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雨果网推荐供应商</a:t>
            </a:r>
            <a:r>
              <a:rPr lang="en-US" altLang="zh-CN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kern="0" dirty="0">
                <a:blipFill>
                  <a:blip r:embed="rId5"/>
                  <a:stretch>
                    <a:fillRect/>
                  </a:stretch>
                </a:blip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深圳市创想三维科技有限公司</a:t>
            </a:r>
            <a:endParaRPr lang="zh-CN" altLang="en-US" sz="2400" b="1" kern="0" dirty="0">
              <a:blipFill>
                <a:blip r:embed="rId5"/>
                <a:stretch>
                  <a:fillRect/>
                </a:stretch>
              </a:blip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任意多边形 3"/>
          <p:cNvSpPr/>
          <p:nvPr/>
        </p:nvSpPr>
        <p:spPr>
          <a:xfrm>
            <a:off x="0" y="4418352"/>
            <a:ext cx="12192000" cy="2439646"/>
          </a:xfrm>
          <a:custGeom>
            <a:avLst/>
            <a:gdLst>
              <a:gd name="connsiteX0" fmla="*/ 0 w 12213772"/>
              <a:gd name="connsiteY0" fmla="*/ 2076994 h 2090057"/>
              <a:gd name="connsiteX1" fmla="*/ 0 w 12213772"/>
              <a:gd name="connsiteY1" fmla="*/ 0 h 2090057"/>
              <a:gd name="connsiteX2" fmla="*/ 1201783 w 12213772"/>
              <a:gd name="connsiteY2" fmla="*/ 156754 h 2090057"/>
              <a:gd name="connsiteX3" fmla="*/ 1698172 w 12213772"/>
              <a:gd name="connsiteY3" fmla="*/ 52251 h 2090057"/>
              <a:gd name="connsiteX4" fmla="*/ 3331029 w 12213772"/>
              <a:gd name="connsiteY4" fmla="*/ 222069 h 2090057"/>
              <a:gd name="connsiteX5" fmla="*/ 5826034 w 12213772"/>
              <a:gd name="connsiteY5" fmla="*/ 326571 h 2090057"/>
              <a:gd name="connsiteX6" fmla="*/ 6740434 w 12213772"/>
              <a:gd name="connsiteY6" fmla="*/ 470263 h 2090057"/>
              <a:gd name="connsiteX7" fmla="*/ 8921932 w 12213772"/>
              <a:gd name="connsiteY7" fmla="*/ 940526 h 2090057"/>
              <a:gd name="connsiteX8" fmla="*/ 10175966 w 12213772"/>
              <a:gd name="connsiteY8" fmla="*/ 1005840 h 2090057"/>
              <a:gd name="connsiteX9" fmla="*/ 11286309 w 12213772"/>
              <a:gd name="connsiteY9" fmla="*/ 1149531 h 2090057"/>
              <a:gd name="connsiteX10" fmla="*/ 11743509 w 12213772"/>
              <a:gd name="connsiteY10" fmla="*/ 1280160 h 2090057"/>
              <a:gd name="connsiteX11" fmla="*/ 12213772 w 12213772"/>
              <a:gd name="connsiteY11" fmla="*/ 1149531 h 2090057"/>
              <a:gd name="connsiteX12" fmla="*/ 12213772 w 12213772"/>
              <a:gd name="connsiteY12" fmla="*/ 2090057 h 2090057"/>
              <a:gd name="connsiteX13" fmla="*/ 0 w 12213772"/>
              <a:gd name="connsiteY13" fmla="*/ 2076994 h 2090057"/>
              <a:gd name="connsiteX0-1" fmla="*/ 0 w 12213772"/>
              <a:gd name="connsiteY0-2" fmla="*/ 2103119 h 2103119"/>
              <a:gd name="connsiteX1-3" fmla="*/ 0 w 12213772"/>
              <a:gd name="connsiteY1-4" fmla="*/ 0 h 2103119"/>
              <a:gd name="connsiteX2-5" fmla="*/ 1201783 w 12213772"/>
              <a:gd name="connsiteY2-6" fmla="*/ 156754 h 2103119"/>
              <a:gd name="connsiteX3-7" fmla="*/ 1698172 w 12213772"/>
              <a:gd name="connsiteY3-8" fmla="*/ 52251 h 2103119"/>
              <a:gd name="connsiteX4-9" fmla="*/ 3331029 w 12213772"/>
              <a:gd name="connsiteY4-10" fmla="*/ 222069 h 2103119"/>
              <a:gd name="connsiteX5-11" fmla="*/ 5826034 w 12213772"/>
              <a:gd name="connsiteY5-12" fmla="*/ 326571 h 2103119"/>
              <a:gd name="connsiteX6-13" fmla="*/ 6740434 w 12213772"/>
              <a:gd name="connsiteY6-14" fmla="*/ 470263 h 2103119"/>
              <a:gd name="connsiteX7-15" fmla="*/ 8921932 w 12213772"/>
              <a:gd name="connsiteY7-16" fmla="*/ 940526 h 2103119"/>
              <a:gd name="connsiteX8-17" fmla="*/ 10175966 w 12213772"/>
              <a:gd name="connsiteY8-18" fmla="*/ 1005840 h 2103119"/>
              <a:gd name="connsiteX9-19" fmla="*/ 11286309 w 12213772"/>
              <a:gd name="connsiteY9-20" fmla="*/ 1149531 h 2103119"/>
              <a:gd name="connsiteX10-21" fmla="*/ 11743509 w 12213772"/>
              <a:gd name="connsiteY10-22" fmla="*/ 1280160 h 2103119"/>
              <a:gd name="connsiteX11-23" fmla="*/ 12213772 w 12213772"/>
              <a:gd name="connsiteY11-24" fmla="*/ 1149531 h 2103119"/>
              <a:gd name="connsiteX12-25" fmla="*/ 12213772 w 12213772"/>
              <a:gd name="connsiteY12-26" fmla="*/ 2090057 h 2103119"/>
              <a:gd name="connsiteX13-27" fmla="*/ 0 w 12213772"/>
              <a:gd name="connsiteY13-28" fmla="*/ 2103119 h 2103119"/>
              <a:gd name="connsiteX0-29" fmla="*/ 0 w 12213772"/>
              <a:gd name="connsiteY0-30" fmla="*/ 2131976 h 2131976"/>
              <a:gd name="connsiteX1-31" fmla="*/ 0 w 12213772"/>
              <a:gd name="connsiteY1-32" fmla="*/ 28857 h 2131976"/>
              <a:gd name="connsiteX2-33" fmla="*/ 1201783 w 12213772"/>
              <a:gd name="connsiteY2-34" fmla="*/ 185611 h 2131976"/>
              <a:gd name="connsiteX3-35" fmla="*/ 1698172 w 12213772"/>
              <a:gd name="connsiteY3-36" fmla="*/ 81108 h 2131976"/>
              <a:gd name="connsiteX4-37" fmla="*/ 3331029 w 12213772"/>
              <a:gd name="connsiteY4-38" fmla="*/ 250926 h 2131976"/>
              <a:gd name="connsiteX5-39" fmla="*/ 5826034 w 12213772"/>
              <a:gd name="connsiteY5-40" fmla="*/ 355428 h 2131976"/>
              <a:gd name="connsiteX6-41" fmla="*/ 6740434 w 12213772"/>
              <a:gd name="connsiteY6-42" fmla="*/ 499120 h 2131976"/>
              <a:gd name="connsiteX7-43" fmla="*/ 8921932 w 12213772"/>
              <a:gd name="connsiteY7-44" fmla="*/ 969383 h 2131976"/>
              <a:gd name="connsiteX8-45" fmla="*/ 10175966 w 12213772"/>
              <a:gd name="connsiteY8-46" fmla="*/ 1034697 h 2131976"/>
              <a:gd name="connsiteX9-47" fmla="*/ 11286309 w 12213772"/>
              <a:gd name="connsiteY9-48" fmla="*/ 1178388 h 2131976"/>
              <a:gd name="connsiteX10-49" fmla="*/ 11743509 w 12213772"/>
              <a:gd name="connsiteY10-50" fmla="*/ 1309017 h 2131976"/>
              <a:gd name="connsiteX11-51" fmla="*/ 12213772 w 12213772"/>
              <a:gd name="connsiteY11-52" fmla="*/ 1178388 h 2131976"/>
              <a:gd name="connsiteX12-53" fmla="*/ 12213772 w 12213772"/>
              <a:gd name="connsiteY12-54" fmla="*/ 2118914 h 2131976"/>
              <a:gd name="connsiteX13-55" fmla="*/ 0 w 12213772"/>
              <a:gd name="connsiteY13-56" fmla="*/ 2131976 h 2131976"/>
              <a:gd name="connsiteX0-57" fmla="*/ 0 w 12213772"/>
              <a:gd name="connsiteY0-58" fmla="*/ 2152558 h 2152558"/>
              <a:gd name="connsiteX1-59" fmla="*/ 0 w 12213772"/>
              <a:gd name="connsiteY1-60" fmla="*/ 49439 h 2152558"/>
              <a:gd name="connsiteX2-61" fmla="*/ 1201783 w 12213772"/>
              <a:gd name="connsiteY2-62" fmla="*/ 206193 h 2152558"/>
              <a:gd name="connsiteX3-63" fmla="*/ 1698172 w 12213772"/>
              <a:gd name="connsiteY3-64" fmla="*/ 101690 h 2152558"/>
              <a:gd name="connsiteX4-65" fmla="*/ 3331029 w 12213772"/>
              <a:gd name="connsiteY4-66" fmla="*/ 271508 h 2152558"/>
              <a:gd name="connsiteX5-67" fmla="*/ 5826034 w 12213772"/>
              <a:gd name="connsiteY5-68" fmla="*/ 376010 h 2152558"/>
              <a:gd name="connsiteX6-69" fmla="*/ 6740434 w 12213772"/>
              <a:gd name="connsiteY6-70" fmla="*/ 519702 h 2152558"/>
              <a:gd name="connsiteX7-71" fmla="*/ 8921932 w 12213772"/>
              <a:gd name="connsiteY7-72" fmla="*/ 989965 h 2152558"/>
              <a:gd name="connsiteX8-73" fmla="*/ 10175966 w 12213772"/>
              <a:gd name="connsiteY8-74" fmla="*/ 1055279 h 2152558"/>
              <a:gd name="connsiteX9-75" fmla="*/ 11286309 w 12213772"/>
              <a:gd name="connsiteY9-76" fmla="*/ 1198970 h 2152558"/>
              <a:gd name="connsiteX10-77" fmla="*/ 11743509 w 12213772"/>
              <a:gd name="connsiteY10-78" fmla="*/ 1329599 h 2152558"/>
              <a:gd name="connsiteX11-79" fmla="*/ 12213772 w 12213772"/>
              <a:gd name="connsiteY11-80" fmla="*/ 1198970 h 2152558"/>
              <a:gd name="connsiteX12-81" fmla="*/ 12213772 w 12213772"/>
              <a:gd name="connsiteY12-82" fmla="*/ 2139496 h 2152558"/>
              <a:gd name="connsiteX13-83" fmla="*/ 0 w 12213772"/>
              <a:gd name="connsiteY13-84" fmla="*/ 2152558 h 2152558"/>
              <a:gd name="connsiteX0-85" fmla="*/ 0 w 12213772"/>
              <a:gd name="connsiteY0-86" fmla="*/ 2152558 h 2152558"/>
              <a:gd name="connsiteX1-87" fmla="*/ 0 w 12213772"/>
              <a:gd name="connsiteY1-88" fmla="*/ 49439 h 2152558"/>
              <a:gd name="connsiteX2-89" fmla="*/ 1201783 w 12213772"/>
              <a:gd name="connsiteY2-90" fmla="*/ 206193 h 2152558"/>
              <a:gd name="connsiteX3-91" fmla="*/ 1698172 w 12213772"/>
              <a:gd name="connsiteY3-92" fmla="*/ 101690 h 2152558"/>
              <a:gd name="connsiteX4-93" fmla="*/ 3331029 w 12213772"/>
              <a:gd name="connsiteY4-94" fmla="*/ 271508 h 2152558"/>
              <a:gd name="connsiteX5-95" fmla="*/ 5826034 w 12213772"/>
              <a:gd name="connsiteY5-96" fmla="*/ 376010 h 2152558"/>
              <a:gd name="connsiteX6-97" fmla="*/ 6740434 w 12213772"/>
              <a:gd name="connsiteY6-98" fmla="*/ 519702 h 2152558"/>
              <a:gd name="connsiteX7-99" fmla="*/ 8921932 w 12213772"/>
              <a:gd name="connsiteY7-100" fmla="*/ 989965 h 2152558"/>
              <a:gd name="connsiteX8-101" fmla="*/ 10175966 w 12213772"/>
              <a:gd name="connsiteY8-102" fmla="*/ 1055279 h 2152558"/>
              <a:gd name="connsiteX9-103" fmla="*/ 11286309 w 12213772"/>
              <a:gd name="connsiteY9-104" fmla="*/ 1198970 h 2152558"/>
              <a:gd name="connsiteX10-105" fmla="*/ 11743509 w 12213772"/>
              <a:gd name="connsiteY10-106" fmla="*/ 1329599 h 2152558"/>
              <a:gd name="connsiteX11-107" fmla="*/ 12213772 w 12213772"/>
              <a:gd name="connsiteY11-108" fmla="*/ 1198970 h 2152558"/>
              <a:gd name="connsiteX12-109" fmla="*/ 12213772 w 12213772"/>
              <a:gd name="connsiteY12-110" fmla="*/ 2139496 h 2152558"/>
              <a:gd name="connsiteX13-111" fmla="*/ 0 w 12213772"/>
              <a:gd name="connsiteY13-112" fmla="*/ 2152558 h 2152558"/>
              <a:gd name="connsiteX0-113" fmla="*/ 0 w 12213772"/>
              <a:gd name="connsiteY0-114" fmla="*/ 2152558 h 2152558"/>
              <a:gd name="connsiteX1-115" fmla="*/ 0 w 12213772"/>
              <a:gd name="connsiteY1-116" fmla="*/ 49439 h 2152558"/>
              <a:gd name="connsiteX2-117" fmla="*/ 1201783 w 12213772"/>
              <a:gd name="connsiteY2-118" fmla="*/ 206193 h 2152558"/>
              <a:gd name="connsiteX3-119" fmla="*/ 1698172 w 12213772"/>
              <a:gd name="connsiteY3-120" fmla="*/ 101690 h 2152558"/>
              <a:gd name="connsiteX4-121" fmla="*/ 3331029 w 12213772"/>
              <a:gd name="connsiteY4-122" fmla="*/ 271508 h 2152558"/>
              <a:gd name="connsiteX5-123" fmla="*/ 5826034 w 12213772"/>
              <a:gd name="connsiteY5-124" fmla="*/ 376010 h 2152558"/>
              <a:gd name="connsiteX6-125" fmla="*/ 6740434 w 12213772"/>
              <a:gd name="connsiteY6-126" fmla="*/ 519702 h 2152558"/>
              <a:gd name="connsiteX7-127" fmla="*/ 8921932 w 12213772"/>
              <a:gd name="connsiteY7-128" fmla="*/ 989965 h 2152558"/>
              <a:gd name="connsiteX8-129" fmla="*/ 10175966 w 12213772"/>
              <a:gd name="connsiteY8-130" fmla="*/ 1055279 h 2152558"/>
              <a:gd name="connsiteX9-131" fmla="*/ 11286309 w 12213772"/>
              <a:gd name="connsiteY9-132" fmla="*/ 1198970 h 2152558"/>
              <a:gd name="connsiteX10-133" fmla="*/ 11743509 w 12213772"/>
              <a:gd name="connsiteY10-134" fmla="*/ 1329599 h 2152558"/>
              <a:gd name="connsiteX11-135" fmla="*/ 12213772 w 12213772"/>
              <a:gd name="connsiteY11-136" fmla="*/ 1198970 h 2152558"/>
              <a:gd name="connsiteX12-137" fmla="*/ 12213772 w 12213772"/>
              <a:gd name="connsiteY12-138" fmla="*/ 2139496 h 2152558"/>
              <a:gd name="connsiteX13-139" fmla="*/ 0 w 12213772"/>
              <a:gd name="connsiteY13-140" fmla="*/ 2152558 h 2152558"/>
              <a:gd name="connsiteX0-141" fmla="*/ 0 w 12213772"/>
              <a:gd name="connsiteY0-142" fmla="*/ 2202431 h 2202431"/>
              <a:gd name="connsiteX1-143" fmla="*/ 0 w 12213772"/>
              <a:gd name="connsiteY1-144" fmla="*/ 99312 h 2202431"/>
              <a:gd name="connsiteX2-145" fmla="*/ 1201783 w 12213772"/>
              <a:gd name="connsiteY2-146" fmla="*/ 256066 h 2202431"/>
              <a:gd name="connsiteX3-147" fmla="*/ 1698172 w 12213772"/>
              <a:gd name="connsiteY3-148" fmla="*/ 151563 h 2202431"/>
              <a:gd name="connsiteX4-149" fmla="*/ 3331029 w 12213772"/>
              <a:gd name="connsiteY4-150" fmla="*/ 321381 h 2202431"/>
              <a:gd name="connsiteX5-151" fmla="*/ 5826034 w 12213772"/>
              <a:gd name="connsiteY5-152" fmla="*/ 425883 h 2202431"/>
              <a:gd name="connsiteX6-153" fmla="*/ 6740434 w 12213772"/>
              <a:gd name="connsiteY6-154" fmla="*/ 569575 h 2202431"/>
              <a:gd name="connsiteX7-155" fmla="*/ 8921932 w 12213772"/>
              <a:gd name="connsiteY7-156" fmla="*/ 1039838 h 2202431"/>
              <a:gd name="connsiteX8-157" fmla="*/ 10175966 w 12213772"/>
              <a:gd name="connsiteY8-158" fmla="*/ 1105152 h 2202431"/>
              <a:gd name="connsiteX9-159" fmla="*/ 11286309 w 12213772"/>
              <a:gd name="connsiteY9-160" fmla="*/ 1248843 h 2202431"/>
              <a:gd name="connsiteX10-161" fmla="*/ 11743509 w 12213772"/>
              <a:gd name="connsiteY10-162" fmla="*/ 1379472 h 2202431"/>
              <a:gd name="connsiteX11-163" fmla="*/ 12213772 w 12213772"/>
              <a:gd name="connsiteY11-164" fmla="*/ 1248843 h 2202431"/>
              <a:gd name="connsiteX12-165" fmla="*/ 12213772 w 12213772"/>
              <a:gd name="connsiteY12-166" fmla="*/ 2189369 h 2202431"/>
              <a:gd name="connsiteX13-167" fmla="*/ 0 w 12213772"/>
              <a:gd name="connsiteY13-168" fmla="*/ 2202431 h 2202431"/>
              <a:gd name="connsiteX0-169" fmla="*/ 0 w 12213772"/>
              <a:gd name="connsiteY0-170" fmla="*/ 2340332 h 2340332"/>
              <a:gd name="connsiteX1-171" fmla="*/ 0 w 12213772"/>
              <a:gd name="connsiteY1-172" fmla="*/ 237213 h 2340332"/>
              <a:gd name="connsiteX2-173" fmla="*/ 1201783 w 12213772"/>
              <a:gd name="connsiteY2-174" fmla="*/ 393967 h 2340332"/>
              <a:gd name="connsiteX3-175" fmla="*/ 1698172 w 12213772"/>
              <a:gd name="connsiteY3-176" fmla="*/ 289464 h 2340332"/>
              <a:gd name="connsiteX4-177" fmla="*/ 3331029 w 12213772"/>
              <a:gd name="connsiteY4-178" fmla="*/ 459282 h 2340332"/>
              <a:gd name="connsiteX5-179" fmla="*/ 5826034 w 12213772"/>
              <a:gd name="connsiteY5-180" fmla="*/ 563784 h 2340332"/>
              <a:gd name="connsiteX6-181" fmla="*/ 6740434 w 12213772"/>
              <a:gd name="connsiteY6-182" fmla="*/ 707476 h 2340332"/>
              <a:gd name="connsiteX7-183" fmla="*/ 8921932 w 12213772"/>
              <a:gd name="connsiteY7-184" fmla="*/ 1177739 h 2340332"/>
              <a:gd name="connsiteX8-185" fmla="*/ 10175966 w 12213772"/>
              <a:gd name="connsiteY8-186" fmla="*/ 1243053 h 2340332"/>
              <a:gd name="connsiteX9-187" fmla="*/ 11286309 w 12213772"/>
              <a:gd name="connsiteY9-188" fmla="*/ 1386744 h 2340332"/>
              <a:gd name="connsiteX10-189" fmla="*/ 11743509 w 12213772"/>
              <a:gd name="connsiteY10-190" fmla="*/ 1517373 h 2340332"/>
              <a:gd name="connsiteX11-191" fmla="*/ 12213772 w 12213772"/>
              <a:gd name="connsiteY11-192" fmla="*/ 1386744 h 2340332"/>
              <a:gd name="connsiteX12-193" fmla="*/ 12213772 w 12213772"/>
              <a:gd name="connsiteY12-194" fmla="*/ 2327270 h 2340332"/>
              <a:gd name="connsiteX13-195" fmla="*/ 0 w 12213772"/>
              <a:gd name="connsiteY13-196" fmla="*/ 2340332 h 2340332"/>
              <a:gd name="connsiteX0-197" fmla="*/ 0 w 12213772"/>
              <a:gd name="connsiteY0-198" fmla="*/ 2340332 h 2340332"/>
              <a:gd name="connsiteX1-199" fmla="*/ 0 w 12213772"/>
              <a:gd name="connsiteY1-200" fmla="*/ 237213 h 2340332"/>
              <a:gd name="connsiteX2-201" fmla="*/ 1201783 w 12213772"/>
              <a:gd name="connsiteY2-202" fmla="*/ 393967 h 2340332"/>
              <a:gd name="connsiteX3-203" fmla="*/ 1698172 w 12213772"/>
              <a:gd name="connsiteY3-204" fmla="*/ 289464 h 2340332"/>
              <a:gd name="connsiteX4-205" fmla="*/ 3331029 w 12213772"/>
              <a:gd name="connsiteY4-206" fmla="*/ 459282 h 2340332"/>
              <a:gd name="connsiteX5-207" fmla="*/ 5826034 w 12213772"/>
              <a:gd name="connsiteY5-208" fmla="*/ 563784 h 2340332"/>
              <a:gd name="connsiteX6-209" fmla="*/ 6740434 w 12213772"/>
              <a:gd name="connsiteY6-210" fmla="*/ 707476 h 2340332"/>
              <a:gd name="connsiteX7-211" fmla="*/ 8921932 w 12213772"/>
              <a:gd name="connsiteY7-212" fmla="*/ 1177739 h 2340332"/>
              <a:gd name="connsiteX8-213" fmla="*/ 10175966 w 12213772"/>
              <a:gd name="connsiteY8-214" fmla="*/ 1243053 h 2340332"/>
              <a:gd name="connsiteX9-215" fmla="*/ 11286309 w 12213772"/>
              <a:gd name="connsiteY9-216" fmla="*/ 1386744 h 2340332"/>
              <a:gd name="connsiteX10-217" fmla="*/ 11743509 w 12213772"/>
              <a:gd name="connsiteY10-218" fmla="*/ 1517373 h 2340332"/>
              <a:gd name="connsiteX11-219" fmla="*/ 12213772 w 12213772"/>
              <a:gd name="connsiteY11-220" fmla="*/ 1386744 h 2340332"/>
              <a:gd name="connsiteX12-221" fmla="*/ 12213772 w 12213772"/>
              <a:gd name="connsiteY12-222" fmla="*/ 2327270 h 2340332"/>
              <a:gd name="connsiteX13-223" fmla="*/ 0 w 12213772"/>
              <a:gd name="connsiteY13-224" fmla="*/ 2340332 h 2340332"/>
              <a:gd name="connsiteX0-225" fmla="*/ 0 w 12213772"/>
              <a:gd name="connsiteY0-226" fmla="*/ 2439646 h 2439646"/>
              <a:gd name="connsiteX1-227" fmla="*/ 0 w 12213772"/>
              <a:gd name="connsiteY1-228" fmla="*/ 336527 h 2439646"/>
              <a:gd name="connsiteX2-229" fmla="*/ 1201783 w 12213772"/>
              <a:gd name="connsiteY2-230" fmla="*/ 493281 h 2439646"/>
              <a:gd name="connsiteX3-231" fmla="*/ 1698172 w 12213772"/>
              <a:gd name="connsiteY3-232" fmla="*/ 388778 h 2439646"/>
              <a:gd name="connsiteX4-233" fmla="*/ 3331029 w 12213772"/>
              <a:gd name="connsiteY4-234" fmla="*/ 558596 h 2439646"/>
              <a:gd name="connsiteX5-235" fmla="*/ 5826034 w 12213772"/>
              <a:gd name="connsiteY5-236" fmla="*/ 663098 h 2439646"/>
              <a:gd name="connsiteX6-237" fmla="*/ 6740434 w 12213772"/>
              <a:gd name="connsiteY6-238" fmla="*/ 806790 h 2439646"/>
              <a:gd name="connsiteX7-239" fmla="*/ 8921932 w 12213772"/>
              <a:gd name="connsiteY7-240" fmla="*/ 1277053 h 2439646"/>
              <a:gd name="connsiteX8-241" fmla="*/ 10175966 w 12213772"/>
              <a:gd name="connsiteY8-242" fmla="*/ 1342367 h 2439646"/>
              <a:gd name="connsiteX9-243" fmla="*/ 11286309 w 12213772"/>
              <a:gd name="connsiteY9-244" fmla="*/ 1486058 h 2439646"/>
              <a:gd name="connsiteX10-245" fmla="*/ 11743509 w 12213772"/>
              <a:gd name="connsiteY10-246" fmla="*/ 1616687 h 2439646"/>
              <a:gd name="connsiteX11-247" fmla="*/ 12213772 w 12213772"/>
              <a:gd name="connsiteY11-248" fmla="*/ 1486058 h 2439646"/>
              <a:gd name="connsiteX12-249" fmla="*/ 12213772 w 12213772"/>
              <a:gd name="connsiteY12-250" fmla="*/ 2426584 h 2439646"/>
              <a:gd name="connsiteX13-251" fmla="*/ 0 w 12213772"/>
              <a:gd name="connsiteY13-252" fmla="*/ 2439646 h 2439646"/>
              <a:gd name="connsiteX0-253" fmla="*/ 0 w 12213772"/>
              <a:gd name="connsiteY0-254" fmla="*/ 2439646 h 2439646"/>
              <a:gd name="connsiteX1-255" fmla="*/ 0 w 12213772"/>
              <a:gd name="connsiteY1-256" fmla="*/ 336527 h 2439646"/>
              <a:gd name="connsiteX2-257" fmla="*/ 1201783 w 12213772"/>
              <a:gd name="connsiteY2-258" fmla="*/ 493281 h 2439646"/>
              <a:gd name="connsiteX3-259" fmla="*/ 1698172 w 12213772"/>
              <a:gd name="connsiteY3-260" fmla="*/ 388778 h 2439646"/>
              <a:gd name="connsiteX4-261" fmla="*/ 3331029 w 12213772"/>
              <a:gd name="connsiteY4-262" fmla="*/ 558596 h 2439646"/>
              <a:gd name="connsiteX5-263" fmla="*/ 5826034 w 12213772"/>
              <a:gd name="connsiteY5-264" fmla="*/ 663098 h 2439646"/>
              <a:gd name="connsiteX6-265" fmla="*/ 6740434 w 12213772"/>
              <a:gd name="connsiteY6-266" fmla="*/ 806790 h 2439646"/>
              <a:gd name="connsiteX7-267" fmla="*/ 8921932 w 12213772"/>
              <a:gd name="connsiteY7-268" fmla="*/ 1277053 h 2439646"/>
              <a:gd name="connsiteX8-269" fmla="*/ 10175966 w 12213772"/>
              <a:gd name="connsiteY8-270" fmla="*/ 1342367 h 2439646"/>
              <a:gd name="connsiteX9-271" fmla="*/ 11286309 w 12213772"/>
              <a:gd name="connsiteY9-272" fmla="*/ 1486058 h 2439646"/>
              <a:gd name="connsiteX10-273" fmla="*/ 11743509 w 12213772"/>
              <a:gd name="connsiteY10-274" fmla="*/ 1616687 h 2439646"/>
              <a:gd name="connsiteX11-275" fmla="*/ 12213772 w 12213772"/>
              <a:gd name="connsiteY11-276" fmla="*/ 1486058 h 2439646"/>
              <a:gd name="connsiteX12-277" fmla="*/ 12213772 w 12213772"/>
              <a:gd name="connsiteY12-278" fmla="*/ 2426584 h 2439646"/>
              <a:gd name="connsiteX13-279" fmla="*/ 0 w 12213772"/>
              <a:gd name="connsiteY13-280" fmla="*/ 2439646 h 2439646"/>
              <a:gd name="connsiteX0-281" fmla="*/ 0 w 12213772"/>
              <a:gd name="connsiteY0-282" fmla="*/ 2439646 h 2439646"/>
              <a:gd name="connsiteX1-283" fmla="*/ 0 w 12213772"/>
              <a:gd name="connsiteY1-284" fmla="*/ 336527 h 2439646"/>
              <a:gd name="connsiteX2-285" fmla="*/ 1201783 w 12213772"/>
              <a:gd name="connsiteY2-286" fmla="*/ 493281 h 2439646"/>
              <a:gd name="connsiteX3-287" fmla="*/ 1698172 w 12213772"/>
              <a:gd name="connsiteY3-288" fmla="*/ 388778 h 2439646"/>
              <a:gd name="connsiteX4-289" fmla="*/ 3331029 w 12213772"/>
              <a:gd name="connsiteY4-290" fmla="*/ 558596 h 2439646"/>
              <a:gd name="connsiteX5-291" fmla="*/ 5826034 w 12213772"/>
              <a:gd name="connsiteY5-292" fmla="*/ 663098 h 2439646"/>
              <a:gd name="connsiteX6-293" fmla="*/ 6740434 w 12213772"/>
              <a:gd name="connsiteY6-294" fmla="*/ 806790 h 2439646"/>
              <a:gd name="connsiteX7-295" fmla="*/ 8921932 w 12213772"/>
              <a:gd name="connsiteY7-296" fmla="*/ 1277053 h 2439646"/>
              <a:gd name="connsiteX8-297" fmla="*/ 10175966 w 12213772"/>
              <a:gd name="connsiteY8-298" fmla="*/ 1342367 h 2439646"/>
              <a:gd name="connsiteX9-299" fmla="*/ 11286309 w 12213772"/>
              <a:gd name="connsiteY9-300" fmla="*/ 1486058 h 2439646"/>
              <a:gd name="connsiteX10-301" fmla="*/ 11743509 w 12213772"/>
              <a:gd name="connsiteY10-302" fmla="*/ 1616687 h 2439646"/>
              <a:gd name="connsiteX11-303" fmla="*/ 12213772 w 12213772"/>
              <a:gd name="connsiteY11-304" fmla="*/ 1486058 h 2439646"/>
              <a:gd name="connsiteX12-305" fmla="*/ 12213772 w 12213772"/>
              <a:gd name="connsiteY12-306" fmla="*/ 2426584 h 2439646"/>
              <a:gd name="connsiteX13-307" fmla="*/ 0 w 12213772"/>
              <a:gd name="connsiteY13-308" fmla="*/ 2439646 h 2439646"/>
              <a:gd name="connsiteX0-309" fmla="*/ 0 w 12213772"/>
              <a:gd name="connsiteY0-310" fmla="*/ 2439646 h 2439646"/>
              <a:gd name="connsiteX1-311" fmla="*/ 0 w 12213772"/>
              <a:gd name="connsiteY1-312" fmla="*/ 336527 h 2439646"/>
              <a:gd name="connsiteX2-313" fmla="*/ 1201783 w 12213772"/>
              <a:gd name="connsiteY2-314" fmla="*/ 493281 h 2439646"/>
              <a:gd name="connsiteX3-315" fmla="*/ 1698172 w 12213772"/>
              <a:gd name="connsiteY3-316" fmla="*/ 388778 h 2439646"/>
              <a:gd name="connsiteX4-317" fmla="*/ 3331029 w 12213772"/>
              <a:gd name="connsiteY4-318" fmla="*/ 558596 h 2439646"/>
              <a:gd name="connsiteX5-319" fmla="*/ 5826034 w 12213772"/>
              <a:gd name="connsiteY5-320" fmla="*/ 663098 h 2439646"/>
              <a:gd name="connsiteX6-321" fmla="*/ 6740434 w 12213772"/>
              <a:gd name="connsiteY6-322" fmla="*/ 806790 h 2439646"/>
              <a:gd name="connsiteX7-323" fmla="*/ 8921932 w 12213772"/>
              <a:gd name="connsiteY7-324" fmla="*/ 1277053 h 2439646"/>
              <a:gd name="connsiteX8-325" fmla="*/ 10175966 w 12213772"/>
              <a:gd name="connsiteY8-326" fmla="*/ 1342367 h 2439646"/>
              <a:gd name="connsiteX9-327" fmla="*/ 11286309 w 12213772"/>
              <a:gd name="connsiteY9-328" fmla="*/ 1486058 h 2439646"/>
              <a:gd name="connsiteX10-329" fmla="*/ 11743509 w 12213772"/>
              <a:gd name="connsiteY10-330" fmla="*/ 1616687 h 2439646"/>
              <a:gd name="connsiteX11-331" fmla="*/ 12213772 w 12213772"/>
              <a:gd name="connsiteY11-332" fmla="*/ 1486058 h 2439646"/>
              <a:gd name="connsiteX12-333" fmla="*/ 12213772 w 12213772"/>
              <a:gd name="connsiteY12-334" fmla="*/ 2426584 h 2439646"/>
              <a:gd name="connsiteX13-335" fmla="*/ 0 w 12213772"/>
              <a:gd name="connsiteY13-336" fmla="*/ 2439646 h 2439646"/>
              <a:gd name="connsiteX0-337" fmla="*/ 0 w 12213772"/>
              <a:gd name="connsiteY0-338" fmla="*/ 2439646 h 2439646"/>
              <a:gd name="connsiteX1-339" fmla="*/ 0 w 12213772"/>
              <a:gd name="connsiteY1-340" fmla="*/ 336527 h 2439646"/>
              <a:gd name="connsiteX2-341" fmla="*/ 1201783 w 12213772"/>
              <a:gd name="connsiteY2-342" fmla="*/ 493281 h 2439646"/>
              <a:gd name="connsiteX3-343" fmla="*/ 1698172 w 12213772"/>
              <a:gd name="connsiteY3-344" fmla="*/ 388778 h 2439646"/>
              <a:gd name="connsiteX4-345" fmla="*/ 3331029 w 12213772"/>
              <a:gd name="connsiteY4-346" fmla="*/ 558596 h 2439646"/>
              <a:gd name="connsiteX5-347" fmla="*/ 5826034 w 12213772"/>
              <a:gd name="connsiteY5-348" fmla="*/ 663098 h 2439646"/>
              <a:gd name="connsiteX6-349" fmla="*/ 6740434 w 12213772"/>
              <a:gd name="connsiteY6-350" fmla="*/ 806790 h 2439646"/>
              <a:gd name="connsiteX7-351" fmla="*/ 8921932 w 12213772"/>
              <a:gd name="connsiteY7-352" fmla="*/ 1277053 h 2439646"/>
              <a:gd name="connsiteX8-353" fmla="*/ 10175966 w 12213772"/>
              <a:gd name="connsiteY8-354" fmla="*/ 1342367 h 2439646"/>
              <a:gd name="connsiteX9-355" fmla="*/ 11286309 w 12213772"/>
              <a:gd name="connsiteY9-356" fmla="*/ 1486058 h 2439646"/>
              <a:gd name="connsiteX10-357" fmla="*/ 11743509 w 12213772"/>
              <a:gd name="connsiteY10-358" fmla="*/ 1616687 h 2439646"/>
              <a:gd name="connsiteX11-359" fmla="*/ 12213772 w 12213772"/>
              <a:gd name="connsiteY11-360" fmla="*/ 1486058 h 2439646"/>
              <a:gd name="connsiteX12-361" fmla="*/ 12213772 w 12213772"/>
              <a:gd name="connsiteY12-362" fmla="*/ 2426584 h 2439646"/>
              <a:gd name="connsiteX13-363" fmla="*/ 0 w 12213772"/>
              <a:gd name="connsiteY13-364" fmla="*/ 2439646 h 2439646"/>
              <a:gd name="connsiteX0-365" fmla="*/ 0 w 12213772"/>
              <a:gd name="connsiteY0-366" fmla="*/ 2439646 h 2439646"/>
              <a:gd name="connsiteX1-367" fmla="*/ 0 w 12213772"/>
              <a:gd name="connsiteY1-368" fmla="*/ 336527 h 2439646"/>
              <a:gd name="connsiteX2-369" fmla="*/ 1201783 w 12213772"/>
              <a:gd name="connsiteY2-370" fmla="*/ 493281 h 2439646"/>
              <a:gd name="connsiteX3-371" fmla="*/ 1698172 w 12213772"/>
              <a:gd name="connsiteY3-372" fmla="*/ 388778 h 2439646"/>
              <a:gd name="connsiteX4-373" fmla="*/ 3331029 w 12213772"/>
              <a:gd name="connsiteY4-374" fmla="*/ 558596 h 2439646"/>
              <a:gd name="connsiteX5-375" fmla="*/ 5826034 w 12213772"/>
              <a:gd name="connsiteY5-376" fmla="*/ 663098 h 2439646"/>
              <a:gd name="connsiteX6-377" fmla="*/ 6740434 w 12213772"/>
              <a:gd name="connsiteY6-378" fmla="*/ 806790 h 2439646"/>
              <a:gd name="connsiteX7-379" fmla="*/ 8921932 w 12213772"/>
              <a:gd name="connsiteY7-380" fmla="*/ 1277053 h 2439646"/>
              <a:gd name="connsiteX8-381" fmla="*/ 10175966 w 12213772"/>
              <a:gd name="connsiteY8-382" fmla="*/ 1342367 h 2439646"/>
              <a:gd name="connsiteX9-383" fmla="*/ 11286309 w 12213772"/>
              <a:gd name="connsiteY9-384" fmla="*/ 1486058 h 2439646"/>
              <a:gd name="connsiteX10-385" fmla="*/ 11743509 w 12213772"/>
              <a:gd name="connsiteY10-386" fmla="*/ 1616687 h 2439646"/>
              <a:gd name="connsiteX11-387" fmla="*/ 12213772 w 12213772"/>
              <a:gd name="connsiteY11-388" fmla="*/ 1486058 h 2439646"/>
              <a:gd name="connsiteX12-389" fmla="*/ 12213772 w 12213772"/>
              <a:gd name="connsiteY12-390" fmla="*/ 2426584 h 2439646"/>
              <a:gd name="connsiteX13-391" fmla="*/ 0 w 12213772"/>
              <a:gd name="connsiteY13-392" fmla="*/ 2439646 h 2439646"/>
              <a:gd name="connsiteX0-393" fmla="*/ 0 w 12213772"/>
              <a:gd name="connsiteY0-394" fmla="*/ 2439646 h 2439646"/>
              <a:gd name="connsiteX1-395" fmla="*/ 0 w 12213772"/>
              <a:gd name="connsiteY1-396" fmla="*/ 336527 h 2439646"/>
              <a:gd name="connsiteX2-397" fmla="*/ 1201783 w 12213772"/>
              <a:gd name="connsiteY2-398" fmla="*/ 493281 h 2439646"/>
              <a:gd name="connsiteX3-399" fmla="*/ 1698172 w 12213772"/>
              <a:gd name="connsiteY3-400" fmla="*/ 388778 h 2439646"/>
              <a:gd name="connsiteX4-401" fmla="*/ 3331029 w 12213772"/>
              <a:gd name="connsiteY4-402" fmla="*/ 558596 h 2439646"/>
              <a:gd name="connsiteX5-403" fmla="*/ 5826034 w 12213772"/>
              <a:gd name="connsiteY5-404" fmla="*/ 663098 h 2439646"/>
              <a:gd name="connsiteX6-405" fmla="*/ 6740434 w 12213772"/>
              <a:gd name="connsiteY6-406" fmla="*/ 806790 h 2439646"/>
              <a:gd name="connsiteX7-407" fmla="*/ 8921932 w 12213772"/>
              <a:gd name="connsiteY7-408" fmla="*/ 1277053 h 2439646"/>
              <a:gd name="connsiteX8-409" fmla="*/ 10175966 w 12213772"/>
              <a:gd name="connsiteY8-410" fmla="*/ 1342367 h 2439646"/>
              <a:gd name="connsiteX9-411" fmla="*/ 11286309 w 12213772"/>
              <a:gd name="connsiteY9-412" fmla="*/ 1486058 h 2439646"/>
              <a:gd name="connsiteX10-413" fmla="*/ 11743509 w 12213772"/>
              <a:gd name="connsiteY10-414" fmla="*/ 1616687 h 2439646"/>
              <a:gd name="connsiteX11-415" fmla="*/ 12213772 w 12213772"/>
              <a:gd name="connsiteY11-416" fmla="*/ 1486058 h 2439646"/>
              <a:gd name="connsiteX12-417" fmla="*/ 12213772 w 12213772"/>
              <a:gd name="connsiteY12-418" fmla="*/ 2426584 h 2439646"/>
              <a:gd name="connsiteX13-419" fmla="*/ 0 w 12213772"/>
              <a:gd name="connsiteY13-420" fmla="*/ 2439646 h 2439646"/>
              <a:gd name="connsiteX0-421" fmla="*/ 0 w 12213772"/>
              <a:gd name="connsiteY0-422" fmla="*/ 2439646 h 2439646"/>
              <a:gd name="connsiteX1-423" fmla="*/ 0 w 12213772"/>
              <a:gd name="connsiteY1-424" fmla="*/ 336527 h 2439646"/>
              <a:gd name="connsiteX2-425" fmla="*/ 1201783 w 12213772"/>
              <a:gd name="connsiteY2-426" fmla="*/ 493281 h 2439646"/>
              <a:gd name="connsiteX3-427" fmla="*/ 1698172 w 12213772"/>
              <a:gd name="connsiteY3-428" fmla="*/ 388778 h 2439646"/>
              <a:gd name="connsiteX4-429" fmla="*/ 3331029 w 12213772"/>
              <a:gd name="connsiteY4-430" fmla="*/ 558596 h 2439646"/>
              <a:gd name="connsiteX5-431" fmla="*/ 5826034 w 12213772"/>
              <a:gd name="connsiteY5-432" fmla="*/ 663098 h 2439646"/>
              <a:gd name="connsiteX6-433" fmla="*/ 6740434 w 12213772"/>
              <a:gd name="connsiteY6-434" fmla="*/ 806790 h 2439646"/>
              <a:gd name="connsiteX7-435" fmla="*/ 8921932 w 12213772"/>
              <a:gd name="connsiteY7-436" fmla="*/ 1277053 h 2439646"/>
              <a:gd name="connsiteX8-437" fmla="*/ 10175966 w 12213772"/>
              <a:gd name="connsiteY8-438" fmla="*/ 1342367 h 2439646"/>
              <a:gd name="connsiteX9-439" fmla="*/ 11286309 w 12213772"/>
              <a:gd name="connsiteY9-440" fmla="*/ 1486058 h 2439646"/>
              <a:gd name="connsiteX10-441" fmla="*/ 11743509 w 12213772"/>
              <a:gd name="connsiteY10-442" fmla="*/ 1616687 h 2439646"/>
              <a:gd name="connsiteX11-443" fmla="*/ 12213772 w 12213772"/>
              <a:gd name="connsiteY11-444" fmla="*/ 1486058 h 2439646"/>
              <a:gd name="connsiteX12-445" fmla="*/ 12213772 w 12213772"/>
              <a:gd name="connsiteY12-446" fmla="*/ 2426584 h 2439646"/>
              <a:gd name="connsiteX13-447" fmla="*/ 0 w 12213772"/>
              <a:gd name="connsiteY13-448" fmla="*/ 2439646 h 2439646"/>
              <a:gd name="connsiteX0-449" fmla="*/ 0 w 12213772"/>
              <a:gd name="connsiteY0-450" fmla="*/ 2439646 h 2439646"/>
              <a:gd name="connsiteX1-451" fmla="*/ 0 w 12213772"/>
              <a:gd name="connsiteY1-452" fmla="*/ 336527 h 2439646"/>
              <a:gd name="connsiteX2-453" fmla="*/ 1201783 w 12213772"/>
              <a:gd name="connsiteY2-454" fmla="*/ 493281 h 2439646"/>
              <a:gd name="connsiteX3-455" fmla="*/ 1698172 w 12213772"/>
              <a:gd name="connsiteY3-456" fmla="*/ 388778 h 2439646"/>
              <a:gd name="connsiteX4-457" fmla="*/ 3331029 w 12213772"/>
              <a:gd name="connsiteY4-458" fmla="*/ 558596 h 2439646"/>
              <a:gd name="connsiteX5-459" fmla="*/ 5826034 w 12213772"/>
              <a:gd name="connsiteY5-460" fmla="*/ 663098 h 2439646"/>
              <a:gd name="connsiteX6-461" fmla="*/ 6740434 w 12213772"/>
              <a:gd name="connsiteY6-462" fmla="*/ 806790 h 2439646"/>
              <a:gd name="connsiteX7-463" fmla="*/ 8921932 w 12213772"/>
              <a:gd name="connsiteY7-464" fmla="*/ 1277053 h 2439646"/>
              <a:gd name="connsiteX8-465" fmla="*/ 10175966 w 12213772"/>
              <a:gd name="connsiteY8-466" fmla="*/ 1342367 h 2439646"/>
              <a:gd name="connsiteX9-467" fmla="*/ 11286309 w 12213772"/>
              <a:gd name="connsiteY9-468" fmla="*/ 1486058 h 2439646"/>
              <a:gd name="connsiteX10-469" fmla="*/ 11743509 w 12213772"/>
              <a:gd name="connsiteY10-470" fmla="*/ 1616687 h 2439646"/>
              <a:gd name="connsiteX11-471" fmla="*/ 12213772 w 12213772"/>
              <a:gd name="connsiteY11-472" fmla="*/ 1486058 h 2439646"/>
              <a:gd name="connsiteX12-473" fmla="*/ 12213772 w 12213772"/>
              <a:gd name="connsiteY12-474" fmla="*/ 2426584 h 2439646"/>
              <a:gd name="connsiteX13-475" fmla="*/ 0 w 12213772"/>
              <a:gd name="connsiteY13-476" fmla="*/ 2439646 h 2439646"/>
              <a:gd name="connsiteX0-477" fmla="*/ 0 w 12213772"/>
              <a:gd name="connsiteY0-478" fmla="*/ 2439646 h 2439646"/>
              <a:gd name="connsiteX1-479" fmla="*/ 0 w 12213772"/>
              <a:gd name="connsiteY1-480" fmla="*/ 336527 h 2439646"/>
              <a:gd name="connsiteX2-481" fmla="*/ 1201783 w 12213772"/>
              <a:gd name="connsiteY2-482" fmla="*/ 493281 h 2439646"/>
              <a:gd name="connsiteX3-483" fmla="*/ 1698172 w 12213772"/>
              <a:gd name="connsiteY3-484" fmla="*/ 388778 h 2439646"/>
              <a:gd name="connsiteX4-485" fmla="*/ 3331029 w 12213772"/>
              <a:gd name="connsiteY4-486" fmla="*/ 558596 h 2439646"/>
              <a:gd name="connsiteX5-487" fmla="*/ 5826034 w 12213772"/>
              <a:gd name="connsiteY5-488" fmla="*/ 663098 h 2439646"/>
              <a:gd name="connsiteX6-489" fmla="*/ 6740434 w 12213772"/>
              <a:gd name="connsiteY6-490" fmla="*/ 806790 h 2439646"/>
              <a:gd name="connsiteX7-491" fmla="*/ 8921932 w 12213772"/>
              <a:gd name="connsiteY7-492" fmla="*/ 1277053 h 2439646"/>
              <a:gd name="connsiteX8-493" fmla="*/ 10175966 w 12213772"/>
              <a:gd name="connsiteY8-494" fmla="*/ 1342367 h 2439646"/>
              <a:gd name="connsiteX9-495" fmla="*/ 11286309 w 12213772"/>
              <a:gd name="connsiteY9-496" fmla="*/ 1486058 h 2439646"/>
              <a:gd name="connsiteX10-497" fmla="*/ 11743509 w 12213772"/>
              <a:gd name="connsiteY10-498" fmla="*/ 1616687 h 2439646"/>
              <a:gd name="connsiteX11-499" fmla="*/ 12213772 w 12213772"/>
              <a:gd name="connsiteY11-500" fmla="*/ 1486058 h 2439646"/>
              <a:gd name="connsiteX12-501" fmla="*/ 12213772 w 12213772"/>
              <a:gd name="connsiteY12-502" fmla="*/ 2426584 h 2439646"/>
              <a:gd name="connsiteX13-503" fmla="*/ 0 w 12213772"/>
              <a:gd name="connsiteY13-504" fmla="*/ 2439646 h 2439646"/>
              <a:gd name="connsiteX0-505" fmla="*/ 0 w 12213772"/>
              <a:gd name="connsiteY0-506" fmla="*/ 2439646 h 2439646"/>
              <a:gd name="connsiteX1-507" fmla="*/ 0 w 12213772"/>
              <a:gd name="connsiteY1-508" fmla="*/ 336527 h 2439646"/>
              <a:gd name="connsiteX2-509" fmla="*/ 1201783 w 12213772"/>
              <a:gd name="connsiteY2-510" fmla="*/ 493281 h 2439646"/>
              <a:gd name="connsiteX3-511" fmla="*/ 1698172 w 12213772"/>
              <a:gd name="connsiteY3-512" fmla="*/ 388778 h 2439646"/>
              <a:gd name="connsiteX4-513" fmla="*/ 3331029 w 12213772"/>
              <a:gd name="connsiteY4-514" fmla="*/ 558596 h 2439646"/>
              <a:gd name="connsiteX5-515" fmla="*/ 5826034 w 12213772"/>
              <a:gd name="connsiteY5-516" fmla="*/ 663098 h 2439646"/>
              <a:gd name="connsiteX6-517" fmla="*/ 6740434 w 12213772"/>
              <a:gd name="connsiteY6-518" fmla="*/ 806790 h 2439646"/>
              <a:gd name="connsiteX7-519" fmla="*/ 8921932 w 12213772"/>
              <a:gd name="connsiteY7-520" fmla="*/ 1277053 h 2439646"/>
              <a:gd name="connsiteX8-521" fmla="*/ 10175966 w 12213772"/>
              <a:gd name="connsiteY8-522" fmla="*/ 1342367 h 2439646"/>
              <a:gd name="connsiteX9-523" fmla="*/ 11286309 w 12213772"/>
              <a:gd name="connsiteY9-524" fmla="*/ 1486058 h 2439646"/>
              <a:gd name="connsiteX10-525" fmla="*/ 11743509 w 12213772"/>
              <a:gd name="connsiteY10-526" fmla="*/ 1616687 h 2439646"/>
              <a:gd name="connsiteX11-527" fmla="*/ 12213772 w 12213772"/>
              <a:gd name="connsiteY11-528" fmla="*/ 1486058 h 2439646"/>
              <a:gd name="connsiteX12-529" fmla="*/ 12213772 w 12213772"/>
              <a:gd name="connsiteY12-530" fmla="*/ 2426584 h 2439646"/>
              <a:gd name="connsiteX13-531" fmla="*/ 0 w 12213772"/>
              <a:gd name="connsiteY13-532" fmla="*/ 2439646 h 2439646"/>
              <a:gd name="connsiteX0-533" fmla="*/ 0 w 12213772"/>
              <a:gd name="connsiteY0-534" fmla="*/ 2439646 h 2439646"/>
              <a:gd name="connsiteX1-535" fmla="*/ 0 w 12213772"/>
              <a:gd name="connsiteY1-536" fmla="*/ 336527 h 2439646"/>
              <a:gd name="connsiteX2-537" fmla="*/ 1201783 w 12213772"/>
              <a:gd name="connsiteY2-538" fmla="*/ 493281 h 2439646"/>
              <a:gd name="connsiteX3-539" fmla="*/ 1698172 w 12213772"/>
              <a:gd name="connsiteY3-540" fmla="*/ 388778 h 2439646"/>
              <a:gd name="connsiteX4-541" fmla="*/ 3331029 w 12213772"/>
              <a:gd name="connsiteY4-542" fmla="*/ 558596 h 2439646"/>
              <a:gd name="connsiteX5-543" fmla="*/ 5826034 w 12213772"/>
              <a:gd name="connsiteY5-544" fmla="*/ 663098 h 2439646"/>
              <a:gd name="connsiteX6-545" fmla="*/ 6740434 w 12213772"/>
              <a:gd name="connsiteY6-546" fmla="*/ 806790 h 2439646"/>
              <a:gd name="connsiteX7-547" fmla="*/ 8921932 w 12213772"/>
              <a:gd name="connsiteY7-548" fmla="*/ 1277053 h 2439646"/>
              <a:gd name="connsiteX8-549" fmla="*/ 10175966 w 12213772"/>
              <a:gd name="connsiteY8-550" fmla="*/ 1342367 h 2439646"/>
              <a:gd name="connsiteX9-551" fmla="*/ 11286309 w 12213772"/>
              <a:gd name="connsiteY9-552" fmla="*/ 1486058 h 2439646"/>
              <a:gd name="connsiteX10-553" fmla="*/ 11743509 w 12213772"/>
              <a:gd name="connsiteY10-554" fmla="*/ 1616687 h 2439646"/>
              <a:gd name="connsiteX11-555" fmla="*/ 12213772 w 12213772"/>
              <a:gd name="connsiteY11-556" fmla="*/ 1486058 h 2439646"/>
              <a:gd name="connsiteX12-557" fmla="*/ 12213772 w 12213772"/>
              <a:gd name="connsiteY12-558" fmla="*/ 2426584 h 2439646"/>
              <a:gd name="connsiteX13-559" fmla="*/ 0 w 12213772"/>
              <a:gd name="connsiteY13-560" fmla="*/ 2439646 h 2439646"/>
              <a:gd name="connsiteX0-561" fmla="*/ 0 w 12213772"/>
              <a:gd name="connsiteY0-562" fmla="*/ 2439646 h 2439646"/>
              <a:gd name="connsiteX1-563" fmla="*/ 0 w 12213772"/>
              <a:gd name="connsiteY1-564" fmla="*/ 336527 h 2439646"/>
              <a:gd name="connsiteX2-565" fmla="*/ 1201783 w 12213772"/>
              <a:gd name="connsiteY2-566" fmla="*/ 493281 h 2439646"/>
              <a:gd name="connsiteX3-567" fmla="*/ 1698172 w 12213772"/>
              <a:gd name="connsiteY3-568" fmla="*/ 388778 h 2439646"/>
              <a:gd name="connsiteX4-569" fmla="*/ 3331029 w 12213772"/>
              <a:gd name="connsiteY4-570" fmla="*/ 558596 h 2439646"/>
              <a:gd name="connsiteX5-571" fmla="*/ 5826034 w 12213772"/>
              <a:gd name="connsiteY5-572" fmla="*/ 663098 h 2439646"/>
              <a:gd name="connsiteX6-573" fmla="*/ 6740434 w 12213772"/>
              <a:gd name="connsiteY6-574" fmla="*/ 806790 h 2439646"/>
              <a:gd name="connsiteX7-575" fmla="*/ 8921932 w 12213772"/>
              <a:gd name="connsiteY7-576" fmla="*/ 1277053 h 2439646"/>
              <a:gd name="connsiteX8-577" fmla="*/ 10175966 w 12213772"/>
              <a:gd name="connsiteY8-578" fmla="*/ 1342367 h 2439646"/>
              <a:gd name="connsiteX9-579" fmla="*/ 11286309 w 12213772"/>
              <a:gd name="connsiteY9-580" fmla="*/ 1486058 h 2439646"/>
              <a:gd name="connsiteX10-581" fmla="*/ 11743509 w 12213772"/>
              <a:gd name="connsiteY10-582" fmla="*/ 1616687 h 2439646"/>
              <a:gd name="connsiteX11-583" fmla="*/ 12213772 w 12213772"/>
              <a:gd name="connsiteY11-584" fmla="*/ 1486058 h 2439646"/>
              <a:gd name="connsiteX12-585" fmla="*/ 12213772 w 12213772"/>
              <a:gd name="connsiteY12-586" fmla="*/ 2426584 h 2439646"/>
              <a:gd name="connsiteX13-587" fmla="*/ 0 w 12213772"/>
              <a:gd name="connsiteY13-588" fmla="*/ 2439646 h 24396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12213772" h="2439646">
                <a:moveTo>
                  <a:pt x="0" y="2439646"/>
                </a:moveTo>
                <a:lnTo>
                  <a:pt x="0" y="336527"/>
                </a:lnTo>
                <a:cubicBezTo>
                  <a:pt x="426719" y="232024"/>
                  <a:pt x="840378" y="297339"/>
                  <a:pt x="1201783" y="493281"/>
                </a:cubicBezTo>
                <a:cubicBezTo>
                  <a:pt x="1367246" y="367007"/>
                  <a:pt x="1532709" y="358298"/>
                  <a:pt x="1698172" y="388778"/>
                </a:cubicBezTo>
                <a:cubicBezTo>
                  <a:pt x="2072640" y="-11816"/>
                  <a:pt x="3139441" y="-33588"/>
                  <a:pt x="3331029" y="558596"/>
                </a:cubicBezTo>
                <a:cubicBezTo>
                  <a:pt x="4149635" y="-268718"/>
                  <a:pt x="5334000" y="-129381"/>
                  <a:pt x="5826034" y="663098"/>
                </a:cubicBezTo>
                <a:cubicBezTo>
                  <a:pt x="6170023" y="567304"/>
                  <a:pt x="6487885" y="615201"/>
                  <a:pt x="6740434" y="806790"/>
                </a:cubicBezTo>
                <a:cubicBezTo>
                  <a:pt x="7559040" y="532469"/>
                  <a:pt x="8416835" y="728413"/>
                  <a:pt x="8921932" y="1277053"/>
                </a:cubicBezTo>
                <a:cubicBezTo>
                  <a:pt x="9339943" y="1129007"/>
                  <a:pt x="9797143" y="1163842"/>
                  <a:pt x="10175966" y="1342367"/>
                </a:cubicBezTo>
                <a:cubicBezTo>
                  <a:pt x="10533017" y="1181259"/>
                  <a:pt x="11046823" y="1176904"/>
                  <a:pt x="11286309" y="1486058"/>
                </a:cubicBezTo>
                <a:cubicBezTo>
                  <a:pt x="11438709" y="1464287"/>
                  <a:pt x="11617235" y="1494767"/>
                  <a:pt x="11743509" y="1616687"/>
                </a:cubicBezTo>
                <a:cubicBezTo>
                  <a:pt x="11874137" y="1494767"/>
                  <a:pt x="12057018" y="1464287"/>
                  <a:pt x="12213772" y="1486058"/>
                </a:cubicBezTo>
                <a:lnTo>
                  <a:pt x="12213772" y="2426584"/>
                </a:lnTo>
                <a:lnTo>
                  <a:pt x="0" y="2439646"/>
                </a:lnTo>
                <a:close/>
              </a:path>
            </a:pathLst>
          </a:cu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5" name="任意多边形 4"/>
          <p:cNvSpPr/>
          <p:nvPr/>
        </p:nvSpPr>
        <p:spPr>
          <a:xfrm>
            <a:off x="1" y="5111553"/>
            <a:ext cx="12192000" cy="1746447"/>
          </a:xfrm>
          <a:custGeom>
            <a:avLst/>
            <a:gdLst>
              <a:gd name="connsiteX0" fmla="*/ 0 w 12239897"/>
              <a:gd name="connsiteY0" fmla="*/ 731520 h 1606732"/>
              <a:gd name="connsiteX1" fmla="*/ 0 w 12239897"/>
              <a:gd name="connsiteY1" fmla="*/ 1606732 h 1606732"/>
              <a:gd name="connsiteX2" fmla="*/ 12239897 w 12239897"/>
              <a:gd name="connsiteY2" fmla="*/ 1606732 h 1606732"/>
              <a:gd name="connsiteX3" fmla="*/ 12239897 w 12239897"/>
              <a:gd name="connsiteY3" fmla="*/ 1240972 h 1606732"/>
              <a:gd name="connsiteX4" fmla="*/ 11743509 w 12239897"/>
              <a:gd name="connsiteY4" fmla="*/ 1502229 h 1606732"/>
              <a:gd name="connsiteX5" fmla="*/ 11338560 w 12239897"/>
              <a:gd name="connsiteY5" fmla="*/ 1423852 h 1606732"/>
              <a:gd name="connsiteX6" fmla="*/ 9927772 w 12239897"/>
              <a:gd name="connsiteY6" fmla="*/ 1306286 h 1606732"/>
              <a:gd name="connsiteX7" fmla="*/ 8843555 w 12239897"/>
              <a:gd name="connsiteY7" fmla="*/ 1384663 h 1606732"/>
              <a:gd name="connsiteX8" fmla="*/ 8125097 w 12239897"/>
              <a:gd name="connsiteY8" fmla="*/ 1188720 h 1606732"/>
              <a:gd name="connsiteX9" fmla="*/ 7445829 w 12239897"/>
              <a:gd name="connsiteY9" fmla="*/ 1031966 h 1606732"/>
              <a:gd name="connsiteX10" fmla="*/ 5786846 w 12239897"/>
              <a:gd name="connsiteY10" fmla="*/ 809898 h 1606732"/>
              <a:gd name="connsiteX11" fmla="*/ 4898572 w 12239897"/>
              <a:gd name="connsiteY11" fmla="*/ 339635 h 1606732"/>
              <a:gd name="connsiteX12" fmla="*/ 3161212 w 12239897"/>
              <a:gd name="connsiteY12" fmla="*/ 0 h 1606732"/>
              <a:gd name="connsiteX13" fmla="*/ 1658983 w 12239897"/>
              <a:gd name="connsiteY13" fmla="*/ 431075 h 1606732"/>
              <a:gd name="connsiteX14" fmla="*/ 757646 w 12239897"/>
              <a:gd name="connsiteY14" fmla="*/ 718458 h 1606732"/>
              <a:gd name="connsiteX15" fmla="*/ 0 w 12239897"/>
              <a:gd name="connsiteY15" fmla="*/ 731520 h 1606732"/>
              <a:gd name="connsiteX0-1" fmla="*/ 0 w 12239897"/>
              <a:gd name="connsiteY0-2" fmla="*/ 731520 h 1606732"/>
              <a:gd name="connsiteX1-3" fmla="*/ 0 w 12239897"/>
              <a:gd name="connsiteY1-4" fmla="*/ 1606732 h 1606732"/>
              <a:gd name="connsiteX2-5" fmla="*/ 12239897 w 12239897"/>
              <a:gd name="connsiteY2-6" fmla="*/ 1606732 h 1606732"/>
              <a:gd name="connsiteX3-7" fmla="*/ 12239897 w 12239897"/>
              <a:gd name="connsiteY3-8" fmla="*/ 1240972 h 1606732"/>
              <a:gd name="connsiteX4-9" fmla="*/ 11743509 w 12239897"/>
              <a:gd name="connsiteY4-10" fmla="*/ 1502229 h 1606732"/>
              <a:gd name="connsiteX5-11" fmla="*/ 11338560 w 12239897"/>
              <a:gd name="connsiteY5-12" fmla="*/ 1423852 h 1606732"/>
              <a:gd name="connsiteX6-13" fmla="*/ 9927772 w 12239897"/>
              <a:gd name="connsiteY6-14" fmla="*/ 1306286 h 1606732"/>
              <a:gd name="connsiteX7-15" fmla="*/ 8843555 w 12239897"/>
              <a:gd name="connsiteY7-16" fmla="*/ 1384663 h 1606732"/>
              <a:gd name="connsiteX8-17" fmla="*/ 8125097 w 12239897"/>
              <a:gd name="connsiteY8-18" fmla="*/ 1188720 h 1606732"/>
              <a:gd name="connsiteX9-19" fmla="*/ 7445829 w 12239897"/>
              <a:gd name="connsiteY9-20" fmla="*/ 1031966 h 1606732"/>
              <a:gd name="connsiteX10-21" fmla="*/ 5786846 w 12239897"/>
              <a:gd name="connsiteY10-22" fmla="*/ 809898 h 1606732"/>
              <a:gd name="connsiteX11-23" fmla="*/ 4898572 w 12239897"/>
              <a:gd name="connsiteY11-24" fmla="*/ 339635 h 1606732"/>
              <a:gd name="connsiteX12-25" fmla="*/ 3161212 w 12239897"/>
              <a:gd name="connsiteY12-26" fmla="*/ 0 h 1606732"/>
              <a:gd name="connsiteX13-27" fmla="*/ 1658983 w 12239897"/>
              <a:gd name="connsiteY13-28" fmla="*/ 431075 h 1606732"/>
              <a:gd name="connsiteX14-29" fmla="*/ 757646 w 12239897"/>
              <a:gd name="connsiteY14-30" fmla="*/ 718458 h 1606732"/>
              <a:gd name="connsiteX15-31" fmla="*/ 0 w 12239897"/>
              <a:gd name="connsiteY15-32" fmla="*/ 731520 h 1606732"/>
              <a:gd name="connsiteX0-33" fmla="*/ 0 w 12239897"/>
              <a:gd name="connsiteY0-34" fmla="*/ 731520 h 1606732"/>
              <a:gd name="connsiteX1-35" fmla="*/ 0 w 12239897"/>
              <a:gd name="connsiteY1-36" fmla="*/ 1606732 h 1606732"/>
              <a:gd name="connsiteX2-37" fmla="*/ 12239897 w 12239897"/>
              <a:gd name="connsiteY2-38" fmla="*/ 1606732 h 1606732"/>
              <a:gd name="connsiteX3-39" fmla="*/ 12239897 w 12239897"/>
              <a:gd name="connsiteY3-40" fmla="*/ 1240972 h 1606732"/>
              <a:gd name="connsiteX4-41" fmla="*/ 11743509 w 12239897"/>
              <a:gd name="connsiteY4-42" fmla="*/ 1502229 h 1606732"/>
              <a:gd name="connsiteX5-43" fmla="*/ 11338560 w 12239897"/>
              <a:gd name="connsiteY5-44" fmla="*/ 1423852 h 1606732"/>
              <a:gd name="connsiteX6-45" fmla="*/ 9927772 w 12239897"/>
              <a:gd name="connsiteY6-46" fmla="*/ 1306286 h 1606732"/>
              <a:gd name="connsiteX7-47" fmla="*/ 8843555 w 12239897"/>
              <a:gd name="connsiteY7-48" fmla="*/ 1384663 h 1606732"/>
              <a:gd name="connsiteX8-49" fmla="*/ 8125097 w 12239897"/>
              <a:gd name="connsiteY8-50" fmla="*/ 1188720 h 1606732"/>
              <a:gd name="connsiteX9-51" fmla="*/ 7445829 w 12239897"/>
              <a:gd name="connsiteY9-52" fmla="*/ 1031966 h 1606732"/>
              <a:gd name="connsiteX10-53" fmla="*/ 5786846 w 12239897"/>
              <a:gd name="connsiteY10-54" fmla="*/ 809898 h 1606732"/>
              <a:gd name="connsiteX11-55" fmla="*/ 4898572 w 12239897"/>
              <a:gd name="connsiteY11-56" fmla="*/ 339635 h 1606732"/>
              <a:gd name="connsiteX12-57" fmla="*/ 3161212 w 12239897"/>
              <a:gd name="connsiteY12-58" fmla="*/ 0 h 1606732"/>
              <a:gd name="connsiteX13-59" fmla="*/ 1658983 w 12239897"/>
              <a:gd name="connsiteY13-60" fmla="*/ 431075 h 1606732"/>
              <a:gd name="connsiteX14-61" fmla="*/ 757646 w 12239897"/>
              <a:gd name="connsiteY14-62" fmla="*/ 718458 h 1606732"/>
              <a:gd name="connsiteX15-63" fmla="*/ 0 w 12239897"/>
              <a:gd name="connsiteY15-64" fmla="*/ 731520 h 1606732"/>
              <a:gd name="connsiteX0-65" fmla="*/ 0 w 12239897"/>
              <a:gd name="connsiteY0-66" fmla="*/ 731520 h 1606732"/>
              <a:gd name="connsiteX1-67" fmla="*/ 0 w 12239897"/>
              <a:gd name="connsiteY1-68" fmla="*/ 1606732 h 1606732"/>
              <a:gd name="connsiteX2-69" fmla="*/ 12239897 w 12239897"/>
              <a:gd name="connsiteY2-70" fmla="*/ 1606732 h 1606732"/>
              <a:gd name="connsiteX3-71" fmla="*/ 12239897 w 12239897"/>
              <a:gd name="connsiteY3-72" fmla="*/ 1240972 h 1606732"/>
              <a:gd name="connsiteX4-73" fmla="*/ 11743509 w 12239897"/>
              <a:gd name="connsiteY4-74" fmla="*/ 1502229 h 1606732"/>
              <a:gd name="connsiteX5-75" fmla="*/ 11338560 w 12239897"/>
              <a:gd name="connsiteY5-76" fmla="*/ 1423852 h 1606732"/>
              <a:gd name="connsiteX6-77" fmla="*/ 9927772 w 12239897"/>
              <a:gd name="connsiteY6-78" fmla="*/ 1306286 h 1606732"/>
              <a:gd name="connsiteX7-79" fmla="*/ 8843555 w 12239897"/>
              <a:gd name="connsiteY7-80" fmla="*/ 1384663 h 1606732"/>
              <a:gd name="connsiteX8-81" fmla="*/ 8125097 w 12239897"/>
              <a:gd name="connsiteY8-82" fmla="*/ 1188720 h 1606732"/>
              <a:gd name="connsiteX9-83" fmla="*/ 7445829 w 12239897"/>
              <a:gd name="connsiteY9-84" fmla="*/ 1031966 h 1606732"/>
              <a:gd name="connsiteX10-85" fmla="*/ 5786846 w 12239897"/>
              <a:gd name="connsiteY10-86" fmla="*/ 809898 h 1606732"/>
              <a:gd name="connsiteX11-87" fmla="*/ 4898572 w 12239897"/>
              <a:gd name="connsiteY11-88" fmla="*/ 339635 h 1606732"/>
              <a:gd name="connsiteX12-89" fmla="*/ 3161212 w 12239897"/>
              <a:gd name="connsiteY12-90" fmla="*/ 0 h 1606732"/>
              <a:gd name="connsiteX13-91" fmla="*/ 1658983 w 12239897"/>
              <a:gd name="connsiteY13-92" fmla="*/ 431075 h 1606732"/>
              <a:gd name="connsiteX14-93" fmla="*/ 757646 w 12239897"/>
              <a:gd name="connsiteY14-94" fmla="*/ 718458 h 1606732"/>
              <a:gd name="connsiteX15-95" fmla="*/ 0 w 12239897"/>
              <a:gd name="connsiteY15-96" fmla="*/ 731520 h 1606732"/>
              <a:gd name="connsiteX0-97" fmla="*/ 0 w 12239897"/>
              <a:gd name="connsiteY0-98" fmla="*/ 731520 h 1606732"/>
              <a:gd name="connsiteX1-99" fmla="*/ 0 w 12239897"/>
              <a:gd name="connsiteY1-100" fmla="*/ 1606732 h 1606732"/>
              <a:gd name="connsiteX2-101" fmla="*/ 12239897 w 12239897"/>
              <a:gd name="connsiteY2-102" fmla="*/ 1606732 h 1606732"/>
              <a:gd name="connsiteX3-103" fmla="*/ 12239897 w 12239897"/>
              <a:gd name="connsiteY3-104" fmla="*/ 1240972 h 1606732"/>
              <a:gd name="connsiteX4-105" fmla="*/ 11743509 w 12239897"/>
              <a:gd name="connsiteY4-106" fmla="*/ 1502229 h 1606732"/>
              <a:gd name="connsiteX5-107" fmla="*/ 11338560 w 12239897"/>
              <a:gd name="connsiteY5-108" fmla="*/ 1423852 h 1606732"/>
              <a:gd name="connsiteX6-109" fmla="*/ 9927772 w 12239897"/>
              <a:gd name="connsiteY6-110" fmla="*/ 1306286 h 1606732"/>
              <a:gd name="connsiteX7-111" fmla="*/ 8843555 w 12239897"/>
              <a:gd name="connsiteY7-112" fmla="*/ 1384663 h 1606732"/>
              <a:gd name="connsiteX8-113" fmla="*/ 8125097 w 12239897"/>
              <a:gd name="connsiteY8-114" fmla="*/ 1188720 h 1606732"/>
              <a:gd name="connsiteX9-115" fmla="*/ 7445829 w 12239897"/>
              <a:gd name="connsiteY9-116" fmla="*/ 1031966 h 1606732"/>
              <a:gd name="connsiteX10-117" fmla="*/ 5786846 w 12239897"/>
              <a:gd name="connsiteY10-118" fmla="*/ 809898 h 1606732"/>
              <a:gd name="connsiteX11-119" fmla="*/ 4898572 w 12239897"/>
              <a:gd name="connsiteY11-120" fmla="*/ 339635 h 1606732"/>
              <a:gd name="connsiteX12-121" fmla="*/ 3161212 w 12239897"/>
              <a:gd name="connsiteY12-122" fmla="*/ 0 h 1606732"/>
              <a:gd name="connsiteX13-123" fmla="*/ 1658983 w 12239897"/>
              <a:gd name="connsiteY13-124" fmla="*/ 431075 h 1606732"/>
              <a:gd name="connsiteX14-125" fmla="*/ 757646 w 12239897"/>
              <a:gd name="connsiteY14-126" fmla="*/ 718458 h 1606732"/>
              <a:gd name="connsiteX15-127" fmla="*/ 0 w 12239897"/>
              <a:gd name="connsiteY15-128" fmla="*/ 731520 h 1606732"/>
              <a:gd name="connsiteX0-129" fmla="*/ 0 w 12239897"/>
              <a:gd name="connsiteY0-130" fmla="*/ 731520 h 1606732"/>
              <a:gd name="connsiteX1-131" fmla="*/ 0 w 12239897"/>
              <a:gd name="connsiteY1-132" fmla="*/ 1606732 h 1606732"/>
              <a:gd name="connsiteX2-133" fmla="*/ 12239897 w 12239897"/>
              <a:gd name="connsiteY2-134" fmla="*/ 1606732 h 1606732"/>
              <a:gd name="connsiteX3-135" fmla="*/ 12239897 w 12239897"/>
              <a:gd name="connsiteY3-136" fmla="*/ 1240972 h 1606732"/>
              <a:gd name="connsiteX4-137" fmla="*/ 11743509 w 12239897"/>
              <a:gd name="connsiteY4-138" fmla="*/ 1502229 h 1606732"/>
              <a:gd name="connsiteX5-139" fmla="*/ 11338560 w 12239897"/>
              <a:gd name="connsiteY5-140" fmla="*/ 1423852 h 1606732"/>
              <a:gd name="connsiteX6-141" fmla="*/ 9927772 w 12239897"/>
              <a:gd name="connsiteY6-142" fmla="*/ 1306286 h 1606732"/>
              <a:gd name="connsiteX7-143" fmla="*/ 8843555 w 12239897"/>
              <a:gd name="connsiteY7-144" fmla="*/ 1384663 h 1606732"/>
              <a:gd name="connsiteX8-145" fmla="*/ 8125097 w 12239897"/>
              <a:gd name="connsiteY8-146" fmla="*/ 1188720 h 1606732"/>
              <a:gd name="connsiteX9-147" fmla="*/ 7445829 w 12239897"/>
              <a:gd name="connsiteY9-148" fmla="*/ 1031966 h 1606732"/>
              <a:gd name="connsiteX10-149" fmla="*/ 5786846 w 12239897"/>
              <a:gd name="connsiteY10-150" fmla="*/ 809898 h 1606732"/>
              <a:gd name="connsiteX11-151" fmla="*/ 4898572 w 12239897"/>
              <a:gd name="connsiteY11-152" fmla="*/ 339635 h 1606732"/>
              <a:gd name="connsiteX12-153" fmla="*/ 3161212 w 12239897"/>
              <a:gd name="connsiteY12-154" fmla="*/ 0 h 1606732"/>
              <a:gd name="connsiteX13-155" fmla="*/ 1658983 w 12239897"/>
              <a:gd name="connsiteY13-156" fmla="*/ 431075 h 1606732"/>
              <a:gd name="connsiteX14-157" fmla="*/ 757646 w 12239897"/>
              <a:gd name="connsiteY14-158" fmla="*/ 718458 h 1606732"/>
              <a:gd name="connsiteX15-159" fmla="*/ 0 w 12239897"/>
              <a:gd name="connsiteY15-160" fmla="*/ 731520 h 1606732"/>
              <a:gd name="connsiteX0-161" fmla="*/ 0 w 12239897"/>
              <a:gd name="connsiteY0-162" fmla="*/ 878419 h 1753631"/>
              <a:gd name="connsiteX1-163" fmla="*/ 0 w 12239897"/>
              <a:gd name="connsiteY1-164" fmla="*/ 1753631 h 1753631"/>
              <a:gd name="connsiteX2-165" fmla="*/ 12239897 w 12239897"/>
              <a:gd name="connsiteY2-166" fmla="*/ 1753631 h 1753631"/>
              <a:gd name="connsiteX3-167" fmla="*/ 12239897 w 12239897"/>
              <a:gd name="connsiteY3-168" fmla="*/ 1387871 h 1753631"/>
              <a:gd name="connsiteX4-169" fmla="*/ 11743509 w 12239897"/>
              <a:gd name="connsiteY4-170" fmla="*/ 1649128 h 1753631"/>
              <a:gd name="connsiteX5-171" fmla="*/ 11338560 w 12239897"/>
              <a:gd name="connsiteY5-172" fmla="*/ 1570751 h 1753631"/>
              <a:gd name="connsiteX6-173" fmla="*/ 9927772 w 12239897"/>
              <a:gd name="connsiteY6-174" fmla="*/ 1453185 h 1753631"/>
              <a:gd name="connsiteX7-175" fmla="*/ 8843555 w 12239897"/>
              <a:gd name="connsiteY7-176" fmla="*/ 1531562 h 1753631"/>
              <a:gd name="connsiteX8-177" fmla="*/ 8125097 w 12239897"/>
              <a:gd name="connsiteY8-178" fmla="*/ 1335619 h 1753631"/>
              <a:gd name="connsiteX9-179" fmla="*/ 7445829 w 12239897"/>
              <a:gd name="connsiteY9-180" fmla="*/ 1178865 h 1753631"/>
              <a:gd name="connsiteX10-181" fmla="*/ 5786846 w 12239897"/>
              <a:gd name="connsiteY10-182" fmla="*/ 956797 h 1753631"/>
              <a:gd name="connsiteX11-183" fmla="*/ 4898572 w 12239897"/>
              <a:gd name="connsiteY11-184" fmla="*/ 486534 h 1753631"/>
              <a:gd name="connsiteX12-185" fmla="*/ 3161212 w 12239897"/>
              <a:gd name="connsiteY12-186" fmla="*/ 146899 h 1753631"/>
              <a:gd name="connsiteX13-187" fmla="*/ 1658983 w 12239897"/>
              <a:gd name="connsiteY13-188" fmla="*/ 577974 h 1753631"/>
              <a:gd name="connsiteX14-189" fmla="*/ 757646 w 12239897"/>
              <a:gd name="connsiteY14-190" fmla="*/ 865357 h 1753631"/>
              <a:gd name="connsiteX15-191" fmla="*/ 0 w 12239897"/>
              <a:gd name="connsiteY15-192" fmla="*/ 878419 h 1753631"/>
              <a:gd name="connsiteX0-193" fmla="*/ 0 w 12239897"/>
              <a:gd name="connsiteY0-194" fmla="*/ 878419 h 1753631"/>
              <a:gd name="connsiteX1-195" fmla="*/ 0 w 12239897"/>
              <a:gd name="connsiteY1-196" fmla="*/ 1753631 h 1753631"/>
              <a:gd name="connsiteX2-197" fmla="*/ 12239897 w 12239897"/>
              <a:gd name="connsiteY2-198" fmla="*/ 1753631 h 1753631"/>
              <a:gd name="connsiteX3-199" fmla="*/ 12239897 w 12239897"/>
              <a:gd name="connsiteY3-200" fmla="*/ 1387871 h 1753631"/>
              <a:gd name="connsiteX4-201" fmla="*/ 11743509 w 12239897"/>
              <a:gd name="connsiteY4-202" fmla="*/ 1649128 h 1753631"/>
              <a:gd name="connsiteX5-203" fmla="*/ 11338560 w 12239897"/>
              <a:gd name="connsiteY5-204" fmla="*/ 1570751 h 1753631"/>
              <a:gd name="connsiteX6-205" fmla="*/ 9927772 w 12239897"/>
              <a:gd name="connsiteY6-206" fmla="*/ 1453185 h 1753631"/>
              <a:gd name="connsiteX7-207" fmla="*/ 8843555 w 12239897"/>
              <a:gd name="connsiteY7-208" fmla="*/ 1531562 h 1753631"/>
              <a:gd name="connsiteX8-209" fmla="*/ 8125097 w 12239897"/>
              <a:gd name="connsiteY8-210" fmla="*/ 1335619 h 1753631"/>
              <a:gd name="connsiteX9-211" fmla="*/ 7445829 w 12239897"/>
              <a:gd name="connsiteY9-212" fmla="*/ 1178865 h 1753631"/>
              <a:gd name="connsiteX10-213" fmla="*/ 5786846 w 12239897"/>
              <a:gd name="connsiteY10-214" fmla="*/ 956797 h 1753631"/>
              <a:gd name="connsiteX11-215" fmla="*/ 4898572 w 12239897"/>
              <a:gd name="connsiteY11-216" fmla="*/ 486534 h 1753631"/>
              <a:gd name="connsiteX12-217" fmla="*/ 3161212 w 12239897"/>
              <a:gd name="connsiteY12-218" fmla="*/ 146899 h 1753631"/>
              <a:gd name="connsiteX13-219" fmla="*/ 1658983 w 12239897"/>
              <a:gd name="connsiteY13-220" fmla="*/ 577974 h 1753631"/>
              <a:gd name="connsiteX14-221" fmla="*/ 757646 w 12239897"/>
              <a:gd name="connsiteY14-222" fmla="*/ 865357 h 1753631"/>
              <a:gd name="connsiteX15-223" fmla="*/ 0 w 12239897"/>
              <a:gd name="connsiteY15-224" fmla="*/ 878419 h 1753631"/>
              <a:gd name="connsiteX0-225" fmla="*/ 0 w 12239897"/>
              <a:gd name="connsiteY0-226" fmla="*/ 884297 h 1759509"/>
              <a:gd name="connsiteX1-227" fmla="*/ 0 w 12239897"/>
              <a:gd name="connsiteY1-228" fmla="*/ 1759509 h 1759509"/>
              <a:gd name="connsiteX2-229" fmla="*/ 12239897 w 12239897"/>
              <a:gd name="connsiteY2-230" fmla="*/ 1759509 h 1759509"/>
              <a:gd name="connsiteX3-231" fmla="*/ 12239897 w 12239897"/>
              <a:gd name="connsiteY3-232" fmla="*/ 1393749 h 1759509"/>
              <a:gd name="connsiteX4-233" fmla="*/ 11743509 w 12239897"/>
              <a:gd name="connsiteY4-234" fmla="*/ 1655006 h 1759509"/>
              <a:gd name="connsiteX5-235" fmla="*/ 11338560 w 12239897"/>
              <a:gd name="connsiteY5-236" fmla="*/ 1576629 h 1759509"/>
              <a:gd name="connsiteX6-237" fmla="*/ 9927772 w 12239897"/>
              <a:gd name="connsiteY6-238" fmla="*/ 1459063 h 1759509"/>
              <a:gd name="connsiteX7-239" fmla="*/ 8843555 w 12239897"/>
              <a:gd name="connsiteY7-240" fmla="*/ 1537440 h 1759509"/>
              <a:gd name="connsiteX8-241" fmla="*/ 8125097 w 12239897"/>
              <a:gd name="connsiteY8-242" fmla="*/ 1341497 h 1759509"/>
              <a:gd name="connsiteX9-243" fmla="*/ 7445829 w 12239897"/>
              <a:gd name="connsiteY9-244" fmla="*/ 1184743 h 1759509"/>
              <a:gd name="connsiteX10-245" fmla="*/ 5786846 w 12239897"/>
              <a:gd name="connsiteY10-246" fmla="*/ 962675 h 1759509"/>
              <a:gd name="connsiteX11-247" fmla="*/ 4898572 w 12239897"/>
              <a:gd name="connsiteY11-248" fmla="*/ 492412 h 1759509"/>
              <a:gd name="connsiteX12-249" fmla="*/ 3161212 w 12239897"/>
              <a:gd name="connsiteY12-250" fmla="*/ 152777 h 1759509"/>
              <a:gd name="connsiteX13-251" fmla="*/ 1658983 w 12239897"/>
              <a:gd name="connsiteY13-252" fmla="*/ 583852 h 1759509"/>
              <a:gd name="connsiteX14-253" fmla="*/ 757646 w 12239897"/>
              <a:gd name="connsiteY14-254" fmla="*/ 871235 h 1759509"/>
              <a:gd name="connsiteX15-255" fmla="*/ 0 w 12239897"/>
              <a:gd name="connsiteY15-256" fmla="*/ 884297 h 1759509"/>
              <a:gd name="connsiteX0-257" fmla="*/ 0 w 12239897"/>
              <a:gd name="connsiteY0-258" fmla="*/ 884297 h 1759509"/>
              <a:gd name="connsiteX1-259" fmla="*/ 0 w 12239897"/>
              <a:gd name="connsiteY1-260" fmla="*/ 1759509 h 1759509"/>
              <a:gd name="connsiteX2-261" fmla="*/ 12239897 w 12239897"/>
              <a:gd name="connsiteY2-262" fmla="*/ 1759509 h 1759509"/>
              <a:gd name="connsiteX3-263" fmla="*/ 12239897 w 12239897"/>
              <a:gd name="connsiteY3-264" fmla="*/ 1393749 h 1759509"/>
              <a:gd name="connsiteX4-265" fmla="*/ 11743509 w 12239897"/>
              <a:gd name="connsiteY4-266" fmla="*/ 1655006 h 1759509"/>
              <a:gd name="connsiteX5-267" fmla="*/ 11338560 w 12239897"/>
              <a:gd name="connsiteY5-268" fmla="*/ 1576629 h 1759509"/>
              <a:gd name="connsiteX6-269" fmla="*/ 9927772 w 12239897"/>
              <a:gd name="connsiteY6-270" fmla="*/ 1459063 h 1759509"/>
              <a:gd name="connsiteX7-271" fmla="*/ 8843555 w 12239897"/>
              <a:gd name="connsiteY7-272" fmla="*/ 1537440 h 1759509"/>
              <a:gd name="connsiteX8-273" fmla="*/ 8125097 w 12239897"/>
              <a:gd name="connsiteY8-274" fmla="*/ 1341497 h 1759509"/>
              <a:gd name="connsiteX9-275" fmla="*/ 7445829 w 12239897"/>
              <a:gd name="connsiteY9-276" fmla="*/ 1184743 h 1759509"/>
              <a:gd name="connsiteX10-277" fmla="*/ 5786846 w 12239897"/>
              <a:gd name="connsiteY10-278" fmla="*/ 962675 h 1759509"/>
              <a:gd name="connsiteX11-279" fmla="*/ 4898572 w 12239897"/>
              <a:gd name="connsiteY11-280" fmla="*/ 492412 h 1759509"/>
              <a:gd name="connsiteX12-281" fmla="*/ 3161212 w 12239897"/>
              <a:gd name="connsiteY12-282" fmla="*/ 152777 h 1759509"/>
              <a:gd name="connsiteX13-283" fmla="*/ 1658983 w 12239897"/>
              <a:gd name="connsiteY13-284" fmla="*/ 583852 h 1759509"/>
              <a:gd name="connsiteX14-285" fmla="*/ 757646 w 12239897"/>
              <a:gd name="connsiteY14-286" fmla="*/ 871235 h 1759509"/>
              <a:gd name="connsiteX15-287" fmla="*/ 0 w 12239897"/>
              <a:gd name="connsiteY15-288" fmla="*/ 884297 h 1759509"/>
              <a:gd name="connsiteX0-289" fmla="*/ 0 w 12239897"/>
              <a:gd name="connsiteY0-290" fmla="*/ 884297 h 1759509"/>
              <a:gd name="connsiteX1-291" fmla="*/ 0 w 12239897"/>
              <a:gd name="connsiteY1-292" fmla="*/ 1759509 h 1759509"/>
              <a:gd name="connsiteX2-293" fmla="*/ 12239897 w 12239897"/>
              <a:gd name="connsiteY2-294" fmla="*/ 1759509 h 1759509"/>
              <a:gd name="connsiteX3-295" fmla="*/ 12239897 w 12239897"/>
              <a:gd name="connsiteY3-296" fmla="*/ 1393749 h 1759509"/>
              <a:gd name="connsiteX4-297" fmla="*/ 11743509 w 12239897"/>
              <a:gd name="connsiteY4-298" fmla="*/ 1655006 h 1759509"/>
              <a:gd name="connsiteX5-299" fmla="*/ 11338560 w 12239897"/>
              <a:gd name="connsiteY5-300" fmla="*/ 1576629 h 1759509"/>
              <a:gd name="connsiteX6-301" fmla="*/ 9927772 w 12239897"/>
              <a:gd name="connsiteY6-302" fmla="*/ 1459063 h 1759509"/>
              <a:gd name="connsiteX7-303" fmla="*/ 8843555 w 12239897"/>
              <a:gd name="connsiteY7-304" fmla="*/ 1537440 h 1759509"/>
              <a:gd name="connsiteX8-305" fmla="*/ 8125097 w 12239897"/>
              <a:gd name="connsiteY8-306" fmla="*/ 1341497 h 1759509"/>
              <a:gd name="connsiteX9-307" fmla="*/ 7445829 w 12239897"/>
              <a:gd name="connsiteY9-308" fmla="*/ 1184743 h 1759509"/>
              <a:gd name="connsiteX10-309" fmla="*/ 5786846 w 12239897"/>
              <a:gd name="connsiteY10-310" fmla="*/ 962675 h 1759509"/>
              <a:gd name="connsiteX11-311" fmla="*/ 4898572 w 12239897"/>
              <a:gd name="connsiteY11-312" fmla="*/ 492412 h 1759509"/>
              <a:gd name="connsiteX12-313" fmla="*/ 3161212 w 12239897"/>
              <a:gd name="connsiteY12-314" fmla="*/ 152777 h 1759509"/>
              <a:gd name="connsiteX13-315" fmla="*/ 1658983 w 12239897"/>
              <a:gd name="connsiteY13-316" fmla="*/ 583852 h 1759509"/>
              <a:gd name="connsiteX14-317" fmla="*/ 757646 w 12239897"/>
              <a:gd name="connsiteY14-318" fmla="*/ 871235 h 1759509"/>
              <a:gd name="connsiteX15-319" fmla="*/ 0 w 12239897"/>
              <a:gd name="connsiteY15-320" fmla="*/ 884297 h 1759509"/>
              <a:gd name="connsiteX0-321" fmla="*/ 0 w 12239897"/>
              <a:gd name="connsiteY0-322" fmla="*/ 884297 h 1759509"/>
              <a:gd name="connsiteX1-323" fmla="*/ 0 w 12239897"/>
              <a:gd name="connsiteY1-324" fmla="*/ 1759509 h 1759509"/>
              <a:gd name="connsiteX2-325" fmla="*/ 12239897 w 12239897"/>
              <a:gd name="connsiteY2-326" fmla="*/ 1759509 h 1759509"/>
              <a:gd name="connsiteX3-327" fmla="*/ 12239897 w 12239897"/>
              <a:gd name="connsiteY3-328" fmla="*/ 1393749 h 1759509"/>
              <a:gd name="connsiteX4-329" fmla="*/ 11743509 w 12239897"/>
              <a:gd name="connsiteY4-330" fmla="*/ 1655006 h 1759509"/>
              <a:gd name="connsiteX5-331" fmla="*/ 11338560 w 12239897"/>
              <a:gd name="connsiteY5-332" fmla="*/ 1576629 h 1759509"/>
              <a:gd name="connsiteX6-333" fmla="*/ 9927772 w 12239897"/>
              <a:gd name="connsiteY6-334" fmla="*/ 1459063 h 1759509"/>
              <a:gd name="connsiteX7-335" fmla="*/ 8843555 w 12239897"/>
              <a:gd name="connsiteY7-336" fmla="*/ 1537440 h 1759509"/>
              <a:gd name="connsiteX8-337" fmla="*/ 8125097 w 12239897"/>
              <a:gd name="connsiteY8-338" fmla="*/ 1341497 h 1759509"/>
              <a:gd name="connsiteX9-339" fmla="*/ 7445829 w 12239897"/>
              <a:gd name="connsiteY9-340" fmla="*/ 1184743 h 1759509"/>
              <a:gd name="connsiteX10-341" fmla="*/ 5786846 w 12239897"/>
              <a:gd name="connsiteY10-342" fmla="*/ 962675 h 1759509"/>
              <a:gd name="connsiteX11-343" fmla="*/ 4898572 w 12239897"/>
              <a:gd name="connsiteY11-344" fmla="*/ 492412 h 1759509"/>
              <a:gd name="connsiteX12-345" fmla="*/ 3161212 w 12239897"/>
              <a:gd name="connsiteY12-346" fmla="*/ 152777 h 1759509"/>
              <a:gd name="connsiteX13-347" fmla="*/ 1658983 w 12239897"/>
              <a:gd name="connsiteY13-348" fmla="*/ 583852 h 1759509"/>
              <a:gd name="connsiteX14-349" fmla="*/ 757646 w 12239897"/>
              <a:gd name="connsiteY14-350" fmla="*/ 871235 h 1759509"/>
              <a:gd name="connsiteX15-351" fmla="*/ 0 w 12239897"/>
              <a:gd name="connsiteY15-352" fmla="*/ 884297 h 1759509"/>
              <a:gd name="connsiteX0-353" fmla="*/ 0 w 12239897"/>
              <a:gd name="connsiteY0-354" fmla="*/ 884297 h 1759509"/>
              <a:gd name="connsiteX1-355" fmla="*/ 0 w 12239897"/>
              <a:gd name="connsiteY1-356" fmla="*/ 1759509 h 1759509"/>
              <a:gd name="connsiteX2-357" fmla="*/ 12239897 w 12239897"/>
              <a:gd name="connsiteY2-358" fmla="*/ 1759509 h 1759509"/>
              <a:gd name="connsiteX3-359" fmla="*/ 12239897 w 12239897"/>
              <a:gd name="connsiteY3-360" fmla="*/ 1393749 h 1759509"/>
              <a:gd name="connsiteX4-361" fmla="*/ 11743509 w 12239897"/>
              <a:gd name="connsiteY4-362" fmla="*/ 1655006 h 1759509"/>
              <a:gd name="connsiteX5-363" fmla="*/ 11338560 w 12239897"/>
              <a:gd name="connsiteY5-364" fmla="*/ 1576629 h 1759509"/>
              <a:gd name="connsiteX6-365" fmla="*/ 9927772 w 12239897"/>
              <a:gd name="connsiteY6-366" fmla="*/ 1459063 h 1759509"/>
              <a:gd name="connsiteX7-367" fmla="*/ 8843555 w 12239897"/>
              <a:gd name="connsiteY7-368" fmla="*/ 1537440 h 1759509"/>
              <a:gd name="connsiteX8-369" fmla="*/ 8125097 w 12239897"/>
              <a:gd name="connsiteY8-370" fmla="*/ 1341497 h 1759509"/>
              <a:gd name="connsiteX9-371" fmla="*/ 7445829 w 12239897"/>
              <a:gd name="connsiteY9-372" fmla="*/ 1184743 h 1759509"/>
              <a:gd name="connsiteX10-373" fmla="*/ 5786846 w 12239897"/>
              <a:gd name="connsiteY10-374" fmla="*/ 962675 h 1759509"/>
              <a:gd name="connsiteX11-375" fmla="*/ 4898572 w 12239897"/>
              <a:gd name="connsiteY11-376" fmla="*/ 492412 h 1759509"/>
              <a:gd name="connsiteX12-377" fmla="*/ 3161212 w 12239897"/>
              <a:gd name="connsiteY12-378" fmla="*/ 152777 h 1759509"/>
              <a:gd name="connsiteX13-379" fmla="*/ 1658983 w 12239897"/>
              <a:gd name="connsiteY13-380" fmla="*/ 583852 h 1759509"/>
              <a:gd name="connsiteX14-381" fmla="*/ 757646 w 12239897"/>
              <a:gd name="connsiteY14-382" fmla="*/ 871235 h 1759509"/>
              <a:gd name="connsiteX15-383" fmla="*/ 0 w 12239897"/>
              <a:gd name="connsiteY15-384" fmla="*/ 884297 h 1759509"/>
              <a:gd name="connsiteX0-385" fmla="*/ 0 w 12239897"/>
              <a:gd name="connsiteY0-386" fmla="*/ 884297 h 1759509"/>
              <a:gd name="connsiteX1-387" fmla="*/ 0 w 12239897"/>
              <a:gd name="connsiteY1-388" fmla="*/ 1759509 h 1759509"/>
              <a:gd name="connsiteX2-389" fmla="*/ 12239897 w 12239897"/>
              <a:gd name="connsiteY2-390" fmla="*/ 1759509 h 1759509"/>
              <a:gd name="connsiteX3-391" fmla="*/ 12239897 w 12239897"/>
              <a:gd name="connsiteY3-392" fmla="*/ 1393749 h 1759509"/>
              <a:gd name="connsiteX4-393" fmla="*/ 11743509 w 12239897"/>
              <a:gd name="connsiteY4-394" fmla="*/ 1655006 h 1759509"/>
              <a:gd name="connsiteX5-395" fmla="*/ 11338560 w 12239897"/>
              <a:gd name="connsiteY5-396" fmla="*/ 1576629 h 1759509"/>
              <a:gd name="connsiteX6-397" fmla="*/ 9927772 w 12239897"/>
              <a:gd name="connsiteY6-398" fmla="*/ 1459063 h 1759509"/>
              <a:gd name="connsiteX7-399" fmla="*/ 8843555 w 12239897"/>
              <a:gd name="connsiteY7-400" fmla="*/ 1537440 h 1759509"/>
              <a:gd name="connsiteX8-401" fmla="*/ 8125097 w 12239897"/>
              <a:gd name="connsiteY8-402" fmla="*/ 1341497 h 1759509"/>
              <a:gd name="connsiteX9-403" fmla="*/ 7445829 w 12239897"/>
              <a:gd name="connsiteY9-404" fmla="*/ 1184743 h 1759509"/>
              <a:gd name="connsiteX10-405" fmla="*/ 5786846 w 12239897"/>
              <a:gd name="connsiteY10-406" fmla="*/ 962675 h 1759509"/>
              <a:gd name="connsiteX11-407" fmla="*/ 4898572 w 12239897"/>
              <a:gd name="connsiteY11-408" fmla="*/ 492412 h 1759509"/>
              <a:gd name="connsiteX12-409" fmla="*/ 3161212 w 12239897"/>
              <a:gd name="connsiteY12-410" fmla="*/ 152777 h 1759509"/>
              <a:gd name="connsiteX13-411" fmla="*/ 1658983 w 12239897"/>
              <a:gd name="connsiteY13-412" fmla="*/ 583852 h 1759509"/>
              <a:gd name="connsiteX14-413" fmla="*/ 757646 w 12239897"/>
              <a:gd name="connsiteY14-414" fmla="*/ 871235 h 1759509"/>
              <a:gd name="connsiteX15-415" fmla="*/ 0 w 12239897"/>
              <a:gd name="connsiteY15-416" fmla="*/ 884297 h 1759509"/>
              <a:gd name="connsiteX0-417" fmla="*/ 0 w 12239897"/>
              <a:gd name="connsiteY0-418" fmla="*/ 884297 h 1759509"/>
              <a:gd name="connsiteX1-419" fmla="*/ 0 w 12239897"/>
              <a:gd name="connsiteY1-420" fmla="*/ 1759509 h 1759509"/>
              <a:gd name="connsiteX2-421" fmla="*/ 12239897 w 12239897"/>
              <a:gd name="connsiteY2-422" fmla="*/ 1759509 h 1759509"/>
              <a:gd name="connsiteX3-423" fmla="*/ 12239897 w 12239897"/>
              <a:gd name="connsiteY3-424" fmla="*/ 1393749 h 1759509"/>
              <a:gd name="connsiteX4-425" fmla="*/ 11743509 w 12239897"/>
              <a:gd name="connsiteY4-426" fmla="*/ 1655006 h 1759509"/>
              <a:gd name="connsiteX5-427" fmla="*/ 11338560 w 12239897"/>
              <a:gd name="connsiteY5-428" fmla="*/ 1576629 h 1759509"/>
              <a:gd name="connsiteX6-429" fmla="*/ 9927772 w 12239897"/>
              <a:gd name="connsiteY6-430" fmla="*/ 1459063 h 1759509"/>
              <a:gd name="connsiteX7-431" fmla="*/ 8843555 w 12239897"/>
              <a:gd name="connsiteY7-432" fmla="*/ 1537440 h 1759509"/>
              <a:gd name="connsiteX8-433" fmla="*/ 8125097 w 12239897"/>
              <a:gd name="connsiteY8-434" fmla="*/ 1341497 h 1759509"/>
              <a:gd name="connsiteX9-435" fmla="*/ 7445829 w 12239897"/>
              <a:gd name="connsiteY9-436" fmla="*/ 1184743 h 1759509"/>
              <a:gd name="connsiteX10-437" fmla="*/ 5786846 w 12239897"/>
              <a:gd name="connsiteY10-438" fmla="*/ 962675 h 1759509"/>
              <a:gd name="connsiteX11-439" fmla="*/ 4898572 w 12239897"/>
              <a:gd name="connsiteY11-440" fmla="*/ 492412 h 1759509"/>
              <a:gd name="connsiteX12-441" fmla="*/ 3161212 w 12239897"/>
              <a:gd name="connsiteY12-442" fmla="*/ 152777 h 1759509"/>
              <a:gd name="connsiteX13-443" fmla="*/ 1658983 w 12239897"/>
              <a:gd name="connsiteY13-444" fmla="*/ 583852 h 1759509"/>
              <a:gd name="connsiteX14-445" fmla="*/ 757646 w 12239897"/>
              <a:gd name="connsiteY14-446" fmla="*/ 871235 h 1759509"/>
              <a:gd name="connsiteX15-447" fmla="*/ 0 w 12239897"/>
              <a:gd name="connsiteY15-448" fmla="*/ 884297 h 1759509"/>
              <a:gd name="connsiteX0-449" fmla="*/ 0 w 12239897"/>
              <a:gd name="connsiteY0-450" fmla="*/ 884297 h 1759509"/>
              <a:gd name="connsiteX1-451" fmla="*/ 0 w 12239897"/>
              <a:gd name="connsiteY1-452" fmla="*/ 1759509 h 1759509"/>
              <a:gd name="connsiteX2-453" fmla="*/ 12239897 w 12239897"/>
              <a:gd name="connsiteY2-454" fmla="*/ 1759509 h 1759509"/>
              <a:gd name="connsiteX3-455" fmla="*/ 12239897 w 12239897"/>
              <a:gd name="connsiteY3-456" fmla="*/ 1393749 h 1759509"/>
              <a:gd name="connsiteX4-457" fmla="*/ 11743509 w 12239897"/>
              <a:gd name="connsiteY4-458" fmla="*/ 1655006 h 1759509"/>
              <a:gd name="connsiteX5-459" fmla="*/ 11338560 w 12239897"/>
              <a:gd name="connsiteY5-460" fmla="*/ 1576629 h 1759509"/>
              <a:gd name="connsiteX6-461" fmla="*/ 9927772 w 12239897"/>
              <a:gd name="connsiteY6-462" fmla="*/ 1459063 h 1759509"/>
              <a:gd name="connsiteX7-463" fmla="*/ 8843555 w 12239897"/>
              <a:gd name="connsiteY7-464" fmla="*/ 1537440 h 1759509"/>
              <a:gd name="connsiteX8-465" fmla="*/ 8125097 w 12239897"/>
              <a:gd name="connsiteY8-466" fmla="*/ 1341497 h 1759509"/>
              <a:gd name="connsiteX9-467" fmla="*/ 7445829 w 12239897"/>
              <a:gd name="connsiteY9-468" fmla="*/ 1184743 h 1759509"/>
              <a:gd name="connsiteX10-469" fmla="*/ 5786846 w 12239897"/>
              <a:gd name="connsiteY10-470" fmla="*/ 962675 h 1759509"/>
              <a:gd name="connsiteX11-471" fmla="*/ 4898572 w 12239897"/>
              <a:gd name="connsiteY11-472" fmla="*/ 492412 h 1759509"/>
              <a:gd name="connsiteX12-473" fmla="*/ 3161212 w 12239897"/>
              <a:gd name="connsiteY12-474" fmla="*/ 152777 h 1759509"/>
              <a:gd name="connsiteX13-475" fmla="*/ 1658983 w 12239897"/>
              <a:gd name="connsiteY13-476" fmla="*/ 583852 h 1759509"/>
              <a:gd name="connsiteX14-477" fmla="*/ 757646 w 12239897"/>
              <a:gd name="connsiteY14-478" fmla="*/ 871235 h 1759509"/>
              <a:gd name="connsiteX15-479" fmla="*/ 0 w 12239897"/>
              <a:gd name="connsiteY15-480" fmla="*/ 884297 h 1759509"/>
              <a:gd name="connsiteX0-481" fmla="*/ 0 w 12239897"/>
              <a:gd name="connsiteY0-482" fmla="*/ 884297 h 1759509"/>
              <a:gd name="connsiteX1-483" fmla="*/ 0 w 12239897"/>
              <a:gd name="connsiteY1-484" fmla="*/ 1759509 h 1759509"/>
              <a:gd name="connsiteX2-485" fmla="*/ 12239897 w 12239897"/>
              <a:gd name="connsiteY2-486" fmla="*/ 1759509 h 1759509"/>
              <a:gd name="connsiteX3-487" fmla="*/ 12239897 w 12239897"/>
              <a:gd name="connsiteY3-488" fmla="*/ 1393749 h 1759509"/>
              <a:gd name="connsiteX4-489" fmla="*/ 11743509 w 12239897"/>
              <a:gd name="connsiteY4-490" fmla="*/ 1655006 h 1759509"/>
              <a:gd name="connsiteX5-491" fmla="*/ 11338560 w 12239897"/>
              <a:gd name="connsiteY5-492" fmla="*/ 1576629 h 1759509"/>
              <a:gd name="connsiteX6-493" fmla="*/ 9927772 w 12239897"/>
              <a:gd name="connsiteY6-494" fmla="*/ 1459063 h 1759509"/>
              <a:gd name="connsiteX7-495" fmla="*/ 8843555 w 12239897"/>
              <a:gd name="connsiteY7-496" fmla="*/ 1537440 h 1759509"/>
              <a:gd name="connsiteX8-497" fmla="*/ 8125097 w 12239897"/>
              <a:gd name="connsiteY8-498" fmla="*/ 1341497 h 1759509"/>
              <a:gd name="connsiteX9-499" fmla="*/ 7445829 w 12239897"/>
              <a:gd name="connsiteY9-500" fmla="*/ 1184743 h 1759509"/>
              <a:gd name="connsiteX10-501" fmla="*/ 5786846 w 12239897"/>
              <a:gd name="connsiteY10-502" fmla="*/ 962675 h 1759509"/>
              <a:gd name="connsiteX11-503" fmla="*/ 4898572 w 12239897"/>
              <a:gd name="connsiteY11-504" fmla="*/ 492412 h 1759509"/>
              <a:gd name="connsiteX12-505" fmla="*/ 3161212 w 12239897"/>
              <a:gd name="connsiteY12-506" fmla="*/ 152777 h 1759509"/>
              <a:gd name="connsiteX13-507" fmla="*/ 1658983 w 12239897"/>
              <a:gd name="connsiteY13-508" fmla="*/ 583852 h 1759509"/>
              <a:gd name="connsiteX14-509" fmla="*/ 757646 w 12239897"/>
              <a:gd name="connsiteY14-510" fmla="*/ 871235 h 1759509"/>
              <a:gd name="connsiteX15-511" fmla="*/ 0 w 12239897"/>
              <a:gd name="connsiteY15-512" fmla="*/ 884297 h 1759509"/>
              <a:gd name="connsiteX0-513" fmla="*/ 0 w 12239897"/>
              <a:gd name="connsiteY0-514" fmla="*/ 884297 h 1759509"/>
              <a:gd name="connsiteX1-515" fmla="*/ 0 w 12239897"/>
              <a:gd name="connsiteY1-516" fmla="*/ 1759509 h 1759509"/>
              <a:gd name="connsiteX2-517" fmla="*/ 12239897 w 12239897"/>
              <a:gd name="connsiteY2-518" fmla="*/ 1759509 h 1759509"/>
              <a:gd name="connsiteX3-519" fmla="*/ 12239897 w 12239897"/>
              <a:gd name="connsiteY3-520" fmla="*/ 1393749 h 1759509"/>
              <a:gd name="connsiteX4-521" fmla="*/ 11743509 w 12239897"/>
              <a:gd name="connsiteY4-522" fmla="*/ 1655006 h 1759509"/>
              <a:gd name="connsiteX5-523" fmla="*/ 11338560 w 12239897"/>
              <a:gd name="connsiteY5-524" fmla="*/ 1576629 h 1759509"/>
              <a:gd name="connsiteX6-525" fmla="*/ 9927772 w 12239897"/>
              <a:gd name="connsiteY6-526" fmla="*/ 1459063 h 1759509"/>
              <a:gd name="connsiteX7-527" fmla="*/ 8843555 w 12239897"/>
              <a:gd name="connsiteY7-528" fmla="*/ 1537440 h 1759509"/>
              <a:gd name="connsiteX8-529" fmla="*/ 8125097 w 12239897"/>
              <a:gd name="connsiteY8-530" fmla="*/ 1341497 h 1759509"/>
              <a:gd name="connsiteX9-531" fmla="*/ 7445829 w 12239897"/>
              <a:gd name="connsiteY9-532" fmla="*/ 1184743 h 1759509"/>
              <a:gd name="connsiteX10-533" fmla="*/ 5786846 w 12239897"/>
              <a:gd name="connsiteY10-534" fmla="*/ 962675 h 1759509"/>
              <a:gd name="connsiteX11-535" fmla="*/ 4898572 w 12239897"/>
              <a:gd name="connsiteY11-536" fmla="*/ 492412 h 1759509"/>
              <a:gd name="connsiteX12-537" fmla="*/ 3161212 w 12239897"/>
              <a:gd name="connsiteY12-538" fmla="*/ 152777 h 1759509"/>
              <a:gd name="connsiteX13-539" fmla="*/ 1658983 w 12239897"/>
              <a:gd name="connsiteY13-540" fmla="*/ 583852 h 1759509"/>
              <a:gd name="connsiteX14-541" fmla="*/ 757646 w 12239897"/>
              <a:gd name="connsiteY14-542" fmla="*/ 871235 h 1759509"/>
              <a:gd name="connsiteX15-543" fmla="*/ 0 w 12239897"/>
              <a:gd name="connsiteY15-544" fmla="*/ 884297 h 1759509"/>
              <a:gd name="connsiteX0-545" fmla="*/ 0 w 12239897"/>
              <a:gd name="connsiteY0-546" fmla="*/ 884297 h 1759509"/>
              <a:gd name="connsiteX1-547" fmla="*/ 0 w 12239897"/>
              <a:gd name="connsiteY1-548" fmla="*/ 1759509 h 1759509"/>
              <a:gd name="connsiteX2-549" fmla="*/ 12239897 w 12239897"/>
              <a:gd name="connsiteY2-550" fmla="*/ 1759509 h 1759509"/>
              <a:gd name="connsiteX3-551" fmla="*/ 12239897 w 12239897"/>
              <a:gd name="connsiteY3-552" fmla="*/ 1393749 h 1759509"/>
              <a:gd name="connsiteX4-553" fmla="*/ 11743509 w 12239897"/>
              <a:gd name="connsiteY4-554" fmla="*/ 1655006 h 1759509"/>
              <a:gd name="connsiteX5-555" fmla="*/ 11338560 w 12239897"/>
              <a:gd name="connsiteY5-556" fmla="*/ 1576629 h 1759509"/>
              <a:gd name="connsiteX6-557" fmla="*/ 9927772 w 12239897"/>
              <a:gd name="connsiteY6-558" fmla="*/ 1459063 h 1759509"/>
              <a:gd name="connsiteX7-559" fmla="*/ 8843555 w 12239897"/>
              <a:gd name="connsiteY7-560" fmla="*/ 1537440 h 1759509"/>
              <a:gd name="connsiteX8-561" fmla="*/ 8125097 w 12239897"/>
              <a:gd name="connsiteY8-562" fmla="*/ 1341497 h 1759509"/>
              <a:gd name="connsiteX9-563" fmla="*/ 7445829 w 12239897"/>
              <a:gd name="connsiteY9-564" fmla="*/ 1184743 h 1759509"/>
              <a:gd name="connsiteX10-565" fmla="*/ 5786846 w 12239897"/>
              <a:gd name="connsiteY10-566" fmla="*/ 962675 h 1759509"/>
              <a:gd name="connsiteX11-567" fmla="*/ 4898572 w 12239897"/>
              <a:gd name="connsiteY11-568" fmla="*/ 492412 h 1759509"/>
              <a:gd name="connsiteX12-569" fmla="*/ 3161212 w 12239897"/>
              <a:gd name="connsiteY12-570" fmla="*/ 152777 h 1759509"/>
              <a:gd name="connsiteX13-571" fmla="*/ 1658983 w 12239897"/>
              <a:gd name="connsiteY13-572" fmla="*/ 583852 h 1759509"/>
              <a:gd name="connsiteX14-573" fmla="*/ 757646 w 12239897"/>
              <a:gd name="connsiteY14-574" fmla="*/ 871235 h 1759509"/>
              <a:gd name="connsiteX15-575" fmla="*/ 0 w 12239897"/>
              <a:gd name="connsiteY15-576" fmla="*/ 884297 h 1759509"/>
              <a:gd name="connsiteX0-577" fmla="*/ 0 w 12239897"/>
              <a:gd name="connsiteY0-578" fmla="*/ 884297 h 1759509"/>
              <a:gd name="connsiteX1-579" fmla="*/ 0 w 12239897"/>
              <a:gd name="connsiteY1-580" fmla="*/ 1759509 h 1759509"/>
              <a:gd name="connsiteX2-581" fmla="*/ 12239897 w 12239897"/>
              <a:gd name="connsiteY2-582" fmla="*/ 1759509 h 1759509"/>
              <a:gd name="connsiteX3-583" fmla="*/ 12239897 w 12239897"/>
              <a:gd name="connsiteY3-584" fmla="*/ 1393749 h 1759509"/>
              <a:gd name="connsiteX4-585" fmla="*/ 11743509 w 12239897"/>
              <a:gd name="connsiteY4-586" fmla="*/ 1655006 h 1759509"/>
              <a:gd name="connsiteX5-587" fmla="*/ 11338560 w 12239897"/>
              <a:gd name="connsiteY5-588" fmla="*/ 1576629 h 1759509"/>
              <a:gd name="connsiteX6-589" fmla="*/ 9927772 w 12239897"/>
              <a:gd name="connsiteY6-590" fmla="*/ 1459063 h 1759509"/>
              <a:gd name="connsiteX7-591" fmla="*/ 8843555 w 12239897"/>
              <a:gd name="connsiteY7-592" fmla="*/ 1537440 h 1759509"/>
              <a:gd name="connsiteX8-593" fmla="*/ 8125097 w 12239897"/>
              <a:gd name="connsiteY8-594" fmla="*/ 1341497 h 1759509"/>
              <a:gd name="connsiteX9-595" fmla="*/ 7445829 w 12239897"/>
              <a:gd name="connsiteY9-596" fmla="*/ 1184743 h 1759509"/>
              <a:gd name="connsiteX10-597" fmla="*/ 5786846 w 12239897"/>
              <a:gd name="connsiteY10-598" fmla="*/ 962675 h 1759509"/>
              <a:gd name="connsiteX11-599" fmla="*/ 4898572 w 12239897"/>
              <a:gd name="connsiteY11-600" fmla="*/ 492412 h 1759509"/>
              <a:gd name="connsiteX12-601" fmla="*/ 3161212 w 12239897"/>
              <a:gd name="connsiteY12-602" fmla="*/ 152777 h 1759509"/>
              <a:gd name="connsiteX13-603" fmla="*/ 1658983 w 12239897"/>
              <a:gd name="connsiteY13-604" fmla="*/ 583852 h 1759509"/>
              <a:gd name="connsiteX14-605" fmla="*/ 757646 w 12239897"/>
              <a:gd name="connsiteY14-606" fmla="*/ 871235 h 1759509"/>
              <a:gd name="connsiteX15-607" fmla="*/ 0 w 12239897"/>
              <a:gd name="connsiteY15-608" fmla="*/ 884297 h 1759509"/>
              <a:gd name="connsiteX0-609" fmla="*/ 0 w 12239897"/>
              <a:gd name="connsiteY0-610" fmla="*/ 884297 h 1759509"/>
              <a:gd name="connsiteX1-611" fmla="*/ 0 w 12239897"/>
              <a:gd name="connsiteY1-612" fmla="*/ 1759509 h 1759509"/>
              <a:gd name="connsiteX2-613" fmla="*/ 12239897 w 12239897"/>
              <a:gd name="connsiteY2-614" fmla="*/ 1759509 h 1759509"/>
              <a:gd name="connsiteX3-615" fmla="*/ 12239897 w 12239897"/>
              <a:gd name="connsiteY3-616" fmla="*/ 1393749 h 1759509"/>
              <a:gd name="connsiteX4-617" fmla="*/ 11743509 w 12239897"/>
              <a:gd name="connsiteY4-618" fmla="*/ 1655006 h 1759509"/>
              <a:gd name="connsiteX5-619" fmla="*/ 11338560 w 12239897"/>
              <a:gd name="connsiteY5-620" fmla="*/ 1576629 h 1759509"/>
              <a:gd name="connsiteX6-621" fmla="*/ 9927772 w 12239897"/>
              <a:gd name="connsiteY6-622" fmla="*/ 1459063 h 1759509"/>
              <a:gd name="connsiteX7-623" fmla="*/ 8843555 w 12239897"/>
              <a:gd name="connsiteY7-624" fmla="*/ 1537440 h 1759509"/>
              <a:gd name="connsiteX8-625" fmla="*/ 8125097 w 12239897"/>
              <a:gd name="connsiteY8-626" fmla="*/ 1341497 h 1759509"/>
              <a:gd name="connsiteX9-627" fmla="*/ 7445829 w 12239897"/>
              <a:gd name="connsiteY9-628" fmla="*/ 1184743 h 1759509"/>
              <a:gd name="connsiteX10-629" fmla="*/ 5786846 w 12239897"/>
              <a:gd name="connsiteY10-630" fmla="*/ 962675 h 1759509"/>
              <a:gd name="connsiteX11-631" fmla="*/ 4898572 w 12239897"/>
              <a:gd name="connsiteY11-632" fmla="*/ 492412 h 1759509"/>
              <a:gd name="connsiteX12-633" fmla="*/ 3161212 w 12239897"/>
              <a:gd name="connsiteY12-634" fmla="*/ 152777 h 1759509"/>
              <a:gd name="connsiteX13-635" fmla="*/ 1658983 w 12239897"/>
              <a:gd name="connsiteY13-636" fmla="*/ 583852 h 1759509"/>
              <a:gd name="connsiteX14-637" fmla="*/ 757646 w 12239897"/>
              <a:gd name="connsiteY14-638" fmla="*/ 871235 h 1759509"/>
              <a:gd name="connsiteX15-639" fmla="*/ 0 w 12239897"/>
              <a:gd name="connsiteY15-640" fmla="*/ 884297 h 1759509"/>
              <a:gd name="connsiteX0-641" fmla="*/ 0 w 12239897"/>
              <a:gd name="connsiteY0-642" fmla="*/ 884297 h 1759509"/>
              <a:gd name="connsiteX1-643" fmla="*/ 0 w 12239897"/>
              <a:gd name="connsiteY1-644" fmla="*/ 1759509 h 1759509"/>
              <a:gd name="connsiteX2-645" fmla="*/ 12239897 w 12239897"/>
              <a:gd name="connsiteY2-646" fmla="*/ 1759509 h 1759509"/>
              <a:gd name="connsiteX3-647" fmla="*/ 12239897 w 12239897"/>
              <a:gd name="connsiteY3-648" fmla="*/ 1393749 h 1759509"/>
              <a:gd name="connsiteX4-649" fmla="*/ 11743509 w 12239897"/>
              <a:gd name="connsiteY4-650" fmla="*/ 1655006 h 1759509"/>
              <a:gd name="connsiteX5-651" fmla="*/ 11338560 w 12239897"/>
              <a:gd name="connsiteY5-652" fmla="*/ 1576629 h 1759509"/>
              <a:gd name="connsiteX6-653" fmla="*/ 9927772 w 12239897"/>
              <a:gd name="connsiteY6-654" fmla="*/ 1459063 h 1759509"/>
              <a:gd name="connsiteX7-655" fmla="*/ 8843555 w 12239897"/>
              <a:gd name="connsiteY7-656" fmla="*/ 1537440 h 1759509"/>
              <a:gd name="connsiteX8-657" fmla="*/ 8125097 w 12239897"/>
              <a:gd name="connsiteY8-658" fmla="*/ 1341497 h 1759509"/>
              <a:gd name="connsiteX9-659" fmla="*/ 7445829 w 12239897"/>
              <a:gd name="connsiteY9-660" fmla="*/ 1184743 h 1759509"/>
              <a:gd name="connsiteX10-661" fmla="*/ 5786846 w 12239897"/>
              <a:gd name="connsiteY10-662" fmla="*/ 962675 h 1759509"/>
              <a:gd name="connsiteX11-663" fmla="*/ 4898572 w 12239897"/>
              <a:gd name="connsiteY11-664" fmla="*/ 492412 h 1759509"/>
              <a:gd name="connsiteX12-665" fmla="*/ 3161212 w 12239897"/>
              <a:gd name="connsiteY12-666" fmla="*/ 152777 h 1759509"/>
              <a:gd name="connsiteX13-667" fmla="*/ 1658983 w 12239897"/>
              <a:gd name="connsiteY13-668" fmla="*/ 583852 h 1759509"/>
              <a:gd name="connsiteX14-669" fmla="*/ 757646 w 12239897"/>
              <a:gd name="connsiteY14-670" fmla="*/ 871235 h 1759509"/>
              <a:gd name="connsiteX15-671" fmla="*/ 0 w 12239897"/>
              <a:gd name="connsiteY15-672" fmla="*/ 884297 h 1759509"/>
              <a:gd name="connsiteX0-673" fmla="*/ 0 w 12239897"/>
              <a:gd name="connsiteY0-674" fmla="*/ 884297 h 1759509"/>
              <a:gd name="connsiteX1-675" fmla="*/ 0 w 12239897"/>
              <a:gd name="connsiteY1-676" fmla="*/ 1759509 h 1759509"/>
              <a:gd name="connsiteX2-677" fmla="*/ 12239897 w 12239897"/>
              <a:gd name="connsiteY2-678" fmla="*/ 1759509 h 1759509"/>
              <a:gd name="connsiteX3-679" fmla="*/ 12239897 w 12239897"/>
              <a:gd name="connsiteY3-680" fmla="*/ 1393749 h 1759509"/>
              <a:gd name="connsiteX4-681" fmla="*/ 11743509 w 12239897"/>
              <a:gd name="connsiteY4-682" fmla="*/ 1655006 h 1759509"/>
              <a:gd name="connsiteX5-683" fmla="*/ 11338560 w 12239897"/>
              <a:gd name="connsiteY5-684" fmla="*/ 1576629 h 1759509"/>
              <a:gd name="connsiteX6-685" fmla="*/ 9927772 w 12239897"/>
              <a:gd name="connsiteY6-686" fmla="*/ 1459063 h 1759509"/>
              <a:gd name="connsiteX7-687" fmla="*/ 8843555 w 12239897"/>
              <a:gd name="connsiteY7-688" fmla="*/ 1537440 h 1759509"/>
              <a:gd name="connsiteX8-689" fmla="*/ 8125097 w 12239897"/>
              <a:gd name="connsiteY8-690" fmla="*/ 1341497 h 1759509"/>
              <a:gd name="connsiteX9-691" fmla="*/ 7445829 w 12239897"/>
              <a:gd name="connsiteY9-692" fmla="*/ 1184743 h 1759509"/>
              <a:gd name="connsiteX10-693" fmla="*/ 5786846 w 12239897"/>
              <a:gd name="connsiteY10-694" fmla="*/ 962675 h 1759509"/>
              <a:gd name="connsiteX11-695" fmla="*/ 4898572 w 12239897"/>
              <a:gd name="connsiteY11-696" fmla="*/ 492412 h 1759509"/>
              <a:gd name="connsiteX12-697" fmla="*/ 3161212 w 12239897"/>
              <a:gd name="connsiteY12-698" fmla="*/ 152777 h 1759509"/>
              <a:gd name="connsiteX13-699" fmla="*/ 1658983 w 12239897"/>
              <a:gd name="connsiteY13-700" fmla="*/ 583852 h 1759509"/>
              <a:gd name="connsiteX14-701" fmla="*/ 757646 w 12239897"/>
              <a:gd name="connsiteY14-702" fmla="*/ 871235 h 1759509"/>
              <a:gd name="connsiteX15-703" fmla="*/ 0 w 12239897"/>
              <a:gd name="connsiteY15-704" fmla="*/ 884297 h 1759509"/>
              <a:gd name="connsiteX0-705" fmla="*/ 0 w 12239897"/>
              <a:gd name="connsiteY0-706" fmla="*/ 884297 h 1759509"/>
              <a:gd name="connsiteX1-707" fmla="*/ 0 w 12239897"/>
              <a:gd name="connsiteY1-708" fmla="*/ 1759509 h 1759509"/>
              <a:gd name="connsiteX2-709" fmla="*/ 12239897 w 12239897"/>
              <a:gd name="connsiteY2-710" fmla="*/ 1759509 h 1759509"/>
              <a:gd name="connsiteX3-711" fmla="*/ 12239897 w 12239897"/>
              <a:gd name="connsiteY3-712" fmla="*/ 1393749 h 1759509"/>
              <a:gd name="connsiteX4-713" fmla="*/ 11743509 w 12239897"/>
              <a:gd name="connsiteY4-714" fmla="*/ 1655006 h 1759509"/>
              <a:gd name="connsiteX5-715" fmla="*/ 11338560 w 12239897"/>
              <a:gd name="connsiteY5-716" fmla="*/ 1576629 h 1759509"/>
              <a:gd name="connsiteX6-717" fmla="*/ 9927772 w 12239897"/>
              <a:gd name="connsiteY6-718" fmla="*/ 1459063 h 1759509"/>
              <a:gd name="connsiteX7-719" fmla="*/ 8843555 w 12239897"/>
              <a:gd name="connsiteY7-720" fmla="*/ 1537440 h 1759509"/>
              <a:gd name="connsiteX8-721" fmla="*/ 8125097 w 12239897"/>
              <a:gd name="connsiteY8-722" fmla="*/ 1341497 h 1759509"/>
              <a:gd name="connsiteX9-723" fmla="*/ 7445829 w 12239897"/>
              <a:gd name="connsiteY9-724" fmla="*/ 1184743 h 1759509"/>
              <a:gd name="connsiteX10-725" fmla="*/ 5786846 w 12239897"/>
              <a:gd name="connsiteY10-726" fmla="*/ 962675 h 1759509"/>
              <a:gd name="connsiteX11-727" fmla="*/ 4898572 w 12239897"/>
              <a:gd name="connsiteY11-728" fmla="*/ 492412 h 1759509"/>
              <a:gd name="connsiteX12-729" fmla="*/ 3161212 w 12239897"/>
              <a:gd name="connsiteY12-730" fmla="*/ 152777 h 1759509"/>
              <a:gd name="connsiteX13-731" fmla="*/ 1658983 w 12239897"/>
              <a:gd name="connsiteY13-732" fmla="*/ 583852 h 1759509"/>
              <a:gd name="connsiteX14-733" fmla="*/ 757646 w 12239897"/>
              <a:gd name="connsiteY14-734" fmla="*/ 871235 h 1759509"/>
              <a:gd name="connsiteX15-735" fmla="*/ 0 w 12239897"/>
              <a:gd name="connsiteY15-736" fmla="*/ 884297 h 1759509"/>
              <a:gd name="connsiteX0-737" fmla="*/ 0 w 12239897"/>
              <a:gd name="connsiteY0-738" fmla="*/ 884297 h 1759509"/>
              <a:gd name="connsiteX1-739" fmla="*/ 0 w 12239897"/>
              <a:gd name="connsiteY1-740" fmla="*/ 1759509 h 1759509"/>
              <a:gd name="connsiteX2-741" fmla="*/ 12239897 w 12239897"/>
              <a:gd name="connsiteY2-742" fmla="*/ 1759509 h 1759509"/>
              <a:gd name="connsiteX3-743" fmla="*/ 12239897 w 12239897"/>
              <a:gd name="connsiteY3-744" fmla="*/ 1393749 h 1759509"/>
              <a:gd name="connsiteX4-745" fmla="*/ 11743509 w 12239897"/>
              <a:gd name="connsiteY4-746" fmla="*/ 1655006 h 1759509"/>
              <a:gd name="connsiteX5-747" fmla="*/ 11338560 w 12239897"/>
              <a:gd name="connsiteY5-748" fmla="*/ 1576629 h 1759509"/>
              <a:gd name="connsiteX6-749" fmla="*/ 9927772 w 12239897"/>
              <a:gd name="connsiteY6-750" fmla="*/ 1459063 h 1759509"/>
              <a:gd name="connsiteX7-751" fmla="*/ 8843555 w 12239897"/>
              <a:gd name="connsiteY7-752" fmla="*/ 1537440 h 1759509"/>
              <a:gd name="connsiteX8-753" fmla="*/ 8125097 w 12239897"/>
              <a:gd name="connsiteY8-754" fmla="*/ 1341497 h 1759509"/>
              <a:gd name="connsiteX9-755" fmla="*/ 7445829 w 12239897"/>
              <a:gd name="connsiteY9-756" fmla="*/ 1184743 h 1759509"/>
              <a:gd name="connsiteX10-757" fmla="*/ 5786846 w 12239897"/>
              <a:gd name="connsiteY10-758" fmla="*/ 962675 h 1759509"/>
              <a:gd name="connsiteX11-759" fmla="*/ 4898572 w 12239897"/>
              <a:gd name="connsiteY11-760" fmla="*/ 492412 h 1759509"/>
              <a:gd name="connsiteX12-761" fmla="*/ 3161212 w 12239897"/>
              <a:gd name="connsiteY12-762" fmla="*/ 152777 h 1759509"/>
              <a:gd name="connsiteX13-763" fmla="*/ 1658983 w 12239897"/>
              <a:gd name="connsiteY13-764" fmla="*/ 583852 h 1759509"/>
              <a:gd name="connsiteX14-765" fmla="*/ 757646 w 12239897"/>
              <a:gd name="connsiteY14-766" fmla="*/ 871235 h 1759509"/>
              <a:gd name="connsiteX15-767" fmla="*/ 0 w 12239897"/>
              <a:gd name="connsiteY15-768" fmla="*/ 884297 h 1759509"/>
              <a:gd name="connsiteX0-769" fmla="*/ 0 w 12239897"/>
              <a:gd name="connsiteY0-770" fmla="*/ 884297 h 1759509"/>
              <a:gd name="connsiteX1-771" fmla="*/ 0 w 12239897"/>
              <a:gd name="connsiteY1-772" fmla="*/ 1759509 h 1759509"/>
              <a:gd name="connsiteX2-773" fmla="*/ 12239897 w 12239897"/>
              <a:gd name="connsiteY2-774" fmla="*/ 1759509 h 1759509"/>
              <a:gd name="connsiteX3-775" fmla="*/ 12239897 w 12239897"/>
              <a:gd name="connsiteY3-776" fmla="*/ 1393749 h 1759509"/>
              <a:gd name="connsiteX4-777" fmla="*/ 11743509 w 12239897"/>
              <a:gd name="connsiteY4-778" fmla="*/ 1655006 h 1759509"/>
              <a:gd name="connsiteX5-779" fmla="*/ 11338560 w 12239897"/>
              <a:gd name="connsiteY5-780" fmla="*/ 1576629 h 1759509"/>
              <a:gd name="connsiteX6-781" fmla="*/ 9927772 w 12239897"/>
              <a:gd name="connsiteY6-782" fmla="*/ 1459063 h 1759509"/>
              <a:gd name="connsiteX7-783" fmla="*/ 8843555 w 12239897"/>
              <a:gd name="connsiteY7-784" fmla="*/ 1537440 h 1759509"/>
              <a:gd name="connsiteX8-785" fmla="*/ 8125097 w 12239897"/>
              <a:gd name="connsiteY8-786" fmla="*/ 1341497 h 1759509"/>
              <a:gd name="connsiteX9-787" fmla="*/ 7445829 w 12239897"/>
              <a:gd name="connsiteY9-788" fmla="*/ 1184743 h 1759509"/>
              <a:gd name="connsiteX10-789" fmla="*/ 5786846 w 12239897"/>
              <a:gd name="connsiteY10-790" fmla="*/ 962675 h 1759509"/>
              <a:gd name="connsiteX11-791" fmla="*/ 4898572 w 12239897"/>
              <a:gd name="connsiteY11-792" fmla="*/ 492412 h 1759509"/>
              <a:gd name="connsiteX12-793" fmla="*/ 3161212 w 12239897"/>
              <a:gd name="connsiteY12-794" fmla="*/ 152777 h 1759509"/>
              <a:gd name="connsiteX13-795" fmla="*/ 1658983 w 12239897"/>
              <a:gd name="connsiteY13-796" fmla="*/ 583852 h 1759509"/>
              <a:gd name="connsiteX14-797" fmla="*/ 757646 w 12239897"/>
              <a:gd name="connsiteY14-798" fmla="*/ 871235 h 1759509"/>
              <a:gd name="connsiteX15-799" fmla="*/ 0 w 12239897"/>
              <a:gd name="connsiteY15-800" fmla="*/ 884297 h 17595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</a:cxnLst>
            <a:rect l="l" t="t" r="r" b="b"/>
            <a:pathLst>
              <a:path w="12239897" h="1759509">
                <a:moveTo>
                  <a:pt x="0" y="884297"/>
                </a:moveTo>
                <a:lnTo>
                  <a:pt x="0" y="1759509"/>
                </a:lnTo>
                <a:lnTo>
                  <a:pt x="12239897" y="1759509"/>
                </a:lnTo>
                <a:lnTo>
                  <a:pt x="12239897" y="1393749"/>
                </a:lnTo>
                <a:cubicBezTo>
                  <a:pt x="12074434" y="1389395"/>
                  <a:pt x="11856721" y="1450355"/>
                  <a:pt x="11743509" y="1655006"/>
                </a:cubicBezTo>
                <a:cubicBezTo>
                  <a:pt x="11554097" y="1537440"/>
                  <a:pt x="11525794" y="1511315"/>
                  <a:pt x="11338560" y="1576629"/>
                </a:cubicBezTo>
                <a:cubicBezTo>
                  <a:pt x="11090366" y="1236995"/>
                  <a:pt x="10502537" y="1014926"/>
                  <a:pt x="9927772" y="1459063"/>
                </a:cubicBezTo>
                <a:cubicBezTo>
                  <a:pt x="9749246" y="1132492"/>
                  <a:pt x="9152710" y="988799"/>
                  <a:pt x="8843555" y="1537440"/>
                </a:cubicBezTo>
                <a:cubicBezTo>
                  <a:pt x="8708572" y="1328434"/>
                  <a:pt x="8377646" y="1250057"/>
                  <a:pt x="8125097" y="1341497"/>
                </a:cubicBezTo>
                <a:cubicBezTo>
                  <a:pt x="7990114" y="1145554"/>
                  <a:pt x="7698378" y="1067177"/>
                  <a:pt x="7445829" y="1184743"/>
                </a:cubicBezTo>
                <a:cubicBezTo>
                  <a:pt x="7036527" y="771086"/>
                  <a:pt x="6339840" y="801566"/>
                  <a:pt x="5786846" y="962675"/>
                </a:cubicBezTo>
                <a:cubicBezTo>
                  <a:pt x="5660572" y="570790"/>
                  <a:pt x="5259977" y="400972"/>
                  <a:pt x="4898572" y="492412"/>
                </a:cubicBezTo>
                <a:cubicBezTo>
                  <a:pt x="4593772" y="-51875"/>
                  <a:pt x="3727269" y="-112833"/>
                  <a:pt x="3161212" y="152777"/>
                </a:cubicBezTo>
                <a:cubicBezTo>
                  <a:pt x="2333898" y="-121542"/>
                  <a:pt x="1898469" y="-30103"/>
                  <a:pt x="1658983" y="583852"/>
                </a:cubicBezTo>
                <a:cubicBezTo>
                  <a:pt x="1358537" y="562080"/>
                  <a:pt x="979715" y="749315"/>
                  <a:pt x="757646" y="871235"/>
                </a:cubicBezTo>
                <a:cubicBezTo>
                  <a:pt x="518160" y="797212"/>
                  <a:pt x="265612" y="827691"/>
                  <a:pt x="0" y="884297"/>
                </a:cubicBezTo>
                <a:close/>
              </a:path>
            </a:pathLst>
          </a:cu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6" name="矩形 65"/>
          <p:cNvSpPr/>
          <p:nvPr/>
        </p:nvSpPr>
        <p:spPr>
          <a:xfrm flipH="1">
            <a:off x="1198371" y="932178"/>
            <a:ext cx="5394906" cy="70788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rowalliaUPC" panose="020B0604020202020204" pitchFamily="34" charset="-34"/>
              </a:rPr>
              <a:t>感谢观看</a:t>
            </a:r>
            <a:endParaRPr lang="en-US" altLang="zh-CN" sz="40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rowalliaUPC" panose="020B0604020202020204" pitchFamily="34" charset="-34"/>
            </a:endParaRPr>
          </a:p>
        </p:txBody>
      </p:sp>
      <p:sp>
        <p:nvSpPr>
          <p:cNvPr id="68" name="任意多边形 23"/>
          <p:cNvSpPr/>
          <p:nvPr/>
        </p:nvSpPr>
        <p:spPr>
          <a:xfrm>
            <a:off x="1472303" y="3527194"/>
            <a:ext cx="5949863" cy="0"/>
          </a:xfrm>
          <a:custGeom>
            <a:avLst/>
            <a:gdLst>
              <a:gd name="connsiteX0" fmla="*/ 0 w 5949863"/>
              <a:gd name="connsiteY0" fmla="*/ 0 h 0"/>
              <a:gd name="connsiteX1" fmla="*/ 5949863 w 594986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49863">
                <a:moveTo>
                  <a:pt x="0" y="0"/>
                </a:moveTo>
                <a:lnTo>
                  <a:pt x="5949863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9" name="任意多边形 24"/>
          <p:cNvSpPr/>
          <p:nvPr/>
        </p:nvSpPr>
        <p:spPr>
          <a:xfrm>
            <a:off x="8449300" y="3514668"/>
            <a:ext cx="2404997" cy="0"/>
          </a:xfrm>
          <a:custGeom>
            <a:avLst/>
            <a:gdLst>
              <a:gd name="connsiteX0" fmla="*/ 0 w 2404997"/>
              <a:gd name="connsiteY0" fmla="*/ 0 h 0"/>
              <a:gd name="connsiteX1" fmla="*/ 2404997 w 240499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04997">
                <a:moveTo>
                  <a:pt x="0" y="0"/>
                </a:moveTo>
                <a:lnTo>
                  <a:pt x="2404997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0" name="任意多边形 28"/>
          <p:cNvSpPr/>
          <p:nvPr/>
        </p:nvSpPr>
        <p:spPr>
          <a:xfrm>
            <a:off x="4794069" y="2987922"/>
            <a:ext cx="3633702" cy="2452480"/>
          </a:xfrm>
          <a:custGeom>
            <a:avLst/>
            <a:gdLst>
              <a:gd name="connsiteX0" fmla="*/ 3481302 w 3633702"/>
              <a:gd name="connsiteY0" fmla="*/ 0 h 2452480"/>
              <a:gd name="connsiteX1" fmla="*/ 3633702 w 3633702"/>
              <a:gd name="connsiteY1" fmla="*/ 133350 h 2452480"/>
              <a:gd name="connsiteX2" fmla="*/ 2138277 w 3633702"/>
              <a:gd name="connsiteY2" fmla="*/ 1600200 h 2452480"/>
              <a:gd name="connsiteX3" fmla="*/ 1709652 w 3633702"/>
              <a:gd name="connsiteY3" fmla="*/ 1314450 h 2452480"/>
              <a:gd name="connsiteX4" fmla="*/ 1176252 w 3633702"/>
              <a:gd name="connsiteY4" fmla="*/ 2038350 h 2452480"/>
              <a:gd name="connsiteX5" fmla="*/ 680952 w 3633702"/>
              <a:gd name="connsiteY5" fmla="*/ 1314450 h 2452480"/>
              <a:gd name="connsiteX6" fmla="*/ 0 w 3633702"/>
              <a:gd name="connsiteY6" fmla="*/ 2452480 h 2452480"/>
              <a:gd name="connsiteX7" fmla="*/ 0 w 3633702"/>
              <a:gd name="connsiteY7" fmla="*/ 2343692 h 2452480"/>
              <a:gd name="connsiteX8" fmla="*/ 642852 w 3633702"/>
              <a:gd name="connsiteY8" fmla="*/ 1152525 h 2452480"/>
              <a:gd name="connsiteX9" fmla="*/ 1157202 w 3633702"/>
              <a:gd name="connsiteY9" fmla="*/ 1895475 h 2452480"/>
              <a:gd name="connsiteX10" fmla="*/ 1671552 w 3633702"/>
              <a:gd name="connsiteY10" fmla="*/ 1171575 h 2452480"/>
              <a:gd name="connsiteX11" fmla="*/ 2128752 w 3633702"/>
              <a:gd name="connsiteY11" fmla="*/ 1485900 h 2452480"/>
              <a:gd name="connsiteX12" fmla="*/ 3481302 w 3633702"/>
              <a:gd name="connsiteY12" fmla="*/ 0 h 245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33702" h="2452480">
                <a:moveTo>
                  <a:pt x="3481302" y="0"/>
                </a:moveTo>
                <a:lnTo>
                  <a:pt x="3633702" y="133350"/>
                </a:lnTo>
                <a:lnTo>
                  <a:pt x="2138277" y="1600200"/>
                </a:lnTo>
                <a:lnTo>
                  <a:pt x="1709652" y="1314450"/>
                </a:lnTo>
                <a:lnTo>
                  <a:pt x="1176252" y="2038350"/>
                </a:lnTo>
                <a:lnTo>
                  <a:pt x="680952" y="1314450"/>
                </a:lnTo>
                <a:lnTo>
                  <a:pt x="0" y="2452480"/>
                </a:lnTo>
                <a:lnTo>
                  <a:pt x="0" y="2343692"/>
                </a:lnTo>
                <a:lnTo>
                  <a:pt x="642852" y="1152525"/>
                </a:lnTo>
                <a:lnTo>
                  <a:pt x="1157202" y="1895475"/>
                </a:lnTo>
                <a:lnTo>
                  <a:pt x="1671552" y="1171575"/>
                </a:lnTo>
                <a:lnTo>
                  <a:pt x="2128752" y="1485900"/>
                </a:lnTo>
                <a:lnTo>
                  <a:pt x="34813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7771821" y="1570326"/>
            <a:ext cx="1532459" cy="2544805"/>
            <a:chOff x="8438138" y="848179"/>
            <a:chExt cx="1532459" cy="2544805"/>
          </a:xfrm>
        </p:grpSpPr>
        <p:grpSp>
          <p:nvGrpSpPr>
            <p:cNvPr id="72" name="组合 71"/>
            <p:cNvGrpSpPr/>
            <p:nvPr/>
          </p:nvGrpSpPr>
          <p:grpSpPr>
            <a:xfrm rot="2577978">
              <a:off x="8438138" y="848179"/>
              <a:ext cx="1532459" cy="2544805"/>
              <a:chOff x="5185974" y="1595452"/>
              <a:chExt cx="1805184" cy="2997693"/>
            </a:xfrm>
          </p:grpSpPr>
          <p:sp>
            <p:nvSpPr>
              <p:cNvPr id="75" name="任意多边形 31"/>
              <p:cNvSpPr/>
              <p:nvPr/>
            </p:nvSpPr>
            <p:spPr>
              <a:xfrm>
                <a:off x="5185974" y="3080084"/>
                <a:ext cx="757990" cy="150394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任意多边形 33"/>
              <p:cNvSpPr/>
              <p:nvPr/>
            </p:nvSpPr>
            <p:spPr>
              <a:xfrm>
                <a:off x="5564969" y="1595452"/>
                <a:ext cx="1052899" cy="1915627"/>
              </a:xfrm>
              <a:custGeom>
                <a:avLst/>
                <a:gdLst>
                  <a:gd name="connsiteX0" fmla="*/ 0 w 1052781"/>
                  <a:gd name="connsiteY0" fmla="*/ 1907487 h 1915627"/>
                  <a:gd name="connsiteX1" fmla="*/ 0 w 1052781"/>
                  <a:gd name="connsiteY1" fmla="*/ 1150461 h 1915627"/>
                  <a:gd name="connsiteX2" fmla="*/ 529104 w 1052781"/>
                  <a:gd name="connsiteY2" fmla="*/ 0 h 1915627"/>
                  <a:gd name="connsiteX3" fmla="*/ 1052781 w 1052781"/>
                  <a:gd name="connsiteY3" fmla="*/ 1142321 h 1915627"/>
                  <a:gd name="connsiteX4" fmla="*/ 1052781 w 1052781"/>
                  <a:gd name="connsiteY4" fmla="*/ 1915627 h 1915627"/>
                  <a:gd name="connsiteX0-1" fmla="*/ 0 w 1052781"/>
                  <a:gd name="connsiteY0-2" fmla="*/ 1907487 h 1915627"/>
                  <a:gd name="connsiteX1-3" fmla="*/ 0 w 1052781"/>
                  <a:gd name="connsiteY1-4" fmla="*/ 1150461 h 1915627"/>
                  <a:gd name="connsiteX2-5" fmla="*/ 529104 w 1052781"/>
                  <a:gd name="connsiteY2-6" fmla="*/ 0 h 1915627"/>
                  <a:gd name="connsiteX3-7" fmla="*/ 1052781 w 1052781"/>
                  <a:gd name="connsiteY3-8" fmla="*/ 1142321 h 1915627"/>
                  <a:gd name="connsiteX4-9" fmla="*/ 1052781 w 1052781"/>
                  <a:gd name="connsiteY4-10" fmla="*/ 1915627 h 1915627"/>
                  <a:gd name="connsiteX0-11" fmla="*/ 0 w 1052781"/>
                  <a:gd name="connsiteY0-12" fmla="*/ 1907487 h 1915627"/>
                  <a:gd name="connsiteX1-13" fmla="*/ 0 w 1052781"/>
                  <a:gd name="connsiteY1-14" fmla="*/ 1150461 h 1915627"/>
                  <a:gd name="connsiteX2-15" fmla="*/ 529104 w 1052781"/>
                  <a:gd name="connsiteY2-16" fmla="*/ 0 h 1915627"/>
                  <a:gd name="connsiteX3-17" fmla="*/ 1052781 w 1052781"/>
                  <a:gd name="connsiteY3-18" fmla="*/ 1142321 h 1915627"/>
                  <a:gd name="connsiteX4-19" fmla="*/ 1052781 w 1052781"/>
                  <a:gd name="connsiteY4-20" fmla="*/ 1915627 h 1915627"/>
                  <a:gd name="connsiteX0-21" fmla="*/ 118 w 1052899"/>
                  <a:gd name="connsiteY0-22" fmla="*/ 1907487 h 1915627"/>
                  <a:gd name="connsiteX1-23" fmla="*/ 118 w 1052899"/>
                  <a:gd name="connsiteY1-24" fmla="*/ 1150461 h 1915627"/>
                  <a:gd name="connsiteX2-25" fmla="*/ 529222 w 1052899"/>
                  <a:gd name="connsiteY2-26" fmla="*/ 0 h 1915627"/>
                  <a:gd name="connsiteX3-27" fmla="*/ 1052899 w 1052899"/>
                  <a:gd name="connsiteY3-28" fmla="*/ 1142321 h 1915627"/>
                  <a:gd name="connsiteX4-29" fmla="*/ 1052899 w 1052899"/>
                  <a:gd name="connsiteY4-30" fmla="*/ 1915627 h 1915627"/>
                  <a:gd name="connsiteX0-31" fmla="*/ 118 w 1052899"/>
                  <a:gd name="connsiteY0-32" fmla="*/ 1907487 h 1915627"/>
                  <a:gd name="connsiteX1-33" fmla="*/ 118 w 1052899"/>
                  <a:gd name="connsiteY1-34" fmla="*/ 1150461 h 1915627"/>
                  <a:gd name="connsiteX2-35" fmla="*/ 529222 w 1052899"/>
                  <a:gd name="connsiteY2-36" fmla="*/ 0 h 1915627"/>
                  <a:gd name="connsiteX3-37" fmla="*/ 1052899 w 1052899"/>
                  <a:gd name="connsiteY3-38" fmla="*/ 1142321 h 1915627"/>
                  <a:gd name="connsiteX4-39" fmla="*/ 1052899 w 1052899"/>
                  <a:gd name="connsiteY4-40" fmla="*/ 1915627 h 191562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052899" h="1915627">
                    <a:moveTo>
                      <a:pt x="118" y="1907487"/>
                    </a:moveTo>
                    <a:lnTo>
                      <a:pt x="118" y="1150461"/>
                    </a:lnTo>
                    <a:cubicBezTo>
                      <a:pt x="-7545" y="784227"/>
                      <a:pt x="358605" y="9675"/>
                      <a:pt x="529222" y="0"/>
                    </a:cubicBezTo>
                    <a:cubicBezTo>
                      <a:pt x="703781" y="6962"/>
                      <a:pt x="1045117" y="704037"/>
                      <a:pt x="1052899" y="1142321"/>
                    </a:cubicBezTo>
                    <a:lnTo>
                      <a:pt x="1052899" y="1915627"/>
                    </a:ln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任意多边形 34"/>
              <p:cNvSpPr/>
              <p:nvPr/>
            </p:nvSpPr>
            <p:spPr>
              <a:xfrm flipH="1">
                <a:off x="6233168" y="3089197"/>
                <a:ext cx="757990" cy="1503948"/>
              </a:xfrm>
              <a:custGeom>
                <a:avLst/>
                <a:gdLst>
                  <a:gd name="connsiteX0" fmla="*/ 589548 w 757990"/>
                  <a:gd name="connsiteY0" fmla="*/ 1503948 h 1503948"/>
                  <a:gd name="connsiteX1" fmla="*/ 757990 w 757990"/>
                  <a:gd name="connsiteY1" fmla="*/ 1239253 h 1503948"/>
                  <a:gd name="connsiteX2" fmla="*/ 457200 w 757990"/>
                  <a:gd name="connsiteY2" fmla="*/ 1010653 h 1503948"/>
                  <a:gd name="connsiteX3" fmla="*/ 0 w 757990"/>
                  <a:gd name="connsiteY3" fmla="*/ 1010653 h 1503948"/>
                  <a:gd name="connsiteX4" fmla="*/ 360948 w 757990"/>
                  <a:gd name="connsiteY4" fmla="*/ 0 h 1503948"/>
                  <a:gd name="connsiteX0-1" fmla="*/ 589548 w 757990"/>
                  <a:gd name="connsiteY0-2" fmla="*/ 1503948 h 1503948"/>
                  <a:gd name="connsiteX1-3" fmla="*/ 757990 w 757990"/>
                  <a:gd name="connsiteY1-4" fmla="*/ 1239253 h 1503948"/>
                  <a:gd name="connsiteX2-5" fmla="*/ 457200 w 757990"/>
                  <a:gd name="connsiteY2-6" fmla="*/ 1010653 h 1503948"/>
                  <a:gd name="connsiteX3-7" fmla="*/ 0 w 757990"/>
                  <a:gd name="connsiteY3-8" fmla="*/ 1010653 h 1503948"/>
                  <a:gd name="connsiteX4-9" fmla="*/ 360948 w 757990"/>
                  <a:gd name="connsiteY4-10" fmla="*/ 0 h 1503948"/>
                  <a:gd name="connsiteX0-11" fmla="*/ 589548 w 757990"/>
                  <a:gd name="connsiteY0-12" fmla="*/ 1503948 h 1503948"/>
                  <a:gd name="connsiteX1-13" fmla="*/ 757990 w 757990"/>
                  <a:gd name="connsiteY1-14" fmla="*/ 1239253 h 1503948"/>
                  <a:gd name="connsiteX2-15" fmla="*/ 457200 w 757990"/>
                  <a:gd name="connsiteY2-16" fmla="*/ 1010653 h 1503948"/>
                  <a:gd name="connsiteX3-17" fmla="*/ 0 w 757990"/>
                  <a:gd name="connsiteY3-18" fmla="*/ 1010653 h 1503948"/>
                  <a:gd name="connsiteX4-19" fmla="*/ 360948 w 757990"/>
                  <a:gd name="connsiteY4-20" fmla="*/ 0 h 1503948"/>
                  <a:gd name="connsiteX0-21" fmla="*/ 589548 w 757990"/>
                  <a:gd name="connsiteY0-22" fmla="*/ 1503948 h 1503948"/>
                  <a:gd name="connsiteX1-23" fmla="*/ 757990 w 757990"/>
                  <a:gd name="connsiteY1-24" fmla="*/ 1239253 h 1503948"/>
                  <a:gd name="connsiteX2-25" fmla="*/ 457200 w 757990"/>
                  <a:gd name="connsiteY2-26" fmla="*/ 1010653 h 1503948"/>
                  <a:gd name="connsiteX3-27" fmla="*/ 0 w 757990"/>
                  <a:gd name="connsiteY3-28" fmla="*/ 1010653 h 1503948"/>
                  <a:gd name="connsiteX4-29" fmla="*/ 360948 w 757990"/>
                  <a:gd name="connsiteY4-30" fmla="*/ 0 h 1503948"/>
                  <a:gd name="connsiteX0-31" fmla="*/ 589548 w 757990"/>
                  <a:gd name="connsiteY0-32" fmla="*/ 1503948 h 1503948"/>
                  <a:gd name="connsiteX1-33" fmla="*/ 757990 w 757990"/>
                  <a:gd name="connsiteY1-34" fmla="*/ 1239253 h 1503948"/>
                  <a:gd name="connsiteX2-35" fmla="*/ 457200 w 757990"/>
                  <a:gd name="connsiteY2-36" fmla="*/ 1010653 h 1503948"/>
                  <a:gd name="connsiteX3-37" fmla="*/ 0 w 757990"/>
                  <a:gd name="connsiteY3-38" fmla="*/ 1010653 h 1503948"/>
                  <a:gd name="connsiteX4-39" fmla="*/ 360948 w 757990"/>
                  <a:gd name="connsiteY4-40" fmla="*/ 0 h 1503948"/>
                  <a:gd name="connsiteX0-41" fmla="*/ 589548 w 757990"/>
                  <a:gd name="connsiteY0-42" fmla="*/ 1503948 h 1503948"/>
                  <a:gd name="connsiteX1-43" fmla="*/ 757990 w 757990"/>
                  <a:gd name="connsiteY1-44" fmla="*/ 1239253 h 1503948"/>
                  <a:gd name="connsiteX2-45" fmla="*/ 457200 w 757990"/>
                  <a:gd name="connsiteY2-46" fmla="*/ 1010653 h 1503948"/>
                  <a:gd name="connsiteX3-47" fmla="*/ 0 w 757990"/>
                  <a:gd name="connsiteY3-48" fmla="*/ 1010653 h 1503948"/>
                  <a:gd name="connsiteX4-49" fmla="*/ 360948 w 757990"/>
                  <a:gd name="connsiteY4-50" fmla="*/ 0 h 15039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757990" h="1503948">
                    <a:moveTo>
                      <a:pt x="589548" y="1503948"/>
                    </a:moveTo>
                    <a:lnTo>
                      <a:pt x="757990" y="1239253"/>
                    </a:lnTo>
                    <a:cubicBezTo>
                      <a:pt x="581526" y="1253541"/>
                      <a:pt x="524125" y="1210678"/>
                      <a:pt x="457200" y="1010653"/>
                    </a:cubicBezTo>
                    <a:lnTo>
                      <a:pt x="0" y="1010653"/>
                    </a:lnTo>
                    <a:cubicBezTo>
                      <a:pt x="36972" y="645194"/>
                      <a:pt x="85851" y="194009"/>
                      <a:pt x="360948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3" name="矩形 72"/>
            <p:cNvSpPr/>
            <p:nvPr/>
          </p:nvSpPr>
          <p:spPr>
            <a:xfrm rot="18855888">
              <a:off x="8867328" y="1572661"/>
              <a:ext cx="114326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  <a:cs typeface="BrowalliaUPC" panose="020B0604020202020204" pitchFamily="34" charset="-34"/>
                </a:rPr>
                <a:t>2020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8642542" y="2340632"/>
              <a:ext cx="374726" cy="3747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8" name="任意多边形 5"/>
          <p:cNvSpPr/>
          <p:nvPr/>
        </p:nvSpPr>
        <p:spPr>
          <a:xfrm rot="8940187" flipV="1">
            <a:off x="7075674" y="4992557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 6"/>
          <p:cNvSpPr/>
          <p:nvPr/>
        </p:nvSpPr>
        <p:spPr>
          <a:xfrm rot="8940187" flipV="1">
            <a:off x="4107433" y="4486224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 7"/>
          <p:cNvSpPr/>
          <p:nvPr/>
        </p:nvSpPr>
        <p:spPr>
          <a:xfrm rot="8940187" flipV="1">
            <a:off x="3224564" y="1858988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 8"/>
          <p:cNvSpPr/>
          <p:nvPr/>
        </p:nvSpPr>
        <p:spPr>
          <a:xfrm rot="8940187" flipV="1">
            <a:off x="1551281" y="4611566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 9"/>
          <p:cNvSpPr/>
          <p:nvPr/>
        </p:nvSpPr>
        <p:spPr>
          <a:xfrm rot="8940187" flipV="1">
            <a:off x="5693040" y="1808645"/>
            <a:ext cx="1353810" cy="75573"/>
          </a:xfrm>
          <a:custGeom>
            <a:avLst/>
            <a:gdLst>
              <a:gd name="connsiteX0" fmla="*/ 375899 w 3658771"/>
              <a:gd name="connsiteY0" fmla="*/ 66655 h 351772"/>
              <a:gd name="connsiteX1" fmla="*/ 3658744 w 3658771"/>
              <a:gd name="connsiteY1" fmla="*/ 21685 h 351772"/>
              <a:gd name="connsiteX2" fmla="*/ 435859 w 3658771"/>
              <a:gd name="connsiteY2" fmla="*/ 351469 h 351772"/>
              <a:gd name="connsiteX3" fmla="*/ 375899 w 3658771"/>
              <a:gd name="connsiteY3" fmla="*/ 66655 h 35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8771" h="351772">
                <a:moveTo>
                  <a:pt x="375899" y="66655"/>
                </a:moveTo>
                <a:cubicBezTo>
                  <a:pt x="913047" y="11691"/>
                  <a:pt x="3648751" y="-25784"/>
                  <a:pt x="3658744" y="21685"/>
                </a:cubicBezTo>
                <a:cubicBezTo>
                  <a:pt x="3668737" y="69154"/>
                  <a:pt x="978003" y="341476"/>
                  <a:pt x="435859" y="351469"/>
                </a:cubicBezTo>
                <a:cubicBezTo>
                  <a:pt x="-106285" y="361462"/>
                  <a:pt x="-161249" y="121619"/>
                  <a:pt x="375899" y="6665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BFFFE">
                  <a:alpha val="50000"/>
                </a:srgb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541025" y="1602236"/>
            <a:ext cx="4709597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数据大视野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精彩雨课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 100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分亚马逊运营之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Listing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 100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分亚马逊运营之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PPC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《100</a:t>
            </a:r>
            <a:r>
              <a: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分亚马逊运营之库存管理</a:t>
            </a: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…</a:t>
            </a:r>
            <a:endParaRPr lang="zh-CN" altLang="en-US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1.85185E-6 L 0.06354 -0.12754 " pathEditMode="relative" rAng="0" ptsTypes="AA">
                                      <p:cBhvr>
                                        <p:cTn id="30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-638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234 -1.11111E-6 L 0.0082 -1.11111E-6 " pathEditMode="fixed" rAng="0" ptsTypes="AA">
                                      <p:cBhvr>
                                        <p:cTn id="3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1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47578 -0.45856 L -0.35729 0.33889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54" y="3986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45" dur="10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50" dur="10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73151 -0.70324 L -0.35729 0.33889 " pathEditMode="relative" rAng="0" ptsTypes="AA">
                                      <p:cBhvr>
                                        <p:cTn id="55" dur="10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440" y="5210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62357 -0.6 L -0.35729 0.33889 " pathEditMode="relative" rAng="0" ptsTypes="AA">
                                      <p:cBhvr>
                                        <p:cTn id="60" dur="10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49" y="4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/>
      <p:bldP spid="66" grpId="1"/>
      <p:bldP spid="68" grpId="0" animBg="1"/>
      <p:bldP spid="69" grpId="0" animBg="1"/>
      <p:bldP spid="70" grpId="0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310144" y="1339240"/>
            <a:ext cx="4054311" cy="4179565"/>
            <a:chOff x="6869392" y="1405915"/>
            <a:chExt cx="4054311" cy="4179565"/>
          </a:xfrm>
        </p:grpSpPr>
        <p:pic>
          <p:nvPicPr>
            <p:cNvPr id="9" name="图片 8" descr="直播群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6869392" y="1405915"/>
              <a:ext cx="4054311" cy="3827346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6958691" y="5246926"/>
              <a:ext cx="38757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扫描关注</a:t>
              </a:r>
              <a:r>
                <a:rPr lang="zh-CN" alt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亚马逊选品直播沟通群</a:t>
              </a:r>
              <a:endPara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REFSHAPE" val="686344756"/>
  <p:tag name="KSO_WM_UNIT_PLACING_PICTURE_USER_VIEWPORT" val="{&quot;height&quot;:7049.1181102362207,&quot;width&quot;:8803.8992125984259}"/>
</p:tagLst>
</file>

<file path=ppt/tags/tag2.xml><?xml version="1.0" encoding="utf-8"?>
<p:tagLst xmlns:p="http://schemas.openxmlformats.org/presentationml/2006/main">
  <p:tag name="REFSHAPE" val="546826132"/>
  <p:tag name="KSO_WM_UNIT_PLACING_PICTURE_USER_VIEWPORT" val="{&quot;height&quot;:3190,&quot;width&quot;:3380}"/>
</p:tagLst>
</file>

<file path=ppt/tags/tag3.xml><?xml version="1.0" encoding="utf-8"?>
<p:tagLst xmlns:p="http://schemas.openxmlformats.org/presentationml/2006/main">
  <p:tag name="ISPRING_ULTRA_SCORM_COURSE_ID" val="36162237-D40C-40AB-A35D-6DBE7FF5971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+UlU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+UlUcNwDEewAEAANoDAAAPAAAAAAAAAAEAAAAAAAAAAABub25lL3BsYXllci54bWxQSwUGAAAAAAEAAQA9AAAA7QEAAAAA"/>
  <p:tag name="ISPRING_PRESENTATION_TITLE" val="24 蓝色创意简约年终总结述职汇报模版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2130</Words>
  <Application>WPS 演示</Application>
  <PresentationFormat>宽屏</PresentationFormat>
  <Paragraphs>173</Paragraphs>
  <Slides>32</Slides>
  <Notes>32</Notes>
  <HiddenSlides>0</HiddenSlides>
  <MMClips>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宋体</vt:lpstr>
      <vt:lpstr>Wingdings</vt:lpstr>
      <vt:lpstr>Haettenschweiler</vt:lpstr>
      <vt:lpstr>微软雅黑</vt:lpstr>
      <vt:lpstr>BrowalliaUPC</vt:lpstr>
      <vt:lpstr>Microsoft Sans Serif</vt:lpstr>
      <vt:lpstr>华文细黑</vt:lpstr>
      <vt:lpstr>Impact</vt:lpstr>
      <vt:lpstr>微软雅黑 Light</vt:lpstr>
      <vt:lpstr>Calibri</vt:lpstr>
      <vt:lpstr>Arial Unicode MS</vt:lpstr>
      <vt:lpstr>Calibri Light</vt:lpstr>
      <vt:lpstr>等线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www.51pptmoban.com</dc:title>
  <dc:creator>短酷PPT QQ394222199</dc:creator>
  <cp:keywords>51PPT模板网</cp:keywords>
  <dc:description>www.51pptmoban.com</dc:description>
  <cp:lastModifiedBy>Chen-Jing</cp:lastModifiedBy>
  <cp:revision>206</cp:revision>
  <dcterms:created xsi:type="dcterms:W3CDTF">2016-11-05T04:49:00Z</dcterms:created>
  <dcterms:modified xsi:type="dcterms:W3CDTF">2020-02-20T06:41:25Z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