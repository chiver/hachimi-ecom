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6" r:id="rId3"/>
    <p:sldMasterId id="2147483683" r:id="rId4"/>
  </p:sldMasterIdLst>
  <p:notesMasterIdLst>
    <p:notesMasterId r:id="rId6"/>
  </p:notesMasterIdLst>
  <p:sldIdLst>
    <p:sldId id="544" r:id="rId5"/>
    <p:sldId id="2323" r:id="rId7"/>
    <p:sldId id="257" r:id="rId8"/>
    <p:sldId id="2761" r:id="rId9"/>
    <p:sldId id="2782" r:id="rId10"/>
    <p:sldId id="2786" r:id="rId11"/>
    <p:sldId id="2783" r:id="rId12"/>
    <p:sldId id="2832" r:id="rId13"/>
    <p:sldId id="2833" r:id="rId14"/>
    <p:sldId id="2762" r:id="rId15"/>
    <p:sldId id="2628" r:id="rId16"/>
    <p:sldId id="2763" r:id="rId17"/>
    <p:sldId id="2764" r:id="rId18"/>
    <p:sldId id="2834" r:id="rId19"/>
    <p:sldId id="2835" r:id="rId20"/>
    <p:sldId id="2796" r:id="rId21"/>
    <p:sldId id="2798" r:id="rId22"/>
    <p:sldId id="2800" r:id="rId23"/>
    <p:sldId id="2802" r:id="rId24"/>
    <p:sldId id="2797" r:id="rId25"/>
    <p:sldId id="2804" r:id="rId26"/>
    <p:sldId id="2805" r:id="rId27"/>
    <p:sldId id="2807" r:id="rId28"/>
    <p:sldId id="2806" r:id="rId29"/>
    <p:sldId id="2765" r:id="rId30"/>
    <p:sldId id="376" r:id="rId31"/>
    <p:sldId id="2778" r:id="rId32"/>
    <p:sldId id="2772" r:id="rId33"/>
    <p:sldId id="2808" r:id="rId34"/>
    <p:sldId id="2809" r:id="rId35"/>
    <p:sldId id="2810" r:id="rId36"/>
    <p:sldId id="2811" r:id="rId37"/>
    <p:sldId id="2773" r:id="rId38"/>
    <p:sldId id="2774" r:id="rId39"/>
    <p:sldId id="2776" r:id="rId40"/>
    <p:sldId id="2411" r:id="rId41"/>
    <p:sldId id="351" r:id="rId42"/>
  </p:sldIdLst>
  <p:sldSz cx="12192000" cy="6858000"/>
  <p:notesSz cx="6858000" cy="9144000"/>
  <p:defaultTextStyle>
    <a:defPPr>
      <a:defRPr lang="zh-CN"/>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等线" pitchFamily="2" charset="-122"/>
        <a:ea typeface="等线" pitchFamily="2" charset="-122"/>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等线" pitchFamily="2" charset="-122"/>
        <a:ea typeface="等线"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等线" pitchFamily="2" charset="-122"/>
        <a:ea typeface="等线"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等线" pitchFamily="2" charset="-122"/>
        <a:ea typeface="等线"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等线" pitchFamily="2" charset="-122"/>
        <a:ea typeface="等线" pitchFamily="2" charset="-122"/>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等线" pitchFamily="2" charset="-122"/>
        <a:ea typeface="等线" pitchFamily="2" charset="-122"/>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等线" pitchFamily="2" charset="-122"/>
        <a:ea typeface="等线" pitchFamily="2" charset="-122"/>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等线" pitchFamily="2" charset="-122"/>
        <a:ea typeface="等线" pitchFamily="2" charset="-122"/>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等线" pitchFamily="2" charset="-122"/>
        <a:ea typeface="等线"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srgbClr val="FF0000"/>
    </p:penClr>
    <p:extLst>
      <p:ext uri="{2FDB2607-1784-4EEB-B798-7EB5836EED8A}">
        <p14:showMediaCtrls xmlns:p14="http://schemas.microsoft.com/office/powerpoint/2010/main" val="1"/>
      </p:ext>
    </p:extLst>
  </p:showPr>
  <p:clrMru>
    <a:srgbClr val="FF643F"/>
    <a:srgbClr val="F6F6F8"/>
    <a:srgbClr val="36A2DE"/>
    <a:srgbClr val="374D79"/>
    <a:srgbClr val="0D163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5026"/>
    <p:restoredTop sz="94660"/>
  </p:normalViewPr>
  <p:slideViewPr>
    <p:cSldViewPr snapToGrid="0" showGuides="1">
      <p:cViewPr>
        <p:scale>
          <a:sx n="75" d="100"/>
          <a:sy n="75" d="100"/>
        </p:scale>
        <p:origin x="-606" y="-276"/>
      </p:cViewPr>
      <p:guideLst>
        <p:guide orient="horz" pos="2112"/>
        <p:guide pos="2916"/>
      </p:guideLst>
    </p:cSldViewPr>
  </p:slideViewPr>
  <p:notesTextViewPr>
    <p:cViewPr>
      <p:scale>
        <a:sx n="1" d="1"/>
        <a:sy n="1" d="1"/>
      </p:scale>
      <p:origin x="0" y="0"/>
    </p:cViewPr>
  </p:notesTextViewPr>
  <p:sorterViewPr>
    <p:cViewPr>
      <p:scale>
        <a:sx n="50" d="100"/>
        <a:sy n="50" d="100"/>
      </p:scale>
      <p:origin x="0" y="0"/>
    </p:cViewPr>
  </p:sorterViewPr>
  <p:gridSpacing cx="72005" cy="72005"/>
</p:viewPr>
</file>

<file path=ppt/_rels/presentation.xml.rels><?xml version="1.0" encoding="UTF-8" standalone="yes"?>
<Relationships xmlns="http://schemas.openxmlformats.org/package/2006/relationships"><Relationship Id="rId9" Type="http://schemas.openxmlformats.org/officeDocument/2006/relationships/slide" Target="slides/slide4.xml"/><Relationship Id="rId8" Type="http://schemas.openxmlformats.org/officeDocument/2006/relationships/slide" Target="slides/slide3.xml"/><Relationship Id="rId7" Type="http://schemas.openxmlformats.org/officeDocument/2006/relationships/slide" Target="slides/slide2.xml"/><Relationship Id="rId6" Type="http://schemas.openxmlformats.org/officeDocument/2006/relationships/notesMaster" Target="notesMasters/notesMaster1.xml"/><Relationship Id="rId5" Type="http://schemas.openxmlformats.org/officeDocument/2006/relationships/slide" Target="slides/slide1.xml"/><Relationship Id="rId45" Type="http://schemas.openxmlformats.org/officeDocument/2006/relationships/tableStyles" Target="tableStyles.xml"/><Relationship Id="rId44" Type="http://schemas.openxmlformats.org/officeDocument/2006/relationships/viewProps" Target="viewProps.xml"/><Relationship Id="rId43" Type="http://schemas.openxmlformats.org/officeDocument/2006/relationships/presProps" Target="presProps.xml"/><Relationship Id="rId42" Type="http://schemas.openxmlformats.org/officeDocument/2006/relationships/slide" Target="slides/slide37.xml"/><Relationship Id="rId41" Type="http://schemas.openxmlformats.org/officeDocument/2006/relationships/slide" Target="slides/slide36.xml"/><Relationship Id="rId40" Type="http://schemas.openxmlformats.org/officeDocument/2006/relationships/slide" Target="slides/slide35.xml"/><Relationship Id="rId4" Type="http://schemas.openxmlformats.org/officeDocument/2006/relationships/slideMaster" Target="slideMasters/slideMaster3.xml"/><Relationship Id="rId39" Type="http://schemas.openxmlformats.org/officeDocument/2006/relationships/slide" Target="slides/slide34.xml"/><Relationship Id="rId38" Type="http://schemas.openxmlformats.org/officeDocument/2006/relationships/slide" Target="slides/slide33.xml"/><Relationship Id="rId37" Type="http://schemas.openxmlformats.org/officeDocument/2006/relationships/slide" Target="slides/slide32.xml"/><Relationship Id="rId36" Type="http://schemas.openxmlformats.org/officeDocument/2006/relationships/slide" Target="slides/slide31.xml"/><Relationship Id="rId35" Type="http://schemas.openxmlformats.org/officeDocument/2006/relationships/slide" Target="slides/slide30.xml"/><Relationship Id="rId34" Type="http://schemas.openxmlformats.org/officeDocument/2006/relationships/slide" Target="slides/slide29.xml"/><Relationship Id="rId33" Type="http://schemas.openxmlformats.org/officeDocument/2006/relationships/slide" Target="slides/slide28.xml"/><Relationship Id="rId32" Type="http://schemas.openxmlformats.org/officeDocument/2006/relationships/slide" Target="slides/slide27.xml"/><Relationship Id="rId31" Type="http://schemas.openxmlformats.org/officeDocument/2006/relationships/slide" Target="slides/slide26.xml"/><Relationship Id="rId30" Type="http://schemas.openxmlformats.org/officeDocument/2006/relationships/slide" Target="slides/slide25.xml"/><Relationship Id="rId3" Type="http://schemas.openxmlformats.org/officeDocument/2006/relationships/slideMaster" Target="slideMasters/slideMaster2.xml"/><Relationship Id="rId29" Type="http://schemas.openxmlformats.org/officeDocument/2006/relationships/slide" Target="slides/slide24.xml"/><Relationship Id="rId28" Type="http://schemas.openxmlformats.org/officeDocument/2006/relationships/slide" Target="slides/slide23.xml"/><Relationship Id="rId27" Type="http://schemas.openxmlformats.org/officeDocument/2006/relationships/slide" Target="slides/slide22.xml"/><Relationship Id="rId26" Type="http://schemas.openxmlformats.org/officeDocument/2006/relationships/slide" Target="slides/slide21.xml"/><Relationship Id="rId25" Type="http://schemas.openxmlformats.org/officeDocument/2006/relationships/slide" Target="slides/slide20.xml"/><Relationship Id="rId24" Type="http://schemas.openxmlformats.org/officeDocument/2006/relationships/slide" Target="slides/slide19.xml"/><Relationship Id="rId23" Type="http://schemas.openxmlformats.org/officeDocument/2006/relationships/slide" Target="slides/slide18.xml"/><Relationship Id="rId22" Type="http://schemas.openxmlformats.org/officeDocument/2006/relationships/slide" Target="slides/slide17.xml"/><Relationship Id="rId21" Type="http://schemas.openxmlformats.org/officeDocument/2006/relationships/slide" Target="slides/slide16.xml"/><Relationship Id="rId20" Type="http://schemas.openxmlformats.org/officeDocument/2006/relationships/slide" Target="slides/slide15.xml"/><Relationship Id="rId2" Type="http://schemas.openxmlformats.org/officeDocument/2006/relationships/theme" Target="theme/theme1.xml"/><Relationship Id="rId19" Type="http://schemas.openxmlformats.org/officeDocument/2006/relationships/slide" Target="slides/slide14.xml"/><Relationship Id="rId18" Type="http://schemas.openxmlformats.org/officeDocument/2006/relationships/slide" Target="slides/slide13.xml"/><Relationship Id="rId17" Type="http://schemas.openxmlformats.org/officeDocument/2006/relationships/slide" Target="slides/slide12.xml"/><Relationship Id="rId16" Type="http://schemas.openxmlformats.org/officeDocument/2006/relationships/slide" Target="slides/slide11.xml"/><Relationship Id="rId15" Type="http://schemas.openxmlformats.org/officeDocument/2006/relationships/slide" Target="slides/slide10.xml"/><Relationship Id="rId14" Type="http://schemas.openxmlformats.org/officeDocument/2006/relationships/slide" Target="slides/slide9.xml"/><Relationship Id="rId13" Type="http://schemas.openxmlformats.org/officeDocument/2006/relationships/slide" Target="slides/slide8.xml"/><Relationship Id="rId12" Type="http://schemas.openxmlformats.org/officeDocument/2006/relationships/slide" Target="slides/slide7.xml"/><Relationship Id="rId11" Type="http://schemas.openxmlformats.org/officeDocument/2006/relationships/slide" Target="slides/slide6.xml"/><Relationship Id="rId10" Type="http://schemas.openxmlformats.org/officeDocument/2006/relationships/slide" Target="slides/slide5.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 name="页眉占位符 1"/>
          <p:cNvSpPr>
            <a:spLocks noGrp="1"/>
          </p:cNvSpPr>
          <p:nvPr>
            <p:ph type="hdr" sz="quarter"/>
          </p:nvPr>
        </p:nvSpPr>
        <p:spPr>
          <a:xfrm>
            <a:off x="0" y="0"/>
            <a:ext cx="2971800" cy="458788"/>
          </a:xfrm>
          <a:prstGeom prst="rect">
            <a:avLst/>
          </a:prstGeom>
        </p:spPr>
        <p:txBody>
          <a:bodyPr vert="horz" wrap="square" lIns="91440" tIns="45720" rIns="91440" bIns="45720" numCol="1" anchor="t" anchorCtr="0" compatLnSpc="1"/>
          <a:lstStyle>
            <a:lvl1pPr eaLnBrk="1" hangingPunct="1">
              <a:defRPr sz="1200">
                <a:latin typeface="等线" charset="0"/>
                <a:ea typeface="宋体" panose="02010600030101010101" pitchFamily="2" charset="-122"/>
                <a:cs typeface="等线"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等线" charset="0"/>
              <a:ea typeface="宋体" panose="02010600030101010101" pitchFamily="2" charset="-122"/>
              <a:cs typeface="等线" charset="0"/>
            </a:endParaRPr>
          </a:p>
        </p:txBody>
      </p:sp>
      <p:sp>
        <p:nvSpPr>
          <p:cNvPr id="3" name="日期占位符 2"/>
          <p:cNvSpPr>
            <a:spLocks noGrp="1"/>
          </p:cNvSpPr>
          <p:nvPr>
            <p:ph type="dt" idx="1"/>
          </p:nvPr>
        </p:nvSpPr>
        <p:spPr>
          <a:xfrm>
            <a:off x="3884613" y="0"/>
            <a:ext cx="2971800" cy="458788"/>
          </a:xfrm>
          <a:prstGeom prst="rect">
            <a:avLst/>
          </a:prstGeom>
        </p:spPr>
        <p:txBody>
          <a:bodyPr vert="horz" wrap="square" lIns="91440" tIns="45720" rIns="91440" bIns="45720" numCol="1" anchor="t" anchorCtr="0" compatLnSpc="1"/>
          <a:lstStyle>
            <a:lvl1pPr algn="r" eaLnBrk="1" hangingPunct="1">
              <a:defRPr sz="1200">
                <a:latin typeface="等线" charset="0"/>
                <a:ea typeface="宋体" panose="02010600030101010101" pitchFamily="2" charset="-122"/>
                <a:cs typeface="等线"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211B0A90-B47F-483E-979E-677A6948E9D5}" type="datetime1">
              <a:rPr kumimoji="0" lang="zh-CN" altLang="en-US" sz="1200" b="0" i="0" u="none" strike="noStrike" kern="1200" cap="none" spc="0" normalizeH="0" baseline="0" noProof="0">
                <a:ln>
                  <a:noFill/>
                </a:ln>
                <a:solidFill>
                  <a:schemeClr val="tx1"/>
                </a:solidFill>
                <a:effectLst/>
                <a:uLnTx/>
                <a:uFillTx/>
                <a:latin typeface="等线" charset="0"/>
                <a:ea typeface="宋体" panose="02010600030101010101" pitchFamily="2" charset="-122"/>
                <a:cs typeface="等线" charset="0"/>
              </a:rPr>
            </a:fld>
            <a:endParaRPr kumimoji="0" lang="zh-CN" altLang="en-US" sz="1200" b="0" i="0" u="none" strike="noStrike" kern="1200" cap="none" spc="0" normalizeH="0" baseline="0" noProof="0">
              <a:ln>
                <a:noFill/>
              </a:ln>
              <a:solidFill>
                <a:schemeClr val="tx1"/>
              </a:solidFill>
              <a:effectLst/>
              <a:uLnTx/>
              <a:uFillTx/>
              <a:latin typeface="等线" charset="0"/>
              <a:ea typeface="宋体" panose="02010600030101010101" pitchFamily="2" charset="-122"/>
              <a:cs typeface="等线" charset="0"/>
            </a:endParaRPr>
          </a:p>
        </p:txBody>
      </p:sp>
      <p:sp>
        <p:nvSpPr>
          <p:cNvPr id="52228" name="幻灯片图像占位符 3"/>
          <p:cNvSpPr>
            <a:spLocks noGrp="1" noRot="1" noChangeAspect="1"/>
          </p:cNvSpPr>
          <p:nvPr>
            <p:ph type="sldImg"/>
          </p:nvPr>
        </p:nvSpPr>
        <p:spPr>
          <a:xfrm>
            <a:off x="685800" y="1143000"/>
            <a:ext cx="5486400" cy="3086100"/>
          </a:xfrm>
          <a:prstGeom prst="rect">
            <a:avLst/>
          </a:prstGeom>
          <a:noFill/>
          <a:ln w="12700" cap="flat" cmpd="sng">
            <a:solidFill>
              <a:srgbClr val="000000"/>
            </a:solidFill>
            <a:prstDash val="solid"/>
            <a:round/>
            <a:headEnd type="none" w="med" len="med"/>
            <a:tailEnd type="none" w="med" len="med"/>
          </a:ln>
        </p:spPr>
      </p:sp>
      <p:sp>
        <p:nvSpPr>
          <p:cNvPr id="4101" name="备注占位符 4"/>
          <p:cNvSpPr>
            <a:spLocks noGrp="1" noChangeArrowheads="1"/>
          </p:cNvSpPr>
          <p:nvPr>
            <p:ph type="body" sz="quarter" idx="4294967295"/>
          </p:nvPr>
        </p:nvSpPr>
        <p:spPr bwMode="auto">
          <a:xfrm>
            <a:off x="685800" y="4400550"/>
            <a:ext cx="5486400" cy="3600450"/>
          </a:xfrm>
          <a:prstGeom prst="rect">
            <a:avLst/>
          </a:prstGeom>
          <a:noFill/>
          <a:ln w="9525">
            <a:noFill/>
            <a:miter lim="800000"/>
          </a:ln>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等线" charset="0"/>
              </a:rPr>
              <a:t>编辑母版文本样式</a:t>
            </a:r>
            <a:endParaRPr kumimoji="0" lang="zh-CN" altLang="en-US" sz="1200" b="0" i="0" u="none" strike="noStrike" kern="1200" cap="none" spc="0" normalizeH="0" baseline="0" noProof="0">
              <a:ln>
                <a:noFill/>
              </a:ln>
              <a:solidFill>
                <a:schemeClr val="tx1"/>
              </a:solidFill>
              <a:effectLst/>
              <a:uLnTx/>
              <a:uFillTx/>
              <a:latin typeface="+mn-lt"/>
              <a:ea typeface="+mn-ea"/>
              <a:cs typeface="等线" charset="0"/>
            </a:endParaRPr>
          </a:p>
          <a:p>
            <a:pPr marL="457200" marR="0" lvl="1" indent="0" algn="l" defTabSz="914400" rtl="0" eaLnBrk="0" fontAlgn="base" latinLnBrk="0" hangingPunct="0">
              <a:lnSpc>
                <a:spcPct val="100000"/>
              </a:lnSpc>
              <a:spcBef>
                <a:spcPct val="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等线" charset="0"/>
              </a:rPr>
              <a:t>第二级</a:t>
            </a:r>
            <a:endParaRPr kumimoji="0" lang="zh-CN" altLang="en-US" sz="1200" b="0" i="0" u="none" strike="noStrike" kern="1200" cap="none" spc="0" normalizeH="0" baseline="0" noProof="0">
              <a:ln>
                <a:noFill/>
              </a:ln>
              <a:solidFill>
                <a:schemeClr val="tx1"/>
              </a:solidFill>
              <a:effectLst/>
              <a:uLnTx/>
              <a:uFillTx/>
              <a:latin typeface="+mn-lt"/>
              <a:ea typeface="+mn-ea"/>
              <a:cs typeface="等线" charset="0"/>
            </a:endParaRPr>
          </a:p>
          <a:p>
            <a:pPr marL="914400" marR="0" lvl="2" indent="0" algn="l" defTabSz="914400" rtl="0" eaLnBrk="0" fontAlgn="base" latinLnBrk="0" hangingPunct="0">
              <a:lnSpc>
                <a:spcPct val="100000"/>
              </a:lnSpc>
              <a:spcBef>
                <a:spcPct val="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等线" charset="0"/>
              </a:rPr>
              <a:t>第三级</a:t>
            </a:r>
            <a:endParaRPr kumimoji="0" lang="zh-CN" altLang="en-US" sz="1200" b="0" i="0" u="none" strike="noStrike" kern="1200" cap="none" spc="0" normalizeH="0" baseline="0" noProof="0">
              <a:ln>
                <a:noFill/>
              </a:ln>
              <a:solidFill>
                <a:schemeClr val="tx1"/>
              </a:solidFill>
              <a:effectLst/>
              <a:uLnTx/>
              <a:uFillTx/>
              <a:latin typeface="+mn-lt"/>
              <a:ea typeface="+mn-ea"/>
              <a:cs typeface="等线" charset="0"/>
            </a:endParaRPr>
          </a:p>
          <a:p>
            <a:pPr marL="1371600" marR="0" lvl="3" indent="0" algn="l" defTabSz="914400" rtl="0" eaLnBrk="0" fontAlgn="base" latinLnBrk="0" hangingPunct="0">
              <a:lnSpc>
                <a:spcPct val="100000"/>
              </a:lnSpc>
              <a:spcBef>
                <a:spcPct val="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等线" charset="0"/>
              </a:rPr>
              <a:t>第四级</a:t>
            </a:r>
            <a:endParaRPr kumimoji="0" lang="zh-CN" altLang="en-US" sz="1200" b="0" i="0" u="none" strike="noStrike" kern="1200" cap="none" spc="0" normalizeH="0" baseline="0" noProof="0">
              <a:ln>
                <a:noFill/>
              </a:ln>
              <a:solidFill>
                <a:schemeClr val="tx1"/>
              </a:solidFill>
              <a:effectLst/>
              <a:uLnTx/>
              <a:uFillTx/>
              <a:latin typeface="+mn-lt"/>
              <a:ea typeface="+mn-ea"/>
              <a:cs typeface="等线" charset="0"/>
            </a:endParaRPr>
          </a:p>
          <a:p>
            <a:pPr marL="1828800" marR="0" lvl="4" indent="0" algn="l" defTabSz="914400" rtl="0" eaLnBrk="0" fontAlgn="base" latinLnBrk="0" hangingPunct="0">
              <a:lnSpc>
                <a:spcPct val="100000"/>
              </a:lnSpc>
              <a:spcBef>
                <a:spcPct val="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等线" charset="0"/>
              </a:rPr>
              <a:t>第五级</a:t>
            </a:r>
            <a:endParaRPr kumimoji="0" lang="zh-CN" altLang="en-US" sz="1200" b="0" i="0" u="none" strike="noStrike" kern="1200" cap="none" spc="0" normalizeH="0" baseline="0" noProof="0">
              <a:ln>
                <a:noFill/>
              </a:ln>
              <a:solidFill>
                <a:schemeClr val="tx1"/>
              </a:solidFill>
              <a:effectLst/>
              <a:uLnTx/>
              <a:uFillTx/>
              <a:latin typeface="+mn-lt"/>
              <a:ea typeface="+mn-ea"/>
              <a:cs typeface="等线" charset="0"/>
            </a:endParaRPr>
          </a:p>
        </p:txBody>
      </p:sp>
      <p:sp>
        <p:nvSpPr>
          <p:cNvPr id="6" name="页脚占位符 5"/>
          <p:cNvSpPr>
            <a:spLocks noGrp="1"/>
          </p:cNvSpPr>
          <p:nvPr>
            <p:ph type="ftr" sz="quarter" idx="4"/>
          </p:nvPr>
        </p:nvSpPr>
        <p:spPr>
          <a:xfrm>
            <a:off x="0" y="8685213"/>
            <a:ext cx="2971800" cy="458788"/>
          </a:xfrm>
          <a:prstGeom prst="rect">
            <a:avLst/>
          </a:prstGeom>
        </p:spPr>
        <p:txBody>
          <a:bodyPr vert="horz" wrap="square" lIns="91440" tIns="45720" rIns="91440" bIns="45720" numCol="1" anchor="b" anchorCtr="0" compatLnSpc="1"/>
          <a:lstStyle>
            <a:lvl1pPr eaLnBrk="1" hangingPunct="1">
              <a:defRPr sz="1200">
                <a:latin typeface="等线" charset="0"/>
                <a:ea typeface="宋体" panose="02010600030101010101" pitchFamily="2" charset="-122"/>
                <a:cs typeface="等线"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等线" charset="0"/>
              <a:ea typeface="宋体" panose="02010600030101010101" pitchFamily="2" charset="-122"/>
              <a:cs typeface="等线" charset="0"/>
            </a:endParaRPr>
          </a:p>
        </p:txBody>
      </p:sp>
      <p:sp>
        <p:nvSpPr>
          <p:cNvPr id="7" name="灯片编号占位符 6"/>
          <p:cNvSpPr>
            <a:spLocks noGrp="1"/>
          </p:cNvSpPr>
          <p:nvPr>
            <p:ph type="sldNum" sz="quarter" idx="5"/>
          </p:nvPr>
        </p:nvSpPr>
        <p:spPr>
          <a:xfrm>
            <a:off x="3884613" y="8685213"/>
            <a:ext cx="2971800" cy="458788"/>
          </a:xfrm>
          <a:prstGeom prst="rect">
            <a:avLst/>
          </a:prstGeom>
        </p:spPr>
        <p:txBody>
          <a:bodyPr vert="horz" wrap="square" lIns="91440" tIns="45720" rIns="91440" bIns="45720" numCol="1" anchor="b" anchorCtr="0" compatLnSpc="1"/>
          <a:p>
            <a:pPr lvl="0" algn="r" eaLnBrk="1" hangingPunct="1">
              <a:buNone/>
            </a:pPr>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0"/>
      </a:spcBef>
      <a:spcAft>
        <a:spcPct val="0"/>
      </a:spcAft>
      <a:defRPr sz="1200" kern="1200">
        <a:solidFill>
          <a:schemeClr val="tx1"/>
        </a:solidFill>
        <a:latin typeface="+mn-lt"/>
        <a:ea typeface="+mn-ea"/>
        <a:cs typeface="等线" charset="0"/>
      </a:defRPr>
    </a:lvl1pPr>
    <a:lvl2pPr marL="457200" algn="l" rtl="0" eaLnBrk="0" fontAlgn="base" hangingPunct="0">
      <a:spcBef>
        <a:spcPct val="0"/>
      </a:spcBef>
      <a:spcAft>
        <a:spcPct val="0"/>
      </a:spcAft>
      <a:defRPr sz="1200" kern="1200">
        <a:solidFill>
          <a:schemeClr val="tx1"/>
        </a:solidFill>
        <a:latin typeface="+mn-lt"/>
        <a:ea typeface="+mn-ea"/>
        <a:cs typeface="等线" charset="0"/>
      </a:defRPr>
    </a:lvl2pPr>
    <a:lvl3pPr marL="914400" algn="l" rtl="0" eaLnBrk="0" fontAlgn="base" hangingPunct="0">
      <a:spcBef>
        <a:spcPct val="0"/>
      </a:spcBef>
      <a:spcAft>
        <a:spcPct val="0"/>
      </a:spcAft>
      <a:defRPr sz="1200" kern="1200">
        <a:solidFill>
          <a:schemeClr val="tx1"/>
        </a:solidFill>
        <a:latin typeface="+mn-lt"/>
        <a:ea typeface="+mn-ea"/>
        <a:cs typeface="等线" charset="0"/>
      </a:defRPr>
    </a:lvl3pPr>
    <a:lvl4pPr marL="1371600" algn="l" rtl="0" eaLnBrk="0" fontAlgn="base" hangingPunct="0">
      <a:spcBef>
        <a:spcPct val="0"/>
      </a:spcBef>
      <a:spcAft>
        <a:spcPct val="0"/>
      </a:spcAft>
      <a:defRPr sz="1200" kern="1200">
        <a:solidFill>
          <a:schemeClr val="tx1"/>
        </a:solidFill>
        <a:latin typeface="+mn-lt"/>
        <a:ea typeface="+mn-ea"/>
        <a:cs typeface="等线" charset="0"/>
      </a:defRPr>
    </a:lvl4pPr>
    <a:lvl5pPr marL="1828800" algn="l" rtl="0" eaLnBrk="0" fontAlgn="base" hangingPunct="0">
      <a:spcBef>
        <a:spcPct val="0"/>
      </a:spcBef>
      <a:spcAft>
        <a:spcPct val="0"/>
      </a:spcAft>
      <a:defRPr sz="1200" kern="1200">
        <a:solidFill>
          <a:schemeClr val="tx1"/>
        </a:solidFill>
        <a:latin typeface="+mn-lt"/>
        <a:ea typeface="+mn-ea"/>
        <a:cs typeface="等线"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3250" name="幻灯片图像占位符 1"/>
          <p:cNvSpPr>
            <a:spLocks noGrp="1" noRot="1" noChangeAspect="1" noTextEdit="1"/>
          </p:cNvSpPr>
          <p:nvPr>
            <p:ph type="sldImg"/>
          </p:nvPr>
        </p:nvSpPr>
        <p:spPr/>
      </p:sp>
      <p:sp>
        <p:nvSpPr>
          <p:cNvPr id="53251" name="备注占位符 2"/>
          <p:cNvSpPr>
            <a:spLocks noGrp="1"/>
          </p:cNvSpPr>
          <p:nvPr>
            <p:ph type="body" idx="1"/>
          </p:nvPr>
        </p:nvSpPr>
        <p:spPr/>
        <p:txBody>
          <a:bodyPr wrap="square" lIns="91440" tIns="45720" rIns="91440" bIns="45720" anchor="t"/>
          <a:p>
            <a:pPr lvl="0"/>
            <a:endParaRPr lang="zh-CN" altLang="en-US" dirty="0"/>
          </a:p>
        </p:txBody>
      </p:sp>
      <p:sp>
        <p:nvSpPr>
          <p:cNvPr id="53252" name="灯片编号占位符 3"/>
          <p:cNvSpPr txBox="1">
            <a:spLocks noGrp="1"/>
          </p:cNvSpPr>
          <p:nvPr>
            <p:ph type="sldNum" sz="quarter"/>
          </p:nvPr>
        </p:nvSpPr>
        <p:spPr>
          <a:xfrm>
            <a:off x="3884613" y="8685213"/>
            <a:ext cx="2971800" cy="458787"/>
          </a:xfrm>
          <a:prstGeom prst="rect">
            <a:avLst/>
          </a:prstGeom>
          <a:noFill/>
          <a:ln w="9525">
            <a:noFill/>
          </a:ln>
        </p:spPr>
        <p:txBody>
          <a:bodyPr anchor="b"/>
          <a:p>
            <a:pPr lvl="0" algn="r" eaLnBrk="1" hangingPunct="1"/>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4" name="Slide Image Placeholder 1"/>
          <p:cNvSpPr>
            <a:spLocks noGrp="1" noRot="1" noChangeAspect="1" noTextEdit="1"/>
          </p:cNvSpPr>
          <p:nvPr>
            <p:ph type="sldImg"/>
          </p:nvPr>
        </p:nvSpPr>
        <p:spPr/>
      </p:sp>
      <p:sp>
        <p:nvSpPr>
          <p:cNvPr id="54275" name="Notes Placeholder 2"/>
          <p:cNvSpPr>
            <a:spLocks noGrp="1"/>
          </p:cNvSpPr>
          <p:nvPr>
            <p:ph type="body" idx="1"/>
          </p:nvPr>
        </p:nvSpPr>
        <p:spPr/>
        <p:txBody>
          <a:bodyPr wrap="square" lIns="91440" tIns="45720" rIns="91440" bIns="45720" anchor="t"/>
          <a:p>
            <a:pPr lvl="0"/>
            <a:endParaRPr lang="en-US" altLang="zh-CN" dirty="0"/>
          </a:p>
        </p:txBody>
      </p:sp>
      <p:sp>
        <p:nvSpPr>
          <p:cNvPr id="54276" name="Slide Number Placeholder 3"/>
          <p:cNvSpPr txBox="1">
            <a:spLocks noGrp="1"/>
          </p:cNvSpPr>
          <p:nvPr>
            <p:ph type="sldNum" sz="quarter"/>
          </p:nvPr>
        </p:nvSpPr>
        <p:spPr>
          <a:xfrm>
            <a:off x="3884613" y="8685213"/>
            <a:ext cx="2971800" cy="458787"/>
          </a:xfrm>
          <a:prstGeom prst="rect">
            <a:avLst/>
          </a:prstGeom>
          <a:noFill/>
          <a:ln w="9525">
            <a:noFill/>
          </a:ln>
        </p:spPr>
        <p:txBody>
          <a:bodyPr anchor="b"/>
          <a:p>
            <a:pPr lvl="0" algn="r" eaLnBrk="1" hangingPunct="1"/>
            <a:fld id="{9A0DB2DC-4C9A-4742-B13C-FB6460FD3503}" type="slidenum">
              <a:rPr lang="en-US" altLang="zh-CN" sz="1200" dirty="0">
                <a:ea typeface="宋体" panose="02010600030101010101" pitchFamily="2" charset="-122"/>
              </a:rPr>
            </a:fld>
            <a:endParaRPr lang="en-US" altLang="zh-CN" sz="1200" dirty="0">
              <a:ea typeface="宋体" panose="02010600030101010101" pitchFamily="2"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8" name="幻灯片图像占位符 1"/>
          <p:cNvSpPr>
            <a:spLocks noGrp="1" noRot="1" noChangeAspect="1" noTextEdit="1"/>
          </p:cNvSpPr>
          <p:nvPr>
            <p:ph type="sldImg"/>
          </p:nvPr>
        </p:nvSpPr>
        <p:spPr>
          <a:xfrm>
            <a:off x="381000" y="685800"/>
            <a:ext cx="6096000" cy="3429000"/>
          </a:xfrm>
        </p:spPr>
      </p:sp>
      <p:sp>
        <p:nvSpPr>
          <p:cNvPr id="55299" name="备注占位符 2"/>
          <p:cNvSpPr>
            <a:spLocks noGrp="1"/>
          </p:cNvSpPr>
          <p:nvPr>
            <p:ph type="body" idx="1"/>
          </p:nvPr>
        </p:nvSpPr>
        <p:spPr/>
        <p:txBody>
          <a:bodyPr wrap="square" lIns="91440" tIns="45720" rIns="91440" bIns="45720" anchor="t"/>
          <a:p>
            <a:pPr lvl="0"/>
            <a:endParaRPr lang="zh-CN" altLang="en-US" dirty="0"/>
          </a:p>
        </p:txBody>
      </p:sp>
      <p:sp>
        <p:nvSpPr>
          <p:cNvPr id="55300" name="灯片编号占位符 3"/>
          <p:cNvSpPr txBox="1">
            <a:spLocks noGrp="1"/>
          </p:cNvSpPr>
          <p:nvPr>
            <p:ph type="sldNum" sz="quarter"/>
          </p:nvPr>
        </p:nvSpPr>
        <p:spPr>
          <a:xfrm>
            <a:off x="3884613" y="8685213"/>
            <a:ext cx="2971800" cy="458787"/>
          </a:xfrm>
          <a:prstGeom prst="rect">
            <a:avLst/>
          </a:prstGeom>
          <a:noFill/>
          <a:ln w="9525">
            <a:noFill/>
          </a:ln>
        </p:spPr>
        <p:txBody>
          <a:bodyPr anchor="b"/>
          <a:p>
            <a:pPr lvl="0" algn="r" eaLnBrk="1" hangingPunct="1"/>
            <a:fld id="{9A0DB2DC-4C9A-4742-B13C-FB6460FD3503}" type="slidenum">
              <a:rPr lang="zh-CN" altLang="en-US" sz="1200" dirty="0">
                <a:ea typeface="宋体" panose="02010600030101010101" pitchFamily="2" charset="-122"/>
              </a:rPr>
            </a:fld>
            <a:endParaRPr lang="zh-CN" altLang="en-US" sz="1200" dirty="0">
              <a:latin typeface="Calibri Light" pitchFamily="34" charset="0"/>
              <a:ea typeface="宋体" panose="02010600030101010101" pitchFamily="2" charset="-122"/>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2" name="幻灯片图像占位符 1"/>
          <p:cNvSpPr>
            <a:spLocks noGrp="1" noRot="1" noChangeAspect="1" noTextEdit="1"/>
          </p:cNvSpPr>
          <p:nvPr>
            <p:ph type="sldImg"/>
          </p:nvPr>
        </p:nvSpPr>
        <p:spPr>
          <a:xfrm>
            <a:off x="381000" y="685800"/>
            <a:ext cx="6096000" cy="3429000"/>
          </a:xfrm>
        </p:spPr>
      </p:sp>
      <p:sp>
        <p:nvSpPr>
          <p:cNvPr id="56323" name="备注占位符 2"/>
          <p:cNvSpPr>
            <a:spLocks noGrp="1"/>
          </p:cNvSpPr>
          <p:nvPr>
            <p:ph type="body" idx="1"/>
          </p:nvPr>
        </p:nvSpPr>
        <p:spPr/>
        <p:txBody>
          <a:bodyPr wrap="square" lIns="91440" tIns="45720" rIns="91440" bIns="45720" anchor="t"/>
          <a:p>
            <a:pPr lvl="0"/>
            <a:endParaRPr lang="zh-CN" altLang="en-US" dirty="0"/>
          </a:p>
        </p:txBody>
      </p:sp>
      <p:sp>
        <p:nvSpPr>
          <p:cNvPr id="56324" name="灯片编号占位符 3"/>
          <p:cNvSpPr txBox="1">
            <a:spLocks noGrp="1"/>
          </p:cNvSpPr>
          <p:nvPr>
            <p:ph type="sldNum" sz="quarter"/>
          </p:nvPr>
        </p:nvSpPr>
        <p:spPr>
          <a:xfrm>
            <a:off x="3884613" y="8685213"/>
            <a:ext cx="2971800" cy="458787"/>
          </a:xfrm>
          <a:prstGeom prst="rect">
            <a:avLst/>
          </a:prstGeom>
          <a:noFill/>
          <a:ln w="9525">
            <a:noFill/>
          </a:ln>
        </p:spPr>
        <p:txBody>
          <a:bodyPr anchor="b"/>
          <a:p>
            <a:pPr lvl="0" algn="r" eaLnBrk="1" hangingPunct="1"/>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7346" name="幻灯片图像占位符 1"/>
          <p:cNvSpPr>
            <a:spLocks noGrp="1" noRot="1" noChangeAspect="1" noTextEdit="1"/>
          </p:cNvSpPr>
          <p:nvPr>
            <p:ph type="sldImg"/>
          </p:nvPr>
        </p:nvSpPr>
        <p:spPr>
          <a:ln>
            <a:miter lim="800000"/>
          </a:ln>
        </p:spPr>
      </p:sp>
      <p:sp>
        <p:nvSpPr>
          <p:cNvPr id="57347" name="备注占位符 2"/>
          <p:cNvSpPr>
            <a:spLocks noGrp="1"/>
          </p:cNvSpPr>
          <p:nvPr>
            <p:ph type="body"/>
          </p:nvPr>
        </p:nvSpPr>
        <p:spPr/>
        <p:txBody>
          <a:bodyPr wrap="square" lIns="91440" tIns="45720" rIns="91440" bIns="45720" anchor="t"/>
          <a:p>
            <a:pPr lvl="0" eaLnBrk="1" hangingPunct="1"/>
            <a:endParaRPr lang="zh-CN" altLang="en-US" dirty="0">
              <a:ea typeface="宋体" panose="02010600030101010101" pitchFamily="2" charset="-122"/>
            </a:endParaRPr>
          </a:p>
        </p:txBody>
      </p:sp>
      <p:sp>
        <p:nvSpPr>
          <p:cNvPr id="57348" name="灯片编号占位符 3"/>
          <p:cNvSpPr txBox="1">
            <a:spLocks noGrp="1"/>
          </p:cNvSpPr>
          <p:nvPr>
            <p:ph type="sldNum" sz="quarter"/>
          </p:nvPr>
        </p:nvSpPr>
        <p:spPr>
          <a:xfrm>
            <a:off x="3884613" y="8685213"/>
            <a:ext cx="2971800" cy="458787"/>
          </a:xfrm>
          <a:prstGeom prst="rect">
            <a:avLst/>
          </a:prstGeom>
          <a:noFill/>
          <a:ln w="9525">
            <a:noFill/>
          </a:ln>
        </p:spPr>
        <p:txBody>
          <a:bodyPr anchor="b"/>
          <a:p>
            <a:pPr lvl="0" algn="r" eaLnBrk="1" hangingPunct="1"/>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8370" name="幻灯片图像占位符 1"/>
          <p:cNvSpPr>
            <a:spLocks noGrp="1" noRot="1" noChangeAspect="1" noTextEdit="1"/>
          </p:cNvSpPr>
          <p:nvPr>
            <p:ph type="sldImg"/>
          </p:nvPr>
        </p:nvSpPr>
        <p:spPr>
          <a:ln>
            <a:miter lim="800000"/>
          </a:ln>
        </p:spPr>
      </p:sp>
      <p:sp>
        <p:nvSpPr>
          <p:cNvPr id="58371" name="备注占位符 2"/>
          <p:cNvSpPr>
            <a:spLocks noGrp="1"/>
          </p:cNvSpPr>
          <p:nvPr>
            <p:ph type="body"/>
          </p:nvPr>
        </p:nvSpPr>
        <p:spPr/>
        <p:txBody>
          <a:bodyPr wrap="square" lIns="91440" tIns="45720" rIns="91440" bIns="45720" anchor="t"/>
          <a:p>
            <a:pPr lvl="0" eaLnBrk="1" hangingPunct="1"/>
            <a:endParaRPr lang="zh-CN" altLang="en-US" dirty="0">
              <a:ea typeface="宋体" panose="02010600030101010101" pitchFamily="2" charset="-122"/>
            </a:endParaRPr>
          </a:p>
        </p:txBody>
      </p:sp>
      <p:sp>
        <p:nvSpPr>
          <p:cNvPr id="58372" name="灯片编号占位符 3"/>
          <p:cNvSpPr txBox="1">
            <a:spLocks noGrp="1"/>
          </p:cNvSpPr>
          <p:nvPr>
            <p:ph type="sldNum" sz="quarter"/>
          </p:nvPr>
        </p:nvSpPr>
        <p:spPr>
          <a:xfrm>
            <a:off x="3884613" y="8685213"/>
            <a:ext cx="2971800" cy="458787"/>
          </a:xfrm>
          <a:prstGeom prst="rect">
            <a:avLst/>
          </a:prstGeom>
          <a:noFill/>
          <a:ln w="9525">
            <a:noFill/>
          </a:ln>
        </p:spPr>
        <p:txBody>
          <a:bodyPr anchor="b"/>
          <a:p>
            <a:pPr lvl="0" algn="r" eaLnBrk="1" hangingPunct="1"/>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9394" name="幻灯片图像占位符 1"/>
          <p:cNvSpPr>
            <a:spLocks noGrp="1" noRot="1" noChangeAspect="1" noTextEdit="1"/>
          </p:cNvSpPr>
          <p:nvPr>
            <p:ph type="sldImg"/>
          </p:nvPr>
        </p:nvSpPr>
        <p:spPr>
          <a:ln>
            <a:miter lim="800000"/>
          </a:ln>
        </p:spPr>
      </p:sp>
      <p:sp>
        <p:nvSpPr>
          <p:cNvPr id="59395" name="备注占位符 2"/>
          <p:cNvSpPr>
            <a:spLocks noGrp="1"/>
          </p:cNvSpPr>
          <p:nvPr>
            <p:ph type="body"/>
          </p:nvPr>
        </p:nvSpPr>
        <p:spPr/>
        <p:txBody>
          <a:bodyPr wrap="square" lIns="91440" tIns="45720" rIns="91440" bIns="45720" anchor="t"/>
          <a:p>
            <a:pPr lvl="0" eaLnBrk="1" hangingPunct="1"/>
            <a:endParaRPr lang="zh-CN" altLang="en-US" dirty="0">
              <a:ea typeface="宋体" panose="02010600030101010101" pitchFamily="2" charset="-122"/>
            </a:endParaRPr>
          </a:p>
        </p:txBody>
      </p:sp>
      <p:sp>
        <p:nvSpPr>
          <p:cNvPr id="59396" name="灯片编号占位符 3"/>
          <p:cNvSpPr txBox="1">
            <a:spLocks noGrp="1"/>
          </p:cNvSpPr>
          <p:nvPr>
            <p:ph type="sldNum" sz="quarter"/>
          </p:nvPr>
        </p:nvSpPr>
        <p:spPr>
          <a:xfrm>
            <a:off x="3884613" y="8685213"/>
            <a:ext cx="2971800" cy="458787"/>
          </a:xfrm>
          <a:prstGeom prst="rect">
            <a:avLst/>
          </a:prstGeom>
          <a:noFill/>
          <a:ln w="9525">
            <a:noFill/>
          </a:ln>
        </p:spPr>
        <p:txBody>
          <a:bodyPr anchor="b"/>
          <a:p>
            <a:pPr lvl="0" algn="r" eaLnBrk="1" hangingPunct="1"/>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2466" name="幻灯片图像占位符 1"/>
          <p:cNvSpPr>
            <a:spLocks noGrp="1" noRot="1" noChangeAspect="1" noTextEdit="1"/>
          </p:cNvSpPr>
          <p:nvPr>
            <p:ph type="sldImg"/>
          </p:nvPr>
        </p:nvSpPr>
        <p:spPr>
          <a:ln>
            <a:miter lim="800000"/>
          </a:ln>
        </p:spPr>
      </p:sp>
      <p:sp>
        <p:nvSpPr>
          <p:cNvPr id="62467" name="备注占位符 2"/>
          <p:cNvSpPr>
            <a:spLocks noGrp="1"/>
          </p:cNvSpPr>
          <p:nvPr>
            <p:ph type="body"/>
          </p:nvPr>
        </p:nvSpPr>
        <p:spPr/>
        <p:txBody>
          <a:bodyPr wrap="square" lIns="91440" tIns="45720" rIns="91440" bIns="45720" anchor="t"/>
          <a:p>
            <a:pPr lvl="0" eaLnBrk="1" hangingPunct="1"/>
            <a:endParaRPr lang="zh-CN" altLang="en-US" dirty="0">
              <a:ea typeface="宋体" panose="02010600030101010101" pitchFamily="2" charset="-122"/>
            </a:endParaRPr>
          </a:p>
        </p:txBody>
      </p:sp>
      <p:sp>
        <p:nvSpPr>
          <p:cNvPr id="62468" name="灯片编号占位符 3"/>
          <p:cNvSpPr txBox="1">
            <a:spLocks noGrp="1"/>
          </p:cNvSpPr>
          <p:nvPr>
            <p:ph type="sldNum" sz="quarter"/>
          </p:nvPr>
        </p:nvSpPr>
        <p:spPr>
          <a:xfrm>
            <a:off x="3884613" y="8685213"/>
            <a:ext cx="2971800" cy="458787"/>
          </a:xfrm>
          <a:prstGeom prst="rect">
            <a:avLst/>
          </a:prstGeom>
          <a:noFill/>
          <a:ln w="9525">
            <a:noFill/>
          </a:ln>
        </p:spPr>
        <p:txBody>
          <a:bodyPr anchor="b"/>
          <a:p>
            <a:pPr lvl="0" algn="r" eaLnBrk="1" hangingPunct="1"/>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2466" name="幻灯片图像占位符 1"/>
          <p:cNvSpPr>
            <a:spLocks noGrp="1" noRot="1" noChangeAspect="1" noTextEdit="1"/>
          </p:cNvSpPr>
          <p:nvPr>
            <p:ph type="sldImg"/>
          </p:nvPr>
        </p:nvSpPr>
        <p:spPr>
          <a:ln>
            <a:miter lim="800000"/>
          </a:ln>
        </p:spPr>
      </p:sp>
      <p:sp>
        <p:nvSpPr>
          <p:cNvPr id="62467" name="备注占位符 2"/>
          <p:cNvSpPr>
            <a:spLocks noGrp="1"/>
          </p:cNvSpPr>
          <p:nvPr>
            <p:ph type="body"/>
          </p:nvPr>
        </p:nvSpPr>
        <p:spPr/>
        <p:txBody>
          <a:bodyPr wrap="square" lIns="91440" tIns="45720" rIns="91440" bIns="45720" anchor="t"/>
          <a:p>
            <a:pPr lvl="0" eaLnBrk="1" hangingPunct="1"/>
            <a:endParaRPr lang="zh-CN" altLang="en-US" dirty="0">
              <a:ea typeface="宋体" panose="02010600030101010101" pitchFamily="2" charset="-122"/>
            </a:endParaRPr>
          </a:p>
        </p:txBody>
      </p:sp>
      <p:sp>
        <p:nvSpPr>
          <p:cNvPr id="62468" name="灯片编号占位符 3"/>
          <p:cNvSpPr txBox="1">
            <a:spLocks noGrp="1"/>
          </p:cNvSpPr>
          <p:nvPr>
            <p:ph type="sldNum" sz="quarter"/>
          </p:nvPr>
        </p:nvSpPr>
        <p:spPr>
          <a:xfrm>
            <a:off x="3884613" y="8685213"/>
            <a:ext cx="2971800" cy="458787"/>
          </a:xfrm>
          <a:prstGeom prst="rect">
            <a:avLst/>
          </a:prstGeom>
          <a:noFill/>
          <a:ln w="9525">
            <a:noFill/>
          </a:ln>
        </p:spPr>
        <p:txBody>
          <a:bodyPr anchor="b"/>
          <a:p>
            <a:pPr lvl="0" algn="r" eaLnBrk="1" hangingPunct="1"/>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5538" name="Slide Image Placeholder 1"/>
          <p:cNvSpPr>
            <a:spLocks noGrp="1" noRot="1" noChangeAspect="1" noTextEdit="1"/>
          </p:cNvSpPr>
          <p:nvPr>
            <p:ph type="sldImg"/>
          </p:nvPr>
        </p:nvSpPr>
        <p:spPr/>
      </p:sp>
      <p:sp>
        <p:nvSpPr>
          <p:cNvPr id="65539" name="Notes Placeholder 2"/>
          <p:cNvSpPr>
            <a:spLocks noGrp="1"/>
          </p:cNvSpPr>
          <p:nvPr>
            <p:ph type="body" idx="1"/>
          </p:nvPr>
        </p:nvSpPr>
        <p:spPr/>
        <p:txBody>
          <a:bodyPr wrap="square" lIns="91440" tIns="45720" rIns="91440" bIns="45720" anchor="t"/>
          <a:p>
            <a:pPr lvl="0"/>
            <a:r>
              <a:rPr lang="en-US" altLang="zh-CN" dirty="0"/>
              <a:t>To change the image behind the Mock up.</a:t>
            </a:r>
            <a:endParaRPr lang="en-US" altLang="zh-CN" dirty="0"/>
          </a:p>
          <a:p>
            <a:pPr lvl="0"/>
            <a:r>
              <a:rPr lang="en-US" altLang="zh-CN" dirty="0"/>
              <a:t>Select the layer - &gt; Right Click -&gt; Send to Back -&gt; Delete the image -&gt; Drag &amp; Drop your Own Picture -&gt; Send to Back (again)</a:t>
            </a:r>
            <a:endParaRPr lang="en-US" altLang="zh-CN" dirty="0"/>
          </a:p>
        </p:txBody>
      </p:sp>
      <p:sp>
        <p:nvSpPr>
          <p:cNvPr id="65540" name="Slide Number Placeholder 3"/>
          <p:cNvSpPr txBox="1">
            <a:spLocks noGrp="1"/>
          </p:cNvSpPr>
          <p:nvPr>
            <p:ph type="sldNum" sz="quarter"/>
          </p:nvPr>
        </p:nvSpPr>
        <p:spPr>
          <a:xfrm>
            <a:off x="3884613" y="8685213"/>
            <a:ext cx="2971800" cy="458787"/>
          </a:xfrm>
          <a:prstGeom prst="rect">
            <a:avLst/>
          </a:prstGeom>
          <a:noFill/>
          <a:ln w="9525">
            <a:noFill/>
          </a:ln>
        </p:spPr>
        <p:txBody>
          <a:bodyPr anchor="b"/>
          <a:p>
            <a:pPr lvl="0" algn="r" eaLnBrk="1" hangingPunct="1"/>
            <a:fld id="{9A0DB2DC-4C9A-4742-B13C-FB6460FD3503}" type="slidenum">
              <a:rPr lang="en-US" altLang="zh-CN" sz="1200" dirty="0">
                <a:ea typeface="宋体" panose="02010600030101010101" pitchFamily="2" charset="-122"/>
              </a:rPr>
            </a:fld>
            <a:endParaRPr lang="en-US" altLang="zh-CN" sz="1200" dirty="0">
              <a:ea typeface="宋体" panose="02010600030101010101" pitchFamily="2" charset="-122"/>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4" name="Slide Image Placeholder 1"/>
          <p:cNvSpPr>
            <a:spLocks noGrp="1" noRot="1" noChangeAspect="1" noTextEdit="1"/>
          </p:cNvSpPr>
          <p:nvPr>
            <p:ph type="sldImg"/>
          </p:nvPr>
        </p:nvSpPr>
        <p:spPr/>
      </p:sp>
      <p:sp>
        <p:nvSpPr>
          <p:cNvPr id="64515" name="Notes Placeholder 2"/>
          <p:cNvSpPr>
            <a:spLocks noGrp="1"/>
          </p:cNvSpPr>
          <p:nvPr>
            <p:ph type="body" idx="1"/>
          </p:nvPr>
        </p:nvSpPr>
        <p:spPr/>
        <p:txBody>
          <a:bodyPr wrap="square" lIns="91440" tIns="45720" rIns="91440" bIns="45720" anchor="t"/>
          <a:p>
            <a:pPr lvl="0"/>
            <a:r>
              <a:rPr lang="en-US" altLang="zh-CN" dirty="0"/>
              <a:t>To change the image behind the Mock up.</a:t>
            </a:r>
            <a:endParaRPr lang="en-US" altLang="zh-CN" dirty="0"/>
          </a:p>
          <a:p>
            <a:pPr lvl="0"/>
            <a:r>
              <a:rPr lang="en-US" altLang="zh-CN" dirty="0"/>
              <a:t>Select the layer - &gt; Right Click -&gt; Send to Back -&gt; Delete the image -&gt; Drag &amp; Drop your Own Picture -&gt; Send to Back (again)</a:t>
            </a:r>
            <a:endParaRPr lang="en-US" altLang="zh-CN" dirty="0"/>
          </a:p>
        </p:txBody>
      </p:sp>
      <p:sp>
        <p:nvSpPr>
          <p:cNvPr id="64516" name="Slide Number Placeholder 3"/>
          <p:cNvSpPr txBox="1">
            <a:spLocks noGrp="1"/>
          </p:cNvSpPr>
          <p:nvPr>
            <p:ph type="sldNum" sz="quarter"/>
          </p:nvPr>
        </p:nvSpPr>
        <p:spPr>
          <a:xfrm>
            <a:off x="3884613" y="8685213"/>
            <a:ext cx="2971800" cy="458787"/>
          </a:xfrm>
          <a:prstGeom prst="rect">
            <a:avLst/>
          </a:prstGeom>
          <a:noFill/>
          <a:ln w="9525">
            <a:noFill/>
          </a:ln>
        </p:spPr>
        <p:txBody>
          <a:bodyPr anchor="b"/>
          <a:p>
            <a:pPr lvl="0" algn="r" eaLnBrk="1" hangingPunct="1"/>
            <a:fld id="{9A0DB2DC-4C9A-4742-B13C-FB6460FD3503}" type="slidenum">
              <a:rPr lang="en-US" altLang="zh-CN" sz="1200" dirty="0">
                <a:ea typeface="宋体" panose="02010600030101010101" pitchFamily="2" charset="-122"/>
              </a:rPr>
            </a:fld>
            <a:endParaRPr lang="en-US" altLang="zh-CN" sz="1200" dirty="0">
              <a:ea typeface="宋体" panose="02010600030101010101" pitchFamily="2" charset="-122"/>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6562" name="Slide Image Placeholder 1"/>
          <p:cNvSpPr>
            <a:spLocks noGrp="1" noRot="1" noChangeAspect="1" noTextEdit="1"/>
          </p:cNvSpPr>
          <p:nvPr>
            <p:ph type="sldImg"/>
          </p:nvPr>
        </p:nvSpPr>
        <p:spPr/>
      </p:sp>
      <p:sp>
        <p:nvSpPr>
          <p:cNvPr id="66563" name="Notes Placeholder 2"/>
          <p:cNvSpPr>
            <a:spLocks noGrp="1"/>
          </p:cNvSpPr>
          <p:nvPr>
            <p:ph type="body" idx="1"/>
          </p:nvPr>
        </p:nvSpPr>
        <p:spPr/>
        <p:txBody>
          <a:bodyPr wrap="square" lIns="91440" tIns="45720" rIns="91440" bIns="45720" anchor="t"/>
          <a:p>
            <a:pPr lvl="0"/>
            <a:r>
              <a:rPr lang="en-US" altLang="zh-CN" dirty="0"/>
              <a:t>To change the image behind the Mock up.</a:t>
            </a:r>
            <a:endParaRPr lang="en-US" altLang="zh-CN" dirty="0"/>
          </a:p>
          <a:p>
            <a:pPr lvl="0"/>
            <a:r>
              <a:rPr lang="en-US" altLang="zh-CN" dirty="0"/>
              <a:t>Select the layer - &gt; Right Click -&gt; Send to Back -&gt; Delete the image -&gt; Drag &amp; Drop your Own Picture -&gt; Send to Back (again)</a:t>
            </a:r>
            <a:endParaRPr lang="en-US" altLang="zh-CN" dirty="0"/>
          </a:p>
        </p:txBody>
      </p:sp>
      <p:sp>
        <p:nvSpPr>
          <p:cNvPr id="66564" name="Slide Number Placeholder 3"/>
          <p:cNvSpPr txBox="1">
            <a:spLocks noGrp="1"/>
          </p:cNvSpPr>
          <p:nvPr>
            <p:ph type="sldNum" sz="quarter"/>
          </p:nvPr>
        </p:nvSpPr>
        <p:spPr>
          <a:xfrm>
            <a:off x="3884613" y="8685213"/>
            <a:ext cx="2971800" cy="458787"/>
          </a:xfrm>
          <a:prstGeom prst="rect">
            <a:avLst/>
          </a:prstGeom>
          <a:noFill/>
          <a:ln w="9525">
            <a:noFill/>
          </a:ln>
        </p:spPr>
        <p:txBody>
          <a:bodyPr anchor="b"/>
          <a:p>
            <a:pPr lvl="0" algn="r" eaLnBrk="1" hangingPunct="1"/>
            <a:fld id="{9A0DB2DC-4C9A-4742-B13C-FB6460FD3503}" type="slidenum">
              <a:rPr lang="en-US" altLang="zh-CN" sz="1200" dirty="0">
                <a:ea typeface="宋体" panose="02010600030101010101" pitchFamily="2" charset="-122"/>
              </a:rPr>
            </a:fld>
            <a:endParaRPr lang="en-US" altLang="zh-CN" sz="1200" dirty="0">
              <a:ea typeface="宋体" panose="02010600030101010101" pitchFamily="2" charset="-122"/>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7586" name="幻灯片图像占位符 1"/>
          <p:cNvSpPr>
            <a:spLocks noGrp="1" noRot="1" noChangeAspect="1" noTextEdit="1"/>
          </p:cNvSpPr>
          <p:nvPr>
            <p:ph type="sldImg"/>
          </p:nvPr>
        </p:nvSpPr>
        <p:spPr>
          <a:xfrm>
            <a:off x="381000" y="685800"/>
            <a:ext cx="6096000" cy="3429000"/>
          </a:xfrm>
        </p:spPr>
      </p:sp>
      <p:sp>
        <p:nvSpPr>
          <p:cNvPr id="67587" name="备注占位符 2"/>
          <p:cNvSpPr>
            <a:spLocks noGrp="1"/>
          </p:cNvSpPr>
          <p:nvPr>
            <p:ph type="body" idx="1"/>
          </p:nvPr>
        </p:nvSpPr>
        <p:spPr/>
        <p:txBody>
          <a:bodyPr wrap="square" lIns="91440" tIns="45720" rIns="91440" bIns="45720" anchor="t"/>
          <a:p>
            <a:pPr lvl="0"/>
            <a:endParaRPr lang="zh-CN" altLang="en-US" dirty="0"/>
          </a:p>
        </p:txBody>
      </p:sp>
      <p:sp>
        <p:nvSpPr>
          <p:cNvPr id="67588" name="灯片编号占位符 3"/>
          <p:cNvSpPr txBox="1">
            <a:spLocks noGrp="1"/>
          </p:cNvSpPr>
          <p:nvPr>
            <p:ph type="sldNum" sz="quarter"/>
          </p:nvPr>
        </p:nvSpPr>
        <p:spPr>
          <a:xfrm>
            <a:off x="3884613" y="8685213"/>
            <a:ext cx="2971800" cy="458787"/>
          </a:xfrm>
          <a:prstGeom prst="rect">
            <a:avLst/>
          </a:prstGeom>
          <a:noFill/>
          <a:ln w="9525">
            <a:noFill/>
          </a:ln>
        </p:spPr>
        <p:txBody>
          <a:bodyPr anchor="b"/>
          <a:p>
            <a:pPr lvl="0" algn="r" eaLnBrk="1" hangingPunct="1"/>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9634" name="幻灯片图像占位符 1"/>
          <p:cNvSpPr>
            <a:spLocks noGrp="1" noRot="1" noChangeAspect="1" noTextEdit="1"/>
          </p:cNvSpPr>
          <p:nvPr>
            <p:ph type="sldImg"/>
          </p:nvPr>
        </p:nvSpPr>
        <p:spPr>
          <a:ln>
            <a:miter lim="800000"/>
          </a:ln>
        </p:spPr>
      </p:sp>
      <p:sp>
        <p:nvSpPr>
          <p:cNvPr id="69635" name="备注占位符 2"/>
          <p:cNvSpPr>
            <a:spLocks noGrp="1"/>
          </p:cNvSpPr>
          <p:nvPr>
            <p:ph type="body"/>
          </p:nvPr>
        </p:nvSpPr>
        <p:spPr/>
        <p:txBody>
          <a:bodyPr wrap="square" lIns="91440" tIns="45720" rIns="91440" bIns="45720" anchor="t"/>
          <a:p>
            <a:pPr lvl="0" eaLnBrk="1" hangingPunct="1"/>
            <a:endParaRPr lang="zh-CN" altLang="en-US" dirty="0">
              <a:ea typeface="宋体" panose="02010600030101010101" pitchFamily="2" charset="-122"/>
            </a:endParaRPr>
          </a:p>
        </p:txBody>
      </p:sp>
      <p:sp>
        <p:nvSpPr>
          <p:cNvPr id="69636" name="灯片编号占位符 3"/>
          <p:cNvSpPr txBox="1">
            <a:spLocks noGrp="1"/>
          </p:cNvSpPr>
          <p:nvPr>
            <p:ph type="sldNum" sz="quarter"/>
          </p:nvPr>
        </p:nvSpPr>
        <p:spPr>
          <a:xfrm>
            <a:off x="3884613" y="8685213"/>
            <a:ext cx="2971800" cy="458787"/>
          </a:xfrm>
          <a:prstGeom prst="rect">
            <a:avLst/>
          </a:prstGeom>
          <a:noFill/>
          <a:ln w="9525">
            <a:noFill/>
          </a:ln>
        </p:spPr>
        <p:txBody>
          <a:bodyPr anchor="b"/>
          <a:p>
            <a:pPr lvl="0" algn="r" eaLnBrk="1" hangingPunct="1"/>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9634" name="幻灯片图像占位符 1"/>
          <p:cNvSpPr>
            <a:spLocks noGrp="1" noRot="1" noChangeAspect="1" noTextEdit="1"/>
          </p:cNvSpPr>
          <p:nvPr>
            <p:ph type="sldImg"/>
          </p:nvPr>
        </p:nvSpPr>
        <p:spPr>
          <a:ln>
            <a:miter lim="800000"/>
          </a:ln>
        </p:spPr>
      </p:sp>
      <p:sp>
        <p:nvSpPr>
          <p:cNvPr id="69635" name="备注占位符 2"/>
          <p:cNvSpPr>
            <a:spLocks noGrp="1"/>
          </p:cNvSpPr>
          <p:nvPr>
            <p:ph type="body"/>
          </p:nvPr>
        </p:nvSpPr>
        <p:spPr/>
        <p:txBody>
          <a:bodyPr wrap="square" lIns="91440" tIns="45720" rIns="91440" bIns="45720" anchor="t"/>
          <a:p>
            <a:pPr lvl="0" eaLnBrk="1" hangingPunct="1"/>
            <a:endParaRPr lang="zh-CN" altLang="en-US" dirty="0">
              <a:ea typeface="宋体" panose="02010600030101010101" pitchFamily="2" charset="-122"/>
            </a:endParaRPr>
          </a:p>
        </p:txBody>
      </p:sp>
      <p:sp>
        <p:nvSpPr>
          <p:cNvPr id="69636" name="灯片编号占位符 3"/>
          <p:cNvSpPr txBox="1">
            <a:spLocks noGrp="1"/>
          </p:cNvSpPr>
          <p:nvPr>
            <p:ph type="sldNum" sz="quarter"/>
          </p:nvPr>
        </p:nvSpPr>
        <p:spPr>
          <a:xfrm>
            <a:off x="3884613" y="8685213"/>
            <a:ext cx="2971800" cy="458787"/>
          </a:xfrm>
          <a:prstGeom prst="rect">
            <a:avLst/>
          </a:prstGeom>
          <a:noFill/>
          <a:ln w="9525">
            <a:noFill/>
          </a:ln>
        </p:spPr>
        <p:txBody>
          <a:bodyPr anchor="b"/>
          <a:p>
            <a:pPr lvl="0" algn="r" eaLnBrk="1" hangingPunct="1"/>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9634" name="幻灯片图像占位符 1"/>
          <p:cNvSpPr>
            <a:spLocks noGrp="1" noRot="1" noChangeAspect="1" noTextEdit="1"/>
          </p:cNvSpPr>
          <p:nvPr>
            <p:ph type="sldImg"/>
          </p:nvPr>
        </p:nvSpPr>
        <p:spPr>
          <a:ln>
            <a:miter lim="800000"/>
          </a:ln>
        </p:spPr>
      </p:sp>
      <p:sp>
        <p:nvSpPr>
          <p:cNvPr id="69635" name="备注占位符 2"/>
          <p:cNvSpPr>
            <a:spLocks noGrp="1"/>
          </p:cNvSpPr>
          <p:nvPr>
            <p:ph type="body"/>
          </p:nvPr>
        </p:nvSpPr>
        <p:spPr/>
        <p:txBody>
          <a:bodyPr wrap="square" lIns="91440" tIns="45720" rIns="91440" bIns="45720" anchor="t"/>
          <a:p>
            <a:pPr lvl="0" eaLnBrk="1" hangingPunct="1"/>
            <a:endParaRPr lang="zh-CN" altLang="en-US" dirty="0">
              <a:ea typeface="宋体" panose="02010600030101010101" pitchFamily="2" charset="-122"/>
            </a:endParaRPr>
          </a:p>
        </p:txBody>
      </p:sp>
      <p:sp>
        <p:nvSpPr>
          <p:cNvPr id="69636" name="灯片编号占位符 3"/>
          <p:cNvSpPr txBox="1">
            <a:spLocks noGrp="1"/>
          </p:cNvSpPr>
          <p:nvPr>
            <p:ph type="sldNum" sz="quarter"/>
          </p:nvPr>
        </p:nvSpPr>
        <p:spPr>
          <a:xfrm>
            <a:off x="3884613" y="8685213"/>
            <a:ext cx="2971800" cy="458787"/>
          </a:xfrm>
          <a:prstGeom prst="rect">
            <a:avLst/>
          </a:prstGeom>
          <a:noFill/>
          <a:ln w="9525">
            <a:noFill/>
          </a:ln>
        </p:spPr>
        <p:txBody>
          <a:bodyPr anchor="b"/>
          <a:p>
            <a:pPr lvl="0" algn="r" eaLnBrk="1" hangingPunct="1"/>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0658" name="幻灯片图像占位符 1"/>
          <p:cNvSpPr>
            <a:spLocks noGrp="1" noRot="1" noChangeAspect="1" noTextEdit="1"/>
          </p:cNvSpPr>
          <p:nvPr>
            <p:ph type="sldImg"/>
          </p:nvPr>
        </p:nvSpPr>
        <p:spPr>
          <a:ln>
            <a:miter lim="800000"/>
          </a:ln>
        </p:spPr>
      </p:sp>
      <p:sp>
        <p:nvSpPr>
          <p:cNvPr id="70659" name="备注占位符 2"/>
          <p:cNvSpPr>
            <a:spLocks noGrp="1"/>
          </p:cNvSpPr>
          <p:nvPr>
            <p:ph type="body"/>
          </p:nvPr>
        </p:nvSpPr>
        <p:spPr/>
        <p:txBody>
          <a:bodyPr wrap="square" lIns="91440" tIns="45720" rIns="91440" bIns="45720" anchor="t"/>
          <a:p>
            <a:pPr lvl="0" eaLnBrk="1" hangingPunct="1"/>
            <a:endParaRPr lang="zh-CN" altLang="en-US" dirty="0">
              <a:ea typeface="宋体" panose="02010600030101010101" pitchFamily="2" charset="-122"/>
            </a:endParaRPr>
          </a:p>
        </p:txBody>
      </p:sp>
      <p:sp>
        <p:nvSpPr>
          <p:cNvPr id="70660" name="灯片编号占位符 3"/>
          <p:cNvSpPr txBox="1">
            <a:spLocks noGrp="1"/>
          </p:cNvSpPr>
          <p:nvPr>
            <p:ph type="sldNum" sz="quarter"/>
          </p:nvPr>
        </p:nvSpPr>
        <p:spPr>
          <a:xfrm>
            <a:off x="3884613" y="8685213"/>
            <a:ext cx="2971800" cy="458787"/>
          </a:xfrm>
          <a:prstGeom prst="rect">
            <a:avLst/>
          </a:prstGeom>
          <a:noFill/>
          <a:ln w="9525">
            <a:noFill/>
          </a:ln>
        </p:spPr>
        <p:txBody>
          <a:bodyPr anchor="b"/>
          <a:p>
            <a:pPr lvl="0" algn="r" eaLnBrk="1" hangingPunct="1"/>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3730" name="幻灯片图像占位符 1"/>
          <p:cNvSpPr>
            <a:spLocks noGrp="1" noRot="1" noChangeAspect="1" noTextEdit="1"/>
          </p:cNvSpPr>
          <p:nvPr>
            <p:ph type="sldImg"/>
          </p:nvPr>
        </p:nvSpPr>
        <p:spPr>
          <a:ln>
            <a:miter lim="800000"/>
          </a:ln>
        </p:spPr>
      </p:sp>
      <p:sp>
        <p:nvSpPr>
          <p:cNvPr id="73731" name="备注占位符 2"/>
          <p:cNvSpPr>
            <a:spLocks noGrp="1"/>
          </p:cNvSpPr>
          <p:nvPr>
            <p:ph type="body"/>
          </p:nvPr>
        </p:nvSpPr>
        <p:spPr/>
        <p:txBody>
          <a:bodyPr wrap="square" lIns="91440" tIns="45720" rIns="91440" bIns="45720" anchor="t"/>
          <a:p>
            <a:pPr lvl="0" eaLnBrk="1" hangingPunct="1"/>
            <a:endParaRPr lang="zh-CN" altLang="en-US" dirty="0">
              <a:ea typeface="宋体" panose="02010600030101010101" pitchFamily="2" charset="-122"/>
            </a:endParaRPr>
          </a:p>
        </p:txBody>
      </p:sp>
      <p:sp>
        <p:nvSpPr>
          <p:cNvPr id="73732" name="灯片编号占位符 3"/>
          <p:cNvSpPr txBox="1">
            <a:spLocks noGrp="1"/>
          </p:cNvSpPr>
          <p:nvPr>
            <p:ph type="sldNum" sz="quarter"/>
          </p:nvPr>
        </p:nvSpPr>
        <p:spPr>
          <a:xfrm>
            <a:off x="3884613" y="8685213"/>
            <a:ext cx="2971800" cy="458787"/>
          </a:xfrm>
          <a:prstGeom prst="rect">
            <a:avLst/>
          </a:prstGeom>
          <a:noFill/>
          <a:ln w="9525">
            <a:noFill/>
          </a:ln>
        </p:spPr>
        <p:txBody>
          <a:bodyPr anchor="b"/>
          <a:p>
            <a:pPr lvl="0" algn="r" eaLnBrk="1" hangingPunct="1"/>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7826" name="Slide Image Placeholder 1"/>
          <p:cNvSpPr>
            <a:spLocks noGrp="1" noRot="1" noChangeAspect="1" noTextEdit="1"/>
          </p:cNvSpPr>
          <p:nvPr>
            <p:ph type="sldImg"/>
          </p:nvPr>
        </p:nvSpPr>
        <p:spPr/>
      </p:sp>
      <p:sp>
        <p:nvSpPr>
          <p:cNvPr id="77827" name="Notes Placeholder 2"/>
          <p:cNvSpPr>
            <a:spLocks noGrp="1"/>
          </p:cNvSpPr>
          <p:nvPr>
            <p:ph type="body" idx="1"/>
          </p:nvPr>
        </p:nvSpPr>
        <p:spPr/>
        <p:txBody>
          <a:bodyPr wrap="square" lIns="91440" tIns="45720" rIns="91440" bIns="45720" anchor="t"/>
          <a:p>
            <a:pPr lvl="0"/>
            <a:r>
              <a:rPr lang="en-US" altLang="zh-CN" dirty="0"/>
              <a:t>To change the image behind the Mock up.</a:t>
            </a:r>
            <a:endParaRPr lang="en-US" altLang="zh-CN" dirty="0"/>
          </a:p>
          <a:p>
            <a:pPr lvl="0"/>
            <a:r>
              <a:rPr lang="en-US" altLang="zh-CN" dirty="0"/>
              <a:t>Select the layer - &gt; Right Click -&gt; Send to Back -&gt; Delete the image -&gt; Drag &amp; Drop your Own Picture -&gt; Send to Back (again)</a:t>
            </a:r>
            <a:endParaRPr lang="en-US" altLang="zh-CN" dirty="0"/>
          </a:p>
        </p:txBody>
      </p:sp>
      <p:sp>
        <p:nvSpPr>
          <p:cNvPr id="77828" name="Slide Number Placeholder 3"/>
          <p:cNvSpPr txBox="1">
            <a:spLocks noGrp="1"/>
          </p:cNvSpPr>
          <p:nvPr>
            <p:ph type="sldNum" sz="quarter"/>
          </p:nvPr>
        </p:nvSpPr>
        <p:spPr>
          <a:xfrm>
            <a:off x="3884613" y="8685213"/>
            <a:ext cx="2971800" cy="458787"/>
          </a:xfrm>
          <a:prstGeom prst="rect">
            <a:avLst/>
          </a:prstGeom>
          <a:noFill/>
          <a:ln w="9525">
            <a:noFill/>
          </a:ln>
        </p:spPr>
        <p:txBody>
          <a:bodyPr anchor="b"/>
          <a:p>
            <a:pPr lvl="0" algn="r" eaLnBrk="1" hangingPunct="1"/>
            <a:fld id="{9A0DB2DC-4C9A-4742-B13C-FB6460FD3503}" type="slidenum">
              <a:rPr lang="en-US" altLang="zh-CN" sz="1200" dirty="0">
                <a:ea typeface="宋体" panose="02010600030101010101" pitchFamily="2" charset="-122"/>
              </a:rPr>
            </a:fld>
            <a:endParaRPr lang="en-US" altLang="zh-CN" sz="1200" dirty="0">
              <a:ea typeface="宋体" panose="02010600030101010101" pitchFamily="2" charset="-122"/>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9874" name="Slide Image Placeholder 1"/>
          <p:cNvSpPr>
            <a:spLocks noGrp="1" noRot="1" noChangeAspect="1" noTextEdit="1"/>
          </p:cNvSpPr>
          <p:nvPr>
            <p:ph type="sldImg"/>
          </p:nvPr>
        </p:nvSpPr>
        <p:spPr/>
      </p:sp>
      <p:sp>
        <p:nvSpPr>
          <p:cNvPr id="79875" name="Notes Placeholder 2"/>
          <p:cNvSpPr>
            <a:spLocks noGrp="1"/>
          </p:cNvSpPr>
          <p:nvPr>
            <p:ph type="body" idx="1"/>
          </p:nvPr>
        </p:nvSpPr>
        <p:spPr/>
        <p:txBody>
          <a:bodyPr wrap="square" lIns="91440" tIns="45720" rIns="91440" bIns="45720" anchor="t"/>
          <a:p>
            <a:pPr lvl="0"/>
            <a:r>
              <a:rPr lang="en-US" altLang="zh-CN" dirty="0"/>
              <a:t>To change the image behind the Mock up.</a:t>
            </a:r>
            <a:endParaRPr lang="en-US" altLang="zh-CN" dirty="0"/>
          </a:p>
          <a:p>
            <a:pPr lvl="0"/>
            <a:r>
              <a:rPr lang="en-US" altLang="zh-CN" dirty="0"/>
              <a:t>Select the layer - &gt; Right Click -&gt; Send to Back -&gt; Delete the image -&gt; Drag &amp; Drop your Own Picture -&gt; Send to Back (again)</a:t>
            </a:r>
            <a:endParaRPr lang="en-US" altLang="zh-CN" dirty="0"/>
          </a:p>
        </p:txBody>
      </p:sp>
      <p:sp>
        <p:nvSpPr>
          <p:cNvPr id="79876" name="Slide Number Placeholder 3"/>
          <p:cNvSpPr txBox="1">
            <a:spLocks noGrp="1"/>
          </p:cNvSpPr>
          <p:nvPr>
            <p:ph type="sldNum" sz="quarter"/>
          </p:nvPr>
        </p:nvSpPr>
        <p:spPr>
          <a:xfrm>
            <a:off x="3884613" y="8685213"/>
            <a:ext cx="2971800" cy="458787"/>
          </a:xfrm>
          <a:prstGeom prst="rect">
            <a:avLst/>
          </a:prstGeom>
          <a:noFill/>
          <a:ln w="9525">
            <a:noFill/>
          </a:ln>
        </p:spPr>
        <p:txBody>
          <a:bodyPr anchor="b"/>
          <a:p>
            <a:pPr lvl="0" algn="r" eaLnBrk="1" hangingPunct="1"/>
            <a:fld id="{9A0DB2DC-4C9A-4742-B13C-FB6460FD3503}" type="slidenum">
              <a:rPr lang="en-US" altLang="zh-CN" sz="1200" dirty="0">
                <a:ea typeface="宋体" panose="02010600030101010101" pitchFamily="2" charset="-122"/>
              </a:rPr>
            </a:fld>
            <a:endParaRPr lang="en-US" altLang="zh-CN" sz="1200" dirty="0">
              <a:ea typeface="宋体" panose="02010600030101010101" pitchFamily="2" charset="-122"/>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0898" name="幻灯片图像占位符 1"/>
          <p:cNvSpPr>
            <a:spLocks noGrp="1" noRot="1" noChangeAspect="1" noTextEdit="1"/>
          </p:cNvSpPr>
          <p:nvPr>
            <p:ph type="sldImg"/>
          </p:nvPr>
        </p:nvSpPr>
        <p:spPr>
          <a:xfrm>
            <a:off x="381000" y="685800"/>
            <a:ext cx="6096000" cy="3429000"/>
          </a:xfrm>
        </p:spPr>
      </p:sp>
      <p:sp>
        <p:nvSpPr>
          <p:cNvPr id="80899" name="备注占位符 2"/>
          <p:cNvSpPr>
            <a:spLocks noGrp="1"/>
          </p:cNvSpPr>
          <p:nvPr>
            <p:ph type="body" idx="1"/>
          </p:nvPr>
        </p:nvSpPr>
        <p:spPr/>
        <p:txBody>
          <a:bodyPr wrap="square" lIns="91440" tIns="45720" rIns="91440" bIns="45720" anchor="t"/>
          <a:p>
            <a:pPr lvl="0"/>
            <a:endParaRPr lang="zh-CN" altLang="en-US" dirty="0"/>
          </a:p>
        </p:txBody>
      </p:sp>
      <p:sp>
        <p:nvSpPr>
          <p:cNvPr id="80900" name="灯片编号占位符 3"/>
          <p:cNvSpPr txBox="1">
            <a:spLocks noGrp="1"/>
          </p:cNvSpPr>
          <p:nvPr>
            <p:ph type="sldNum" sz="quarter"/>
          </p:nvPr>
        </p:nvSpPr>
        <p:spPr>
          <a:xfrm>
            <a:off x="3884613" y="8685213"/>
            <a:ext cx="2971800" cy="458787"/>
          </a:xfrm>
          <a:prstGeom prst="rect">
            <a:avLst/>
          </a:prstGeom>
          <a:noFill/>
          <a:ln w="9525">
            <a:noFill/>
          </a:ln>
        </p:spPr>
        <p:txBody>
          <a:bodyPr anchor="b"/>
          <a:p>
            <a:pPr lvl="0" algn="r" eaLnBrk="1" hangingPunct="1"/>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1922" name="幻灯片图像占位符 1"/>
          <p:cNvSpPr>
            <a:spLocks noGrp="1" noRot="1" noChangeAspect="1" noTextEdit="1"/>
          </p:cNvSpPr>
          <p:nvPr>
            <p:ph type="sldImg"/>
          </p:nvPr>
        </p:nvSpPr>
        <p:spPr>
          <a:ln>
            <a:miter lim="800000"/>
          </a:ln>
        </p:spPr>
      </p:sp>
      <p:sp>
        <p:nvSpPr>
          <p:cNvPr id="81923" name="备注占位符 2"/>
          <p:cNvSpPr>
            <a:spLocks noGrp="1"/>
          </p:cNvSpPr>
          <p:nvPr>
            <p:ph type="body"/>
          </p:nvPr>
        </p:nvSpPr>
        <p:spPr/>
        <p:txBody>
          <a:bodyPr wrap="square" lIns="91440" tIns="45720" rIns="91440" bIns="45720" anchor="t"/>
          <a:p>
            <a:pPr lvl="0" eaLnBrk="1" hangingPunct="1"/>
            <a:endParaRPr lang="zh-CN" altLang="en-US" dirty="0">
              <a:ea typeface="宋体" panose="02010600030101010101" pitchFamily="2" charset="-122"/>
            </a:endParaRPr>
          </a:p>
        </p:txBody>
      </p:sp>
      <p:sp>
        <p:nvSpPr>
          <p:cNvPr id="81924" name="灯片编号占位符 3"/>
          <p:cNvSpPr txBox="1">
            <a:spLocks noGrp="1"/>
          </p:cNvSpPr>
          <p:nvPr>
            <p:ph type="sldNum" sz="quarter"/>
          </p:nvPr>
        </p:nvSpPr>
        <p:spPr>
          <a:xfrm>
            <a:off x="3884613" y="8685213"/>
            <a:ext cx="2971800" cy="458787"/>
          </a:xfrm>
          <a:prstGeom prst="rect">
            <a:avLst/>
          </a:prstGeom>
          <a:noFill/>
          <a:ln w="9525">
            <a:noFill/>
          </a:ln>
        </p:spPr>
        <p:txBody>
          <a:bodyPr anchor="b"/>
          <a:p>
            <a:pPr lvl="0" algn="r" eaLnBrk="1" hangingPunct="1"/>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2946" name="幻灯片图像占位符 1"/>
          <p:cNvSpPr>
            <a:spLocks noGrp="1" noRot="1" noChangeAspect="1" noTextEdit="1"/>
          </p:cNvSpPr>
          <p:nvPr>
            <p:ph type="sldImg"/>
          </p:nvPr>
        </p:nvSpPr>
        <p:spPr>
          <a:ln>
            <a:miter lim="800000"/>
          </a:ln>
        </p:spPr>
      </p:sp>
      <p:sp>
        <p:nvSpPr>
          <p:cNvPr id="82947" name="备注占位符 2"/>
          <p:cNvSpPr>
            <a:spLocks noGrp="1"/>
          </p:cNvSpPr>
          <p:nvPr>
            <p:ph type="body"/>
          </p:nvPr>
        </p:nvSpPr>
        <p:spPr/>
        <p:txBody>
          <a:bodyPr wrap="square" lIns="91440" tIns="45720" rIns="91440" bIns="45720" anchor="t"/>
          <a:p>
            <a:pPr lvl="0" eaLnBrk="1" hangingPunct="1"/>
            <a:endParaRPr lang="zh-CN" altLang="en-US" dirty="0">
              <a:ea typeface="宋体" panose="02010600030101010101" pitchFamily="2" charset="-122"/>
            </a:endParaRPr>
          </a:p>
        </p:txBody>
      </p:sp>
      <p:sp>
        <p:nvSpPr>
          <p:cNvPr id="82948" name="灯片编号占位符 3"/>
          <p:cNvSpPr txBox="1">
            <a:spLocks noGrp="1"/>
          </p:cNvSpPr>
          <p:nvPr>
            <p:ph type="sldNum" sz="quarter"/>
          </p:nvPr>
        </p:nvSpPr>
        <p:spPr>
          <a:xfrm>
            <a:off x="3884613" y="8685213"/>
            <a:ext cx="2971800" cy="458787"/>
          </a:xfrm>
          <a:prstGeom prst="rect">
            <a:avLst/>
          </a:prstGeom>
          <a:noFill/>
          <a:ln w="9525">
            <a:noFill/>
          </a:ln>
        </p:spPr>
        <p:txBody>
          <a:bodyPr anchor="b"/>
          <a:p>
            <a:pPr lvl="0" algn="r" eaLnBrk="1" hangingPunct="1"/>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3970" name="幻灯片图像占位符 1"/>
          <p:cNvSpPr>
            <a:spLocks noGrp="1" noRot="1" noChangeAspect="1" noTextEdit="1"/>
          </p:cNvSpPr>
          <p:nvPr>
            <p:ph type="sldImg"/>
          </p:nvPr>
        </p:nvSpPr>
        <p:spPr>
          <a:xfrm>
            <a:off x="381000" y="685800"/>
            <a:ext cx="6096000" cy="3429000"/>
          </a:xfrm>
        </p:spPr>
      </p:sp>
      <p:sp>
        <p:nvSpPr>
          <p:cNvPr id="83971" name="备注占位符 2"/>
          <p:cNvSpPr>
            <a:spLocks noGrp="1"/>
          </p:cNvSpPr>
          <p:nvPr>
            <p:ph type="body" idx="1"/>
          </p:nvPr>
        </p:nvSpPr>
        <p:spPr/>
        <p:txBody>
          <a:bodyPr wrap="square" lIns="91440" tIns="45720" rIns="91440" bIns="45720" anchor="t"/>
          <a:p>
            <a:pPr lvl="0"/>
            <a:endParaRPr lang="zh-CN" altLang="en-US" dirty="0"/>
          </a:p>
        </p:txBody>
      </p:sp>
      <p:sp>
        <p:nvSpPr>
          <p:cNvPr id="83972" name="灯片编号占位符 3"/>
          <p:cNvSpPr txBox="1">
            <a:spLocks noGrp="1"/>
          </p:cNvSpPr>
          <p:nvPr>
            <p:ph type="sldNum" sz="quarter"/>
          </p:nvPr>
        </p:nvSpPr>
        <p:spPr>
          <a:xfrm>
            <a:off x="3884613" y="8685213"/>
            <a:ext cx="2971800" cy="458787"/>
          </a:xfrm>
          <a:prstGeom prst="rect">
            <a:avLst/>
          </a:prstGeom>
          <a:noFill/>
          <a:ln w="9525">
            <a:noFill/>
          </a:ln>
        </p:spPr>
        <p:txBody>
          <a:bodyPr anchor="b"/>
          <a:p>
            <a:pPr lvl="0" algn="r" eaLnBrk="1" hangingPunct="1"/>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4994" name="幻灯片图像占位符 1"/>
          <p:cNvSpPr>
            <a:spLocks noGrp="1" noRot="1" noChangeAspect="1" noTextEdit="1"/>
          </p:cNvSpPr>
          <p:nvPr>
            <p:ph type="sldImg"/>
          </p:nvPr>
        </p:nvSpPr>
        <p:spPr>
          <a:ln>
            <a:miter lim="800000"/>
          </a:ln>
        </p:spPr>
      </p:sp>
      <p:sp>
        <p:nvSpPr>
          <p:cNvPr id="84995" name="备注占位符 2"/>
          <p:cNvSpPr>
            <a:spLocks noGrp="1"/>
          </p:cNvSpPr>
          <p:nvPr>
            <p:ph type="body"/>
          </p:nvPr>
        </p:nvSpPr>
        <p:spPr/>
        <p:txBody>
          <a:bodyPr wrap="square" lIns="91440" tIns="45720" rIns="91440" bIns="45720" anchor="t"/>
          <a:p>
            <a:pPr lvl="0" eaLnBrk="1" hangingPunct="1"/>
            <a:endParaRPr lang="zh-CN" altLang="en-US" dirty="0">
              <a:ea typeface="宋体" panose="02010600030101010101" pitchFamily="2" charset="-122"/>
            </a:endParaRPr>
          </a:p>
        </p:txBody>
      </p:sp>
      <p:sp>
        <p:nvSpPr>
          <p:cNvPr id="84996" name="灯片编号占位符 3"/>
          <p:cNvSpPr txBox="1">
            <a:spLocks noGrp="1"/>
          </p:cNvSpPr>
          <p:nvPr>
            <p:ph type="sldNum" sz="quarter"/>
          </p:nvPr>
        </p:nvSpPr>
        <p:spPr>
          <a:xfrm>
            <a:off x="3884613" y="8685213"/>
            <a:ext cx="2971800" cy="458787"/>
          </a:xfrm>
          <a:prstGeom prst="rect">
            <a:avLst/>
          </a:prstGeom>
          <a:noFill/>
          <a:ln w="9525">
            <a:noFill/>
          </a:ln>
        </p:spPr>
        <p:txBody>
          <a:bodyPr anchor="b"/>
          <a:p>
            <a:pPr lvl="0" algn="r" eaLnBrk="1" hangingPunct="1"/>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6018" name="幻灯片图像占位符 1"/>
          <p:cNvSpPr>
            <a:spLocks noGrp="1" noRot="1" noChangeAspect="1" noTextEdit="1"/>
          </p:cNvSpPr>
          <p:nvPr>
            <p:ph type="sldImg"/>
          </p:nvPr>
        </p:nvSpPr>
        <p:spPr>
          <a:ln>
            <a:miter lim="800000"/>
          </a:ln>
        </p:spPr>
      </p:sp>
      <p:sp>
        <p:nvSpPr>
          <p:cNvPr id="86019" name="备注占位符 2"/>
          <p:cNvSpPr>
            <a:spLocks noGrp="1"/>
          </p:cNvSpPr>
          <p:nvPr>
            <p:ph type="body"/>
          </p:nvPr>
        </p:nvSpPr>
        <p:spPr/>
        <p:txBody>
          <a:bodyPr wrap="square" lIns="91440" tIns="45720" rIns="91440" bIns="45720" anchor="t"/>
          <a:p>
            <a:pPr lvl="0" eaLnBrk="1" hangingPunct="1"/>
            <a:endParaRPr lang="zh-CN" altLang="en-US" dirty="0">
              <a:ea typeface="宋体" panose="02010600030101010101" pitchFamily="2" charset="-122"/>
            </a:endParaRPr>
          </a:p>
        </p:txBody>
      </p:sp>
      <p:sp>
        <p:nvSpPr>
          <p:cNvPr id="86020" name="灯片编号占位符 3"/>
          <p:cNvSpPr txBox="1">
            <a:spLocks noGrp="1"/>
          </p:cNvSpPr>
          <p:nvPr>
            <p:ph type="sldNum" sz="quarter"/>
          </p:nvPr>
        </p:nvSpPr>
        <p:spPr>
          <a:xfrm>
            <a:off x="3884613" y="8685213"/>
            <a:ext cx="2971800" cy="458787"/>
          </a:xfrm>
          <a:prstGeom prst="rect">
            <a:avLst/>
          </a:prstGeom>
          <a:noFill/>
          <a:ln w="9525">
            <a:noFill/>
          </a:ln>
        </p:spPr>
        <p:txBody>
          <a:bodyPr anchor="b"/>
          <a:p>
            <a:pPr lvl="0" algn="r" eaLnBrk="1" hangingPunct="1"/>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2" name="幻灯片图像占位符 1"/>
          <p:cNvSpPr>
            <a:spLocks noGrp="1" noRot="1" noChangeAspect="1" noTextEdit="1"/>
          </p:cNvSpPr>
          <p:nvPr>
            <p:ph type="sldImg"/>
          </p:nvPr>
        </p:nvSpPr>
        <p:spPr>
          <a:ln>
            <a:miter lim="800000"/>
          </a:ln>
        </p:spPr>
      </p:sp>
      <p:sp>
        <p:nvSpPr>
          <p:cNvPr id="87043" name="备注占位符 2"/>
          <p:cNvSpPr>
            <a:spLocks noGrp="1"/>
          </p:cNvSpPr>
          <p:nvPr>
            <p:ph type="body"/>
          </p:nvPr>
        </p:nvSpPr>
        <p:spPr/>
        <p:txBody>
          <a:bodyPr wrap="square" lIns="91440" tIns="45720" rIns="91440" bIns="45720" anchor="t"/>
          <a:p>
            <a:pPr lvl="0" eaLnBrk="1" hangingPunct="1"/>
            <a:endParaRPr lang="zh-CN" altLang="en-US" dirty="0">
              <a:ea typeface="宋体" panose="02010600030101010101" pitchFamily="2" charset="-122"/>
            </a:endParaRPr>
          </a:p>
        </p:txBody>
      </p:sp>
      <p:sp>
        <p:nvSpPr>
          <p:cNvPr id="87044" name="灯片编号占位符 3"/>
          <p:cNvSpPr txBox="1">
            <a:spLocks noGrp="1"/>
          </p:cNvSpPr>
          <p:nvPr>
            <p:ph type="sldNum" sz="quarter"/>
          </p:nvPr>
        </p:nvSpPr>
        <p:spPr>
          <a:xfrm>
            <a:off x="3884613" y="8685213"/>
            <a:ext cx="2971800" cy="458787"/>
          </a:xfrm>
          <a:prstGeom prst="rect">
            <a:avLst/>
          </a:prstGeom>
          <a:noFill/>
          <a:ln w="9525">
            <a:noFill/>
          </a:ln>
        </p:spPr>
        <p:txBody>
          <a:bodyPr anchor="b"/>
          <a:p>
            <a:pPr lvl="0" algn="r" eaLnBrk="1" hangingPunct="1"/>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8066" name="幻灯片图像占位符 1"/>
          <p:cNvSpPr>
            <a:spLocks noGrp="1" noRot="1" noChangeAspect="1" noTextEdit="1"/>
          </p:cNvSpPr>
          <p:nvPr>
            <p:ph type="sldImg"/>
          </p:nvPr>
        </p:nvSpPr>
        <p:spPr>
          <a:ln>
            <a:miter lim="800000"/>
          </a:ln>
        </p:spPr>
      </p:sp>
      <p:sp>
        <p:nvSpPr>
          <p:cNvPr id="88067" name="备注占位符 2"/>
          <p:cNvSpPr>
            <a:spLocks noGrp="1"/>
          </p:cNvSpPr>
          <p:nvPr>
            <p:ph type="body"/>
          </p:nvPr>
        </p:nvSpPr>
        <p:spPr/>
        <p:txBody>
          <a:bodyPr wrap="square" lIns="91440" tIns="45720" rIns="91440" bIns="45720" anchor="t"/>
          <a:p>
            <a:pPr lvl="0" eaLnBrk="1" hangingPunct="1"/>
            <a:endParaRPr lang="zh-CN" altLang="en-US" dirty="0">
              <a:ea typeface="宋体" panose="02010600030101010101" pitchFamily="2" charset="-122"/>
            </a:endParaRPr>
          </a:p>
        </p:txBody>
      </p:sp>
      <p:sp>
        <p:nvSpPr>
          <p:cNvPr id="88068" name="灯片编号占位符 3"/>
          <p:cNvSpPr txBox="1">
            <a:spLocks noGrp="1"/>
          </p:cNvSpPr>
          <p:nvPr>
            <p:ph type="sldNum" sz="quarter"/>
          </p:nvPr>
        </p:nvSpPr>
        <p:spPr>
          <a:xfrm>
            <a:off x="3884613" y="8685213"/>
            <a:ext cx="2971800" cy="458787"/>
          </a:xfrm>
          <a:prstGeom prst="rect">
            <a:avLst/>
          </a:prstGeom>
          <a:noFill/>
          <a:ln w="9525">
            <a:noFill/>
          </a:ln>
        </p:spPr>
        <p:txBody>
          <a:bodyPr anchor="b"/>
          <a:p>
            <a:pPr lvl="0" algn="r" eaLnBrk="1" hangingPunct="1"/>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9090" name="幻灯片图像占位符 1"/>
          <p:cNvSpPr>
            <a:spLocks noGrp="1" noRot="1" noChangeAspect="1" noTextEdit="1"/>
          </p:cNvSpPr>
          <p:nvPr>
            <p:ph type="sldImg"/>
          </p:nvPr>
        </p:nvSpPr>
        <p:spPr>
          <a:ln>
            <a:miter lim="800000"/>
          </a:ln>
        </p:spPr>
      </p:sp>
      <p:sp>
        <p:nvSpPr>
          <p:cNvPr id="89091" name="备注占位符 2"/>
          <p:cNvSpPr>
            <a:spLocks noGrp="1"/>
          </p:cNvSpPr>
          <p:nvPr>
            <p:ph type="body"/>
          </p:nvPr>
        </p:nvSpPr>
        <p:spPr/>
        <p:txBody>
          <a:bodyPr wrap="square" lIns="91440" tIns="45720" rIns="91440" bIns="45720" anchor="t"/>
          <a:p>
            <a:pPr lvl="0" eaLnBrk="1" hangingPunct="1"/>
            <a:endParaRPr lang="zh-CN" altLang="en-US" dirty="0">
              <a:ea typeface="宋体" panose="02010600030101010101" pitchFamily="2" charset="-122"/>
            </a:endParaRPr>
          </a:p>
        </p:txBody>
      </p:sp>
      <p:sp>
        <p:nvSpPr>
          <p:cNvPr id="89092" name="灯片编号占位符 3"/>
          <p:cNvSpPr txBox="1">
            <a:spLocks noGrp="1"/>
          </p:cNvSpPr>
          <p:nvPr>
            <p:ph type="sldNum" sz="quarter"/>
          </p:nvPr>
        </p:nvSpPr>
        <p:spPr>
          <a:xfrm>
            <a:off x="3884613" y="8685213"/>
            <a:ext cx="2971800" cy="458787"/>
          </a:xfrm>
          <a:prstGeom prst="rect">
            <a:avLst/>
          </a:prstGeom>
          <a:noFill/>
          <a:ln w="9525">
            <a:noFill/>
          </a:ln>
        </p:spPr>
        <p:txBody>
          <a:bodyPr anchor="b"/>
          <a:p>
            <a:pPr lvl="0" algn="r" eaLnBrk="1" hangingPunct="1"/>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0114" name="幻灯片图像占位符 1"/>
          <p:cNvSpPr>
            <a:spLocks noGrp="1" noRot="1" noChangeAspect="1" noTextEdit="1"/>
          </p:cNvSpPr>
          <p:nvPr>
            <p:ph type="sldImg"/>
          </p:nvPr>
        </p:nvSpPr>
        <p:spPr>
          <a:ln>
            <a:miter lim="800000"/>
          </a:ln>
        </p:spPr>
      </p:sp>
      <p:sp>
        <p:nvSpPr>
          <p:cNvPr id="90115" name="备注占位符 2"/>
          <p:cNvSpPr>
            <a:spLocks noGrp="1"/>
          </p:cNvSpPr>
          <p:nvPr>
            <p:ph type="body"/>
          </p:nvPr>
        </p:nvSpPr>
        <p:spPr/>
        <p:txBody>
          <a:bodyPr wrap="square" lIns="91440" tIns="45720" rIns="91440" bIns="45720" anchor="t"/>
          <a:p>
            <a:pPr lvl="0" eaLnBrk="1" hangingPunct="1"/>
            <a:endParaRPr lang="zh-CN" altLang="en-US" dirty="0">
              <a:ea typeface="宋体" panose="02010600030101010101" pitchFamily="2" charset="-122"/>
            </a:endParaRPr>
          </a:p>
        </p:txBody>
      </p:sp>
      <p:sp>
        <p:nvSpPr>
          <p:cNvPr id="90116" name="灯片编号占位符 3"/>
          <p:cNvSpPr txBox="1">
            <a:spLocks noGrp="1"/>
          </p:cNvSpPr>
          <p:nvPr>
            <p:ph type="sldNum" sz="quarter"/>
          </p:nvPr>
        </p:nvSpPr>
        <p:spPr>
          <a:xfrm>
            <a:off x="3884613" y="8685213"/>
            <a:ext cx="2971800" cy="458787"/>
          </a:xfrm>
          <a:prstGeom prst="rect">
            <a:avLst/>
          </a:prstGeom>
          <a:noFill/>
          <a:ln w="9525">
            <a:noFill/>
          </a:ln>
        </p:spPr>
        <p:txBody>
          <a:bodyPr anchor="b"/>
          <a:p>
            <a:pPr lvl="0" algn="r" eaLnBrk="1" hangingPunct="1"/>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1138" name="幻灯片图像占位符 1"/>
          <p:cNvSpPr>
            <a:spLocks noGrp="1" noRot="1" noChangeAspect="1" noTextEdit="1"/>
          </p:cNvSpPr>
          <p:nvPr>
            <p:ph type="sldImg"/>
          </p:nvPr>
        </p:nvSpPr>
        <p:spPr>
          <a:ln>
            <a:miter lim="800000"/>
          </a:ln>
        </p:spPr>
      </p:sp>
      <p:sp>
        <p:nvSpPr>
          <p:cNvPr id="91139" name="备注占位符 2"/>
          <p:cNvSpPr>
            <a:spLocks noGrp="1"/>
          </p:cNvSpPr>
          <p:nvPr>
            <p:ph type="body"/>
          </p:nvPr>
        </p:nvSpPr>
        <p:spPr/>
        <p:txBody>
          <a:bodyPr wrap="square" lIns="91440" tIns="45720" rIns="91440" bIns="45720" anchor="t"/>
          <a:p>
            <a:pPr lvl="0" eaLnBrk="1" hangingPunct="1"/>
            <a:endParaRPr lang="zh-CN" altLang="en-US" dirty="0">
              <a:ea typeface="宋体" panose="02010600030101010101" pitchFamily="2" charset="-122"/>
            </a:endParaRPr>
          </a:p>
        </p:txBody>
      </p:sp>
      <p:sp>
        <p:nvSpPr>
          <p:cNvPr id="91140" name="灯片编号占位符 3"/>
          <p:cNvSpPr txBox="1">
            <a:spLocks noGrp="1"/>
          </p:cNvSpPr>
          <p:nvPr>
            <p:ph type="sldNum" sz="quarter"/>
          </p:nvPr>
        </p:nvSpPr>
        <p:spPr>
          <a:xfrm>
            <a:off x="3884613" y="8685213"/>
            <a:ext cx="2971800" cy="458787"/>
          </a:xfrm>
          <a:prstGeom prst="rect">
            <a:avLst/>
          </a:prstGeom>
          <a:noFill/>
          <a:ln w="9525">
            <a:noFill/>
          </a:ln>
        </p:spPr>
        <p:txBody>
          <a:bodyPr anchor="b"/>
          <a:p>
            <a:pPr lvl="0" algn="r" eaLnBrk="1" hangingPunct="1"/>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2162" name="幻灯片图像占位符 1"/>
          <p:cNvSpPr>
            <a:spLocks noGrp="1" noRot="1" noChangeAspect="1" noTextEdit="1"/>
          </p:cNvSpPr>
          <p:nvPr>
            <p:ph type="sldImg"/>
          </p:nvPr>
        </p:nvSpPr>
        <p:spPr>
          <a:ln>
            <a:miter lim="800000"/>
          </a:ln>
        </p:spPr>
      </p:sp>
      <p:sp>
        <p:nvSpPr>
          <p:cNvPr id="92163" name="备注占位符 2"/>
          <p:cNvSpPr>
            <a:spLocks noGrp="1"/>
          </p:cNvSpPr>
          <p:nvPr>
            <p:ph type="body"/>
          </p:nvPr>
        </p:nvSpPr>
        <p:spPr/>
        <p:txBody>
          <a:bodyPr wrap="square" lIns="91440" tIns="45720" rIns="91440" bIns="45720" anchor="t"/>
          <a:p>
            <a:pPr lvl="0" eaLnBrk="1" hangingPunct="1"/>
            <a:endParaRPr lang="zh-CN" altLang="en-US" dirty="0">
              <a:ea typeface="宋体" panose="02010600030101010101" pitchFamily="2" charset="-122"/>
            </a:endParaRPr>
          </a:p>
        </p:txBody>
      </p:sp>
      <p:sp>
        <p:nvSpPr>
          <p:cNvPr id="92164" name="灯片编号占位符 3"/>
          <p:cNvSpPr txBox="1">
            <a:spLocks noGrp="1"/>
          </p:cNvSpPr>
          <p:nvPr>
            <p:ph type="sldNum" sz="quarter"/>
          </p:nvPr>
        </p:nvSpPr>
        <p:spPr>
          <a:xfrm>
            <a:off x="3884613" y="8685213"/>
            <a:ext cx="2971800" cy="458787"/>
          </a:xfrm>
          <a:prstGeom prst="rect">
            <a:avLst/>
          </a:prstGeom>
          <a:noFill/>
          <a:ln w="9525">
            <a:noFill/>
          </a:ln>
        </p:spPr>
        <p:txBody>
          <a:bodyPr anchor="b"/>
          <a:p>
            <a:pPr lvl="0" algn="r" eaLnBrk="1" hangingPunct="1"/>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3186" name="幻灯片图像占位符 1"/>
          <p:cNvSpPr>
            <a:spLocks noGrp="1" noRot="1" noChangeAspect="1" noTextEdit="1"/>
          </p:cNvSpPr>
          <p:nvPr>
            <p:ph type="sldImg"/>
          </p:nvPr>
        </p:nvSpPr>
        <p:spPr>
          <a:ln>
            <a:miter lim="800000"/>
          </a:ln>
        </p:spPr>
      </p:sp>
      <p:sp>
        <p:nvSpPr>
          <p:cNvPr id="93187" name="备注占位符 2"/>
          <p:cNvSpPr>
            <a:spLocks noGrp="1"/>
          </p:cNvSpPr>
          <p:nvPr>
            <p:ph type="body"/>
          </p:nvPr>
        </p:nvSpPr>
        <p:spPr/>
        <p:txBody>
          <a:bodyPr wrap="square" lIns="91440" tIns="45720" rIns="91440" bIns="45720" anchor="t"/>
          <a:p>
            <a:pPr lvl="0" eaLnBrk="1" hangingPunct="1"/>
            <a:endParaRPr lang="zh-CN" altLang="en-US" dirty="0">
              <a:ea typeface="宋体" panose="02010600030101010101" pitchFamily="2" charset="-122"/>
            </a:endParaRPr>
          </a:p>
        </p:txBody>
      </p:sp>
      <p:sp>
        <p:nvSpPr>
          <p:cNvPr id="93188" name="灯片编号占位符 3"/>
          <p:cNvSpPr txBox="1">
            <a:spLocks noGrp="1"/>
          </p:cNvSpPr>
          <p:nvPr>
            <p:ph type="sldNum" sz="quarter"/>
          </p:nvPr>
        </p:nvSpPr>
        <p:spPr>
          <a:xfrm>
            <a:off x="3884613" y="8685213"/>
            <a:ext cx="2971800" cy="458787"/>
          </a:xfrm>
          <a:prstGeom prst="rect">
            <a:avLst/>
          </a:prstGeom>
          <a:noFill/>
          <a:ln w="9525">
            <a:noFill/>
          </a:ln>
        </p:spPr>
        <p:txBody>
          <a:bodyPr anchor="b"/>
          <a:p>
            <a:pPr lvl="0" algn="r" eaLnBrk="1" hangingPunct="1"/>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4210" name="幻灯片图像占位符 1"/>
          <p:cNvSpPr>
            <a:spLocks noGrp="1" noRot="1" noChangeAspect="1" noTextEdit="1"/>
          </p:cNvSpPr>
          <p:nvPr>
            <p:ph type="sldImg"/>
          </p:nvPr>
        </p:nvSpPr>
        <p:spPr>
          <a:ln>
            <a:miter lim="800000"/>
          </a:ln>
        </p:spPr>
      </p:sp>
      <p:sp>
        <p:nvSpPr>
          <p:cNvPr id="94211" name="备注占位符 2"/>
          <p:cNvSpPr>
            <a:spLocks noGrp="1"/>
          </p:cNvSpPr>
          <p:nvPr>
            <p:ph type="body"/>
          </p:nvPr>
        </p:nvSpPr>
        <p:spPr/>
        <p:txBody>
          <a:bodyPr wrap="square" lIns="91440" tIns="45720" rIns="91440" bIns="45720" anchor="t"/>
          <a:p>
            <a:pPr lvl="0" eaLnBrk="1" hangingPunct="1"/>
            <a:endParaRPr lang="zh-CN" altLang="en-US" dirty="0">
              <a:ea typeface="宋体" panose="02010600030101010101" pitchFamily="2" charset="-122"/>
            </a:endParaRPr>
          </a:p>
        </p:txBody>
      </p:sp>
      <p:sp>
        <p:nvSpPr>
          <p:cNvPr id="94212" name="灯片编号占位符 3"/>
          <p:cNvSpPr txBox="1">
            <a:spLocks noGrp="1"/>
          </p:cNvSpPr>
          <p:nvPr>
            <p:ph type="sldNum" sz="quarter"/>
          </p:nvPr>
        </p:nvSpPr>
        <p:spPr>
          <a:xfrm>
            <a:off x="3884613" y="8685213"/>
            <a:ext cx="2971800" cy="458787"/>
          </a:xfrm>
          <a:prstGeom prst="rect">
            <a:avLst/>
          </a:prstGeom>
          <a:noFill/>
          <a:ln w="9525">
            <a:noFill/>
          </a:ln>
        </p:spPr>
        <p:txBody>
          <a:bodyPr anchor="b"/>
          <a:p>
            <a:pPr lvl="0" algn="r" eaLnBrk="1" hangingPunct="1"/>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noProof="1"/>
              <a:t>单击此处编辑母版标题样式</a:t>
            </a:r>
            <a:endParaRPr lang="zh-CN" altLang="en-US" noProof="1"/>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noProof="1"/>
              <a:t>单击此处编辑母版副标题样式</a:t>
            </a:r>
            <a:endParaRPr lang="zh-CN" altLang="en-US"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6E00AAB5-ACD2-4173-97AD-CC903D300AD7}" type="datetime1">
              <a:rPr kumimoji="0" lang="zh-CN" altLang="en-US" sz="1200" b="0" i="0" u="none" strike="noStrike" kern="1200" cap="none" spc="0" normalizeH="0" baseline="0" noProof="0">
                <a:ln>
                  <a:noFill/>
                </a:ln>
                <a:solidFill>
                  <a:srgbClr val="898989"/>
                </a:solidFill>
                <a:effectLst/>
                <a:uLnTx/>
                <a:uFillTx/>
                <a:latin typeface="等线" charset="0"/>
                <a:ea typeface="宋体" panose="02010600030101010101" pitchFamily="2" charset="-122"/>
                <a:cs typeface="等线" charset="0"/>
              </a:rPr>
            </a:fld>
            <a:endParaRPr kumimoji="0" lang="zh-CN" altLang="en-US" sz="1200" b="0" i="0" u="none" strike="noStrike" kern="1200" cap="none" spc="0" normalizeH="0" baseline="0" noProof="0">
              <a:ln>
                <a:noFill/>
              </a:ln>
              <a:solidFill>
                <a:srgbClr val="898989"/>
              </a:solidFill>
              <a:effectLst/>
              <a:uLnTx/>
              <a:uFillTx/>
              <a:latin typeface="等线" charset="0"/>
              <a:ea typeface="宋体" panose="02010600030101010101" pitchFamily="2" charset="-122"/>
              <a:cs typeface="等线" charset="0"/>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等线" charset="0"/>
              <a:ea typeface="宋体" panose="02010600030101010101" pitchFamily="2" charset="-122"/>
              <a:cs typeface="等线" charset="0"/>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zh-CN" altLang="en-US" dirty="0">
                <a:latin typeface="等线" pitchFamily="2" charset="-122"/>
              </a:rPr>
            </a:fld>
            <a:endParaRPr lang="zh-CN" altLang="en-US" dirty="0">
              <a:latin typeface="等线" pitchFamily="2" charset="-122"/>
            </a:endParaRPr>
          </a:p>
        </p:txBody>
      </p:sp>
    </p:spTree>
  </p:cSld>
  <p:clrMapOvr>
    <a:masterClrMapping/>
  </p:clrMapOvr>
  <p:transition spd="slow" advTm="3000">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idx="1"/>
          </p:nvPr>
        </p:nvSpPr>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6E00AAB5-ACD2-4173-97AD-CC903D300AD7}" type="datetime1">
              <a:rPr kumimoji="0" lang="zh-CN" altLang="en-US" sz="1200" b="0" i="0" u="none" strike="noStrike" kern="1200" cap="none" spc="0" normalizeH="0" baseline="0" noProof="0">
                <a:ln>
                  <a:noFill/>
                </a:ln>
                <a:solidFill>
                  <a:srgbClr val="898989"/>
                </a:solidFill>
                <a:effectLst/>
                <a:uLnTx/>
                <a:uFillTx/>
                <a:latin typeface="等线" charset="0"/>
                <a:ea typeface="宋体" panose="02010600030101010101" pitchFamily="2" charset="-122"/>
                <a:cs typeface="等线" charset="0"/>
              </a:rPr>
            </a:fld>
            <a:endParaRPr kumimoji="0" lang="zh-CN" altLang="en-US" sz="1200" b="0" i="0" u="none" strike="noStrike" kern="1200" cap="none" spc="0" normalizeH="0" baseline="0" noProof="0">
              <a:ln>
                <a:noFill/>
              </a:ln>
              <a:solidFill>
                <a:srgbClr val="898989"/>
              </a:solidFill>
              <a:effectLst/>
              <a:uLnTx/>
              <a:uFillTx/>
              <a:latin typeface="等线" charset="0"/>
              <a:ea typeface="宋体" panose="02010600030101010101" pitchFamily="2" charset="-122"/>
              <a:cs typeface="等线" charset="0"/>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等线" charset="0"/>
              <a:ea typeface="宋体" panose="02010600030101010101" pitchFamily="2" charset="-122"/>
              <a:cs typeface="等线" charset="0"/>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zh-CN" altLang="en-US" dirty="0">
                <a:latin typeface="等线" pitchFamily="2" charset="-122"/>
              </a:rPr>
            </a:fld>
            <a:endParaRPr lang="zh-CN" altLang="en-US" dirty="0">
              <a:latin typeface="等线" pitchFamily="2" charset="-122"/>
            </a:endParaRPr>
          </a:p>
        </p:txBody>
      </p:sp>
    </p:spTree>
  </p:cSld>
  <p:clrMapOvr>
    <a:masterClrMapping/>
  </p:clrMapOvr>
  <p:transition spd="slow" advTm="3000">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noProof="1"/>
              <a:t>单击此处编辑母版文本样式</a:t>
            </a:r>
            <a:endParaRPr lang="zh-CN" altLang="en-US"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6E00AAB5-ACD2-4173-97AD-CC903D300AD7}" type="datetime1">
              <a:rPr kumimoji="0" lang="zh-CN" altLang="en-US" sz="1200" b="0" i="0" u="none" strike="noStrike" kern="1200" cap="none" spc="0" normalizeH="0" baseline="0" noProof="0">
                <a:ln>
                  <a:noFill/>
                </a:ln>
                <a:solidFill>
                  <a:srgbClr val="898989"/>
                </a:solidFill>
                <a:effectLst/>
                <a:uLnTx/>
                <a:uFillTx/>
                <a:latin typeface="等线" charset="0"/>
                <a:ea typeface="宋体" panose="02010600030101010101" pitchFamily="2" charset="-122"/>
                <a:cs typeface="等线" charset="0"/>
              </a:rPr>
            </a:fld>
            <a:endParaRPr kumimoji="0" lang="zh-CN" altLang="en-US" sz="1200" b="0" i="0" u="none" strike="noStrike" kern="1200" cap="none" spc="0" normalizeH="0" baseline="0" noProof="0">
              <a:ln>
                <a:noFill/>
              </a:ln>
              <a:solidFill>
                <a:srgbClr val="898989"/>
              </a:solidFill>
              <a:effectLst/>
              <a:uLnTx/>
              <a:uFillTx/>
              <a:latin typeface="等线" charset="0"/>
              <a:ea typeface="宋体" panose="02010600030101010101" pitchFamily="2" charset="-122"/>
              <a:cs typeface="等线" charset="0"/>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等线" charset="0"/>
              <a:ea typeface="宋体" panose="02010600030101010101" pitchFamily="2" charset="-122"/>
              <a:cs typeface="等线" charset="0"/>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zh-CN" altLang="en-US" dirty="0">
                <a:latin typeface="等线" pitchFamily="2" charset="-122"/>
              </a:rPr>
            </a:fld>
            <a:endParaRPr lang="zh-CN" altLang="en-US" dirty="0">
              <a:latin typeface="等线" pitchFamily="2" charset="-122"/>
            </a:endParaRPr>
          </a:p>
        </p:txBody>
      </p:sp>
    </p:spTree>
  </p:cSld>
  <p:clrMapOvr>
    <a:masterClrMapping/>
  </p:clrMapOvr>
  <p:transition spd="slow" advTm="3000">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sz="half" idx="1"/>
          </p:nvPr>
        </p:nvSpPr>
        <p:spPr>
          <a:xfrm>
            <a:off x="838200" y="1825625"/>
            <a:ext cx="5181600" cy="4351338"/>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half" idx="2"/>
          </p:nvPr>
        </p:nvSpPr>
        <p:spPr>
          <a:xfrm>
            <a:off x="6172200" y="1825625"/>
            <a:ext cx="5181600" cy="4351338"/>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6E00AAB5-ACD2-4173-97AD-CC903D300AD7}" type="datetime1">
              <a:rPr kumimoji="0" lang="zh-CN" altLang="en-US" sz="1200" b="0" i="0" u="none" strike="noStrike" kern="1200" cap="none" spc="0" normalizeH="0" baseline="0" noProof="0">
                <a:ln>
                  <a:noFill/>
                </a:ln>
                <a:solidFill>
                  <a:srgbClr val="898989"/>
                </a:solidFill>
                <a:effectLst/>
                <a:uLnTx/>
                <a:uFillTx/>
                <a:latin typeface="等线" charset="0"/>
                <a:ea typeface="宋体" panose="02010600030101010101" pitchFamily="2" charset="-122"/>
                <a:cs typeface="等线" charset="0"/>
              </a:rPr>
            </a:fld>
            <a:endParaRPr kumimoji="0" lang="zh-CN" altLang="en-US" sz="1200" b="0" i="0" u="none" strike="noStrike" kern="1200" cap="none" spc="0" normalizeH="0" baseline="0" noProof="0">
              <a:ln>
                <a:noFill/>
              </a:ln>
              <a:solidFill>
                <a:srgbClr val="898989"/>
              </a:solidFill>
              <a:effectLst/>
              <a:uLnTx/>
              <a:uFillTx/>
              <a:latin typeface="等线" charset="0"/>
              <a:ea typeface="宋体" panose="02010600030101010101" pitchFamily="2" charset="-122"/>
              <a:cs typeface="等线" charset="0"/>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等线" charset="0"/>
              <a:ea typeface="宋体" panose="02010600030101010101" pitchFamily="2" charset="-122"/>
              <a:cs typeface="等线" charset="0"/>
            </a:endParaRPr>
          </a:p>
        </p:txBody>
      </p:sp>
      <p:sp>
        <p:nvSpPr>
          <p:cNvPr id="7" name="灯片编号占位符 6"/>
          <p:cNvSpPr>
            <a:spLocks noGrp="1"/>
          </p:cNvSpPr>
          <p:nvPr>
            <p:ph type="sldNum" sz="quarter" idx="12"/>
          </p:nvPr>
        </p:nvSpPr>
        <p:spPr/>
        <p:txBody>
          <a:bodyPr/>
          <a:p>
            <a:pPr lvl="0" eaLnBrk="1" hangingPunct="1">
              <a:buNone/>
            </a:pPr>
            <a:fld id="{9A0DB2DC-4C9A-4742-B13C-FB6460FD3503}" type="slidenum">
              <a:rPr lang="zh-CN" altLang="en-US" dirty="0">
                <a:latin typeface="等线" pitchFamily="2" charset="-122"/>
              </a:rPr>
            </a:fld>
            <a:endParaRPr lang="zh-CN" altLang="en-US" dirty="0">
              <a:latin typeface="等线" pitchFamily="2" charset="-122"/>
            </a:endParaRPr>
          </a:p>
        </p:txBody>
      </p:sp>
    </p:spTree>
  </p:cSld>
  <p:clrMapOvr>
    <a:masterClrMapping/>
  </p:clrMapOvr>
  <p:transition spd="slow" advTm="3000">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4" name="内容占位符 3"/>
          <p:cNvSpPr>
            <a:spLocks noGrp="1"/>
          </p:cNvSpPr>
          <p:nvPr>
            <p:ph sz="half" idx="2"/>
          </p:nvPr>
        </p:nvSpPr>
        <p:spPr>
          <a:xfrm>
            <a:off x="839788" y="2505075"/>
            <a:ext cx="5157787" cy="3684588"/>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6" name="内容占位符 5"/>
          <p:cNvSpPr>
            <a:spLocks noGrp="1"/>
          </p:cNvSpPr>
          <p:nvPr>
            <p:ph sz="quarter" idx="4"/>
          </p:nvPr>
        </p:nvSpPr>
        <p:spPr>
          <a:xfrm>
            <a:off x="6172200" y="2505075"/>
            <a:ext cx="5183188" cy="3684588"/>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6E00AAB5-ACD2-4173-97AD-CC903D300AD7}" type="datetime1">
              <a:rPr kumimoji="0" lang="zh-CN" altLang="en-US" sz="1200" b="0" i="0" u="none" strike="noStrike" kern="1200" cap="none" spc="0" normalizeH="0" baseline="0" noProof="0">
                <a:ln>
                  <a:noFill/>
                </a:ln>
                <a:solidFill>
                  <a:srgbClr val="898989"/>
                </a:solidFill>
                <a:effectLst/>
                <a:uLnTx/>
                <a:uFillTx/>
                <a:latin typeface="等线" charset="0"/>
                <a:ea typeface="宋体" panose="02010600030101010101" pitchFamily="2" charset="-122"/>
                <a:cs typeface="等线" charset="0"/>
              </a:rPr>
            </a:fld>
            <a:endParaRPr kumimoji="0" lang="zh-CN" altLang="en-US" sz="1200" b="0" i="0" u="none" strike="noStrike" kern="1200" cap="none" spc="0" normalizeH="0" baseline="0" noProof="0">
              <a:ln>
                <a:noFill/>
              </a:ln>
              <a:solidFill>
                <a:srgbClr val="898989"/>
              </a:solidFill>
              <a:effectLst/>
              <a:uLnTx/>
              <a:uFillTx/>
              <a:latin typeface="等线" charset="0"/>
              <a:ea typeface="宋体" panose="02010600030101010101" pitchFamily="2" charset="-122"/>
              <a:cs typeface="等线" charset="0"/>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等线" charset="0"/>
              <a:ea typeface="宋体" panose="02010600030101010101" pitchFamily="2" charset="-122"/>
              <a:cs typeface="等线" charset="0"/>
            </a:endParaRPr>
          </a:p>
        </p:txBody>
      </p:sp>
      <p:sp>
        <p:nvSpPr>
          <p:cNvPr id="9" name="灯片编号占位符 8"/>
          <p:cNvSpPr>
            <a:spLocks noGrp="1"/>
          </p:cNvSpPr>
          <p:nvPr>
            <p:ph type="sldNum" sz="quarter" idx="12"/>
          </p:nvPr>
        </p:nvSpPr>
        <p:spPr/>
        <p:txBody>
          <a:bodyPr/>
          <a:p>
            <a:pPr lvl="0" eaLnBrk="1" hangingPunct="1">
              <a:buNone/>
            </a:pPr>
            <a:fld id="{9A0DB2DC-4C9A-4742-B13C-FB6460FD3503}" type="slidenum">
              <a:rPr lang="zh-CN" altLang="en-US" dirty="0">
                <a:latin typeface="等线" pitchFamily="2" charset="-122"/>
              </a:rPr>
            </a:fld>
            <a:endParaRPr lang="zh-CN" altLang="en-US" dirty="0">
              <a:latin typeface="等线" pitchFamily="2" charset="-122"/>
            </a:endParaRPr>
          </a:p>
        </p:txBody>
      </p:sp>
    </p:spTree>
  </p:cSld>
  <p:clrMapOvr>
    <a:masterClrMapping/>
  </p:clrMapOvr>
  <p:transition spd="slow" advTm="3000">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6E00AAB5-ACD2-4173-97AD-CC903D300AD7}" type="datetime1">
              <a:rPr kumimoji="0" lang="zh-CN" altLang="en-US" sz="1200" b="0" i="0" u="none" strike="noStrike" kern="1200" cap="none" spc="0" normalizeH="0" baseline="0" noProof="0">
                <a:ln>
                  <a:noFill/>
                </a:ln>
                <a:solidFill>
                  <a:srgbClr val="898989"/>
                </a:solidFill>
                <a:effectLst/>
                <a:uLnTx/>
                <a:uFillTx/>
                <a:latin typeface="等线" charset="0"/>
                <a:ea typeface="宋体" panose="02010600030101010101" pitchFamily="2" charset="-122"/>
                <a:cs typeface="等线" charset="0"/>
              </a:rPr>
            </a:fld>
            <a:endParaRPr kumimoji="0" lang="zh-CN" altLang="en-US" sz="1200" b="0" i="0" u="none" strike="noStrike" kern="1200" cap="none" spc="0" normalizeH="0" baseline="0" noProof="0">
              <a:ln>
                <a:noFill/>
              </a:ln>
              <a:solidFill>
                <a:srgbClr val="898989"/>
              </a:solidFill>
              <a:effectLst/>
              <a:uLnTx/>
              <a:uFillTx/>
              <a:latin typeface="等线" charset="0"/>
              <a:ea typeface="宋体" panose="02010600030101010101" pitchFamily="2" charset="-122"/>
              <a:cs typeface="等线" charset="0"/>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等线" charset="0"/>
              <a:ea typeface="宋体" panose="02010600030101010101" pitchFamily="2" charset="-122"/>
              <a:cs typeface="等线" charset="0"/>
            </a:endParaRPr>
          </a:p>
        </p:txBody>
      </p:sp>
      <p:sp>
        <p:nvSpPr>
          <p:cNvPr id="5" name="灯片编号占位符 4"/>
          <p:cNvSpPr>
            <a:spLocks noGrp="1"/>
          </p:cNvSpPr>
          <p:nvPr>
            <p:ph type="sldNum" sz="quarter" idx="12"/>
          </p:nvPr>
        </p:nvSpPr>
        <p:spPr/>
        <p:txBody>
          <a:bodyPr/>
          <a:p>
            <a:pPr lvl="0" eaLnBrk="1" hangingPunct="1">
              <a:buNone/>
            </a:pPr>
            <a:fld id="{9A0DB2DC-4C9A-4742-B13C-FB6460FD3503}" type="slidenum">
              <a:rPr lang="zh-CN" altLang="en-US" dirty="0">
                <a:latin typeface="等线" pitchFamily="2" charset="-122"/>
              </a:rPr>
            </a:fld>
            <a:endParaRPr lang="zh-CN" altLang="en-US" dirty="0">
              <a:latin typeface="等线" pitchFamily="2" charset="-122"/>
            </a:endParaRPr>
          </a:p>
        </p:txBody>
      </p:sp>
    </p:spTree>
  </p:cSld>
  <p:clrMapOvr>
    <a:masterClrMapping/>
  </p:clrMapOvr>
  <p:transition spd="slow" advTm="3000">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6E00AAB5-ACD2-4173-97AD-CC903D300AD7}" type="datetime1">
              <a:rPr kumimoji="0" lang="zh-CN" altLang="en-US" sz="1200" b="0" i="0" u="none" strike="noStrike" kern="1200" cap="none" spc="0" normalizeH="0" baseline="0" noProof="0">
                <a:ln>
                  <a:noFill/>
                </a:ln>
                <a:solidFill>
                  <a:srgbClr val="898989"/>
                </a:solidFill>
                <a:effectLst/>
                <a:uLnTx/>
                <a:uFillTx/>
                <a:latin typeface="等线" charset="0"/>
                <a:ea typeface="宋体" panose="02010600030101010101" pitchFamily="2" charset="-122"/>
                <a:cs typeface="等线" charset="0"/>
              </a:rPr>
            </a:fld>
            <a:endParaRPr kumimoji="0" lang="zh-CN" altLang="en-US" sz="1200" b="0" i="0" u="none" strike="noStrike" kern="1200" cap="none" spc="0" normalizeH="0" baseline="0" noProof="0">
              <a:ln>
                <a:noFill/>
              </a:ln>
              <a:solidFill>
                <a:srgbClr val="898989"/>
              </a:solidFill>
              <a:effectLst/>
              <a:uLnTx/>
              <a:uFillTx/>
              <a:latin typeface="等线" charset="0"/>
              <a:ea typeface="宋体" panose="02010600030101010101" pitchFamily="2" charset="-122"/>
              <a:cs typeface="等线" charset="0"/>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等线" charset="0"/>
              <a:ea typeface="宋体" panose="02010600030101010101" pitchFamily="2" charset="-122"/>
              <a:cs typeface="等线" charset="0"/>
            </a:endParaRPr>
          </a:p>
        </p:txBody>
      </p:sp>
      <p:sp>
        <p:nvSpPr>
          <p:cNvPr id="4" name="灯片编号占位符 3"/>
          <p:cNvSpPr>
            <a:spLocks noGrp="1"/>
          </p:cNvSpPr>
          <p:nvPr>
            <p:ph type="sldNum" sz="quarter" idx="12"/>
          </p:nvPr>
        </p:nvSpPr>
        <p:spPr/>
        <p:txBody>
          <a:bodyPr/>
          <a:p>
            <a:pPr lvl="0" eaLnBrk="1" hangingPunct="1">
              <a:buNone/>
            </a:pPr>
            <a:fld id="{9A0DB2DC-4C9A-4742-B13C-FB6460FD3503}" type="slidenum">
              <a:rPr lang="zh-CN" altLang="en-US" dirty="0">
                <a:latin typeface="等线" pitchFamily="2" charset="-122"/>
              </a:rPr>
            </a:fld>
            <a:endParaRPr lang="zh-CN" altLang="en-US" dirty="0">
              <a:latin typeface="等线" pitchFamily="2" charset="-122"/>
            </a:endParaRPr>
          </a:p>
        </p:txBody>
      </p:sp>
    </p:spTree>
  </p:cSld>
  <p:clrMapOvr>
    <a:masterClrMapping/>
  </p:clrMapOvr>
  <p:transition spd="slow" advTm="3000">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noProof="1"/>
              <a:t>单击此处编辑母版标题样式</a:t>
            </a:r>
            <a:endParaRPr lang="zh-CN" altLang="en-US" noProof="1"/>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noProof="1"/>
              <a:t>单击此处编辑母版文本样式</a:t>
            </a:r>
            <a:endParaRPr lang="zh-CN" altLang="en-US"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6E00AAB5-ACD2-4173-97AD-CC903D300AD7}" type="datetime1">
              <a:rPr kumimoji="0" lang="zh-CN" altLang="en-US" sz="1200" b="0" i="0" u="none" strike="noStrike" kern="1200" cap="none" spc="0" normalizeH="0" baseline="0" noProof="0">
                <a:ln>
                  <a:noFill/>
                </a:ln>
                <a:solidFill>
                  <a:srgbClr val="898989"/>
                </a:solidFill>
                <a:effectLst/>
                <a:uLnTx/>
                <a:uFillTx/>
                <a:latin typeface="等线" charset="0"/>
                <a:ea typeface="宋体" panose="02010600030101010101" pitchFamily="2" charset="-122"/>
                <a:cs typeface="等线" charset="0"/>
              </a:rPr>
            </a:fld>
            <a:endParaRPr kumimoji="0" lang="zh-CN" altLang="en-US" sz="1200" b="0" i="0" u="none" strike="noStrike" kern="1200" cap="none" spc="0" normalizeH="0" baseline="0" noProof="0">
              <a:ln>
                <a:noFill/>
              </a:ln>
              <a:solidFill>
                <a:srgbClr val="898989"/>
              </a:solidFill>
              <a:effectLst/>
              <a:uLnTx/>
              <a:uFillTx/>
              <a:latin typeface="等线" charset="0"/>
              <a:ea typeface="宋体" panose="02010600030101010101" pitchFamily="2" charset="-122"/>
              <a:cs typeface="等线" charset="0"/>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等线" charset="0"/>
              <a:ea typeface="宋体" panose="02010600030101010101" pitchFamily="2" charset="-122"/>
              <a:cs typeface="等线" charset="0"/>
            </a:endParaRPr>
          </a:p>
        </p:txBody>
      </p:sp>
      <p:sp>
        <p:nvSpPr>
          <p:cNvPr id="7" name="灯片编号占位符 6"/>
          <p:cNvSpPr>
            <a:spLocks noGrp="1"/>
          </p:cNvSpPr>
          <p:nvPr>
            <p:ph type="sldNum" sz="quarter" idx="12"/>
          </p:nvPr>
        </p:nvSpPr>
        <p:spPr/>
        <p:txBody>
          <a:bodyPr/>
          <a:p>
            <a:pPr lvl="0" eaLnBrk="1" hangingPunct="1">
              <a:buNone/>
            </a:pPr>
            <a:fld id="{9A0DB2DC-4C9A-4742-B13C-FB6460FD3503}" type="slidenum">
              <a:rPr lang="zh-CN" altLang="en-US" dirty="0">
                <a:latin typeface="等线" pitchFamily="2" charset="-122"/>
              </a:rPr>
            </a:fld>
            <a:endParaRPr lang="zh-CN" altLang="en-US" dirty="0">
              <a:latin typeface="等线" pitchFamily="2" charset="-122"/>
            </a:endParaRPr>
          </a:p>
        </p:txBody>
      </p:sp>
    </p:spTree>
  </p:cSld>
  <p:clrMapOvr>
    <a:masterClrMapping/>
  </p:clrMapOvr>
  <p:transition spd="slow" advTm="3000">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noProof="1"/>
              <a:t>单击此处编辑母版标题样式</a:t>
            </a:r>
            <a:endParaRPr lang="zh-CN" altLang="en-US" noProof="1"/>
          </a:p>
        </p:txBody>
      </p:sp>
      <p:sp>
        <p:nvSpPr>
          <p:cNvPr id="3" name="图片占位符 2"/>
          <p:cNvSpPr>
            <a:spLocks noGrp="1"/>
          </p:cNvSpPr>
          <p:nvPr>
            <p:ph type="pic" idx="1"/>
          </p:nvPr>
        </p:nvSpPr>
        <p:spPr>
          <a:xfrm>
            <a:off x="5183188" y="987425"/>
            <a:ext cx="617220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90000"/>
              </a:lnSpc>
              <a:spcBef>
                <a:spcPts val="1000"/>
              </a:spcBef>
              <a:spcAft>
                <a:spcPct val="0"/>
              </a:spcAft>
              <a:buClrTx/>
              <a:buSzTx/>
              <a:buFont typeface="Arial" panose="020B0604020202020204" pitchFamily="34" charset="0"/>
              <a:buNone/>
              <a:defRPr/>
            </a:pPr>
            <a:endParaRPr kumimoji="0" lang="zh-CN" altLang="en-US" sz="3200" b="0" i="0" u="none" strike="noStrike" kern="1200" cap="none" spc="0" normalizeH="0" baseline="0" noProof="1">
              <a:ln>
                <a:noFill/>
              </a:ln>
              <a:solidFill>
                <a:schemeClr val="tx1"/>
              </a:solidFill>
              <a:effectLst/>
              <a:uLnTx/>
              <a:uFillTx/>
              <a:latin typeface="+mn-lt"/>
              <a:ea typeface="+mn-ea"/>
              <a:cs typeface="等线" charset="0"/>
            </a:endParaRP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noProof="1"/>
              <a:t>单击此处编辑母版文本样式</a:t>
            </a:r>
            <a:endParaRPr lang="zh-CN" altLang="en-US"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6E00AAB5-ACD2-4173-97AD-CC903D300AD7}" type="datetime1">
              <a:rPr kumimoji="0" lang="zh-CN" altLang="en-US" sz="1200" b="0" i="0" u="none" strike="noStrike" kern="1200" cap="none" spc="0" normalizeH="0" baseline="0" noProof="0">
                <a:ln>
                  <a:noFill/>
                </a:ln>
                <a:solidFill>
                  <a:srgbClr val="898989"/>
                </a:solidFill>
                <a:effectLst/>
                <a:uLnTx/>
                <a:uFillTx/>
                <a:latin typeface="等线" charset="0"/>
                <a:ea typeface="宋体" panose="02010600030101010101" pitchFamily="2" charset="-122"/>
                <a:cs typeface="等线" charset="0"/>
              </a:rPr>
            </a:fld>
            <a:endParaRPr kumimoji="0" lang="zh-CN" altLang="en-US" sz="1200" b="0" i="0" u="none" strike="noStrike" kern="1200" cap="none" spc="0" normalizeH="0" baseline="0" noProof="0">
              <a:ln>
                <a:noFill/>
              </a:ln>
              <a:solidFill>
                <a:srgbClr val="898989"/>
              </a:solidFill>
              <a:effectLst/>
              <a:uLnTx/>
              <a:uFillTx/>
              <a:latin typeface="等线" charset="0"/>
              <a:ea typeface="宋体" panose="02010600030101010101" pitchFamily="2" charset="-122"/>
              <a:cs typeface="等线" charset="0"/>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等线" charset="0"/>
              <a:ea typeface="宋体" panose="02010600030101010101" pitchFamily="2" charset="-122"/>
              <a:cs typeface="等线" charset="0"/>
            </a:endParaRPr>
          </a:p>
        </p:txBody>
      </p:sp>
      <p:sp>
        <p:nvSpPr>
          <p:cNvPr id="7" name="灯片编号占位符 6"/>
          <p:cNvSpPr>
            <a:spLocks noGrp="1"/>
          </p:cNvSpPr>
          <p:nvPr>
            <p:ph type="sldNum" sz="quarter" idx="12"/>
          </p:nvPr>
        </p:nvSpPr>
        <p:spPr/>
        <p:txBody>
          <a:bodyPr/>
          <a:p>
            <a:pPr lvl="0" eaLnBrk="1" hangingPunct="1">
              <a:buNone/>
            </a:pPr>
            <a:fld id="{9A0DB2DC-4C9A-4742-B13C-FB6460FD3503}" type="slidenum">
              <a:rPr lang="zh-CN" altLang="en-US" dirty="0">
                <a:latin typeface="等线" pitchFamily="2" charset="-122"/>
              </a:rPr>
            </a:fld>
            <a:endParaRPr lang="zh-CN" altLang="en-US" dirty="0">
              <a:latin typeface="等线" pitchFamily="2" charset="-122"/>
            </a:endParaRPr>
          </a:p>
        </p:txBody>
      </p:sp>
    </p:spTree>
  </p:cSld>
  <p:clrMapOvr>
    <a:masterClrMapping/>
  </p:clrMapOvr>
  <p:transition spd="slow" advTm="3000">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6E00AAB5-ACD2-4173-97AD-CC903D300AD7}" type="datetime1">
              <a:rPr kumimoji="0" lang="zh-CN" altLang="en-US" sz="1200" b="0" i="0" u="none" strike="noStrike" kern="1200" cap="none" spc="0" normalizeH="0" baseline="0" noProof="0">
                <a:ln>
                  <a:noFill/>
                </a:ln>
                <a:solidFill>
                  <a:srgbClr val="898989"/>
                </a:solidFill>
                <a:effectLst/>
                <a:uLnTx/>
                <a:uFillTx/>
                <a:latin typeface="等线" charset="0"/>
                <a:ea typeface="宋体" panose="02010600030101010101" pitchFamily="2" charset="-122"/>
                <a:cs typeface="等线" charset="0"/>
              </a:rPr>
            </a:fld>
            <a:endParaRPr kumimoji="0" lang="zh-CN" altLang="en-US" sz="1200" b="0" i="0" u="none" strike="noStrike" kern="1200" cap="none" spc="0" normalizeH="0" baseline="0" noProof="0">
              <a:ln>
                <a:noFill/>
              </a:ln>
              <a:solidFill>
                <a:srgbClr val="898989"/>
              </a:solidFill>
              <a:effectLst/>
              <a:uLnTx/>
              <a:uFillTx/>
              <a:latin typeface="等线" charset="0"/>
              <a:ea typeface="宋体" panose="02010600030101010101" pitchFamily="2" charset="-122"/>
              <a:cs typeface="等线" charset="0"/>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等线" charset="0"/>
              <a:ea typeface="宋体" panose="02010600030101010101" pitchFamily="2" charset="-122"/>
              <a:cs typeface="等线" charset="0"/>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zh-CN" altLang="en-US" dirty="0">
                <a:latin typeface="等线" pitchFamily="2" charset="-122"/>
              </a:rPr>
            </a:fld>
            <a:endParaRPr lang="zh-CN" altLang="en-US" dirty="0">
              <a:latin typeface="等线" pitchFamily="2" charset="-122"/>
            </a:endParaRPr>
          </a:p>
        </p:txBody>
      </p:sp>
    </p:spTree>
  </p:cSld>
  <p:clrMapOvr>
    <a:masterClrMapping/>
  </p:clrMapOvr>
  <p:transition spd="slow" advTm="3000">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6E00AAB5-ACD2-4173-97AD-CC903D300AD7}" type="datetime1">
              <a:rPr kumimoji="0" lang="zh-CN" altLang="en-US" sz="1200" b="0" i="0" u="none" strike="noStrike" kern="1200" cap="none" spc="0" normalizeH="0" baseline="0" noProof="0">
                <a:ln>
                  <a:noFill/>
                </a:ln>
                <a:solidFill>
                  <a:srgbClr val="898989"/>
                </a:solidFill>
                <a:effectLst/>
                <a:uLnTx/>
                <a:uFillTx/>
                <a:latin typeface="等线" charset="0"/>
                <a:ea typeface="宋体" panose="02010600030101010101" pitchFamily="2" charset="-122"/>
                <a:cs typeface="等线" charset="0"/>
              </a:rPr>
            </a:fld>
            <a:endParaRPr kumimoji="0" lang="zh-CN" altLang="en-US" sz="1200" b="0" i="0" u="none" strike="noStrike" kern="1200" cap="none" spc="0" normalizeH="0" baseline="0" noProof="0">
              <a:ln>
                <a:noFill/>
              </a:ln>
              <a:solidFill>
                <a:srgbClr val="898989"/>
              </a:solidFill>
              <a:effectLst/>
              <a:uLnTx/>
              <a:uFillTx/>
              <a:latin typeface="等线" charset="0"/>
              <a:ea typeface="宋体" panose="02010600030101010101" pitchFamily="2" charset="-122"/>
              <a:cs typeface="等线" charset="0"/>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等线" charset="0"/>
              <a:ea typeface="宋体" panose="02010600030101010101" pitchFamily="2" charset="-122"/>
              <a:cs typeface="等线" charset="0"/>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zh-CN" altLang="en-US" dirty="0">
                <a:latin typeface="等线" pitchFamily="2" charset="-122"/>
              </a:rPr>
            </a:fld>
            <a:endParaRPr lang="zh-CN" altLang="en-US" dirty="0">
              <a:latin typeface="等线" pitchFamily="2" charset="-122"/>
            </a:endParaRPr>
          </a:p>
        </p:txBody>
      </p:sp>
    </p:spTree>
  </p:cSld>
  <p:clrMapOvr>
    <a:masterClrMapping/>
  </p:clrMapOvr>
  <p:transition spd="slow" advTm="3000">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_自定义版式">
    <p:spTree>
      <p:nvGrpSpPr>
        <p:cNvPr id="1" name=""/>
        <p:cNvGrpSpPr/>
        <p:nvPr/>
      </p:nvGrpSpPr>
      <p:grpSpPr>
        <a:xfrm>
          <a:off x="0" y="0"/>
          <a:ext cx="0" cy="0"/>
          <a:chOff x="0" y="0"/>
          <a:chExt cx="0" cy="0"/>
        </a:xfrm>
      </p:grpSpPr>
      <p:sp>
        <p:nvSpPr>
          <p:cNvPr id="6" name="图片占位符 5"/>
          <p:cNvSpPr>
            <a:spLocks noGrp="1"/>
          </p:cNvSpPr>
          <p:nvPr>
            <p:ph type="pic" sz="quarter" idx="10"/>
          </p:nvPr>
        </p:nvSpPr>
        <p:spPr>
          <a:xfrm>
            <a:off x="0" y="1378479"/>
            <a:ext cx="12192000" cy="2879555"/>
          </a:xfrm>
          <a:custGeom>
            <a:avLst/>
            <a:gdLst>
              <a:gd name="connsiteX0" fmla="*/ 0 w 12192000"/>
              <a:gd name="connsiteY0" fmla="*/ 0 h 2879555"/>
              <a:gd name="connsiteX1" fmla="*/ 12192000 w 12192000"/>
              <a:gd name="connsiteY1" fmla="*/ 0 h 2879555"/>
              <a:gd name="connsiteX2" fmla="*/ 12192000 w 12192000"/>
              <a:gd name="connsiteY2" fmla="*/ 2879555 h 2879555"/>
              <a:gd name="connsiteX3" fmla="*/ 0 w 12192000"/>
              <a:gd name="connsiteY3" fmla="*/ 2879555 h 2879555"/>
            </a:gdLst>
            <a:ahLst/>
            <a:cxnLst>
              <a:cxn ang="0">
                <a:pos x="connsiteX0" y="connsiteY0"/>
              </a:cxn>
              <a:cxn ang="0">
                <a:pos x="connsiteX1" y="connsiteY1"/>
              </a:cxn>
              <a:cxn ang="0">
                <a:pos x="connsiteX2" y="connsiteY2"/>
              </a:cxn>
              <a:cxn ang="0">
                <a:pos x="connsiteX3" y="connsiteY3"/>
              </a:cxn>
            </a:cxnLst>
            <a:rect l="l" t="t" r="r" b="b"/>
            <a:pathLst>
              <a:path w="12192000" h="2879555">
                <a:moveTo>
                  <a:pt x="0" y="0"/>
                </a:moveTo>
                <a:lnTo>
                  <a:pt x="12192000" y="0"/>
                </a:lnTo>
                <a:lnTo>
                  <a:pt x="12192000" y="2879555"/>
                </a:lnTo>
                <a:lnTo>
                  <a:pt x="0" y="2879555"/>
                </a:lnTo>
                <a:close/>
              </a:path>
            </a:pathLst>
          </a:custGeom>
        </p:spPr>
        <p:txBody>
          <a:bodyPr vert="horz" wrap="square" lIns="91440" tIns="45720" rIns="91440" bIns="45720" numCol="1" anchor="t" anchorCtr="0" compatLnSpc="1">
            <a:noAutofit/>
          </a:bodyPr>
          <a:lstStyle/>
          <a:p>
            <a:pPr marL="228600" marR="0" lvl="0" indent="-228600" algn="l" defTabSz="914400" rtl="0" eaLnBrk="0" fontAlgn="base" latinLnBrk="0" hangingPunct="0">
              <a:lnSpc>
                <a:spcPct val="90000"/>
              </a:lnSpc>
              <a:spcBef>
                <a:spcPts val="1000"/>
              </a:spcBef>
              <a:spcAft>
                <a:spcPct val="0"/>
              </a:spcAft>
              <a:buClrTx/>
              <a:buSzTx/>
              <a:buFont typeface="Arial" panose="020B0604020202020204" pitchFamily="34" charset="0"/>
              <a:buChar char="•"/>
              <a:defRPr/>
            </a:pPr>
            <a:endParaRPr kumimoji="0" lang="zh-CN" altLang="en-US" sz="2800" b="0" i="0" u="none" strike="noStrike" kern="1200" cap="none" spc="0" normalizeH="0" baseline="0" noProof="1">
              <a:ln>
                <a:noFill/>
              </a:ln>
              <a:solidFill>
                <a:schemeClr val="tx1"/>
              </a:solidFill>
              <a:effectLst/>
              <a:uLnTx/>
              <a:uFillTx/>
              <a:latin typeface="+mn-lt"/>
              <a:ea typeface="+mn-ea"/>
              <a:cs typeface="等线" charset="0"/>
            </a:endParaRPr>
          </a:p>
        </p:txBody>
      </p:sp>
      <p:sp>
        <p:nvSpPr>
          <p:cNvPr id="2" name="日期占位符 1"/>
          <p:cNvSpPr>
            <a:spLocks noGrp="1"/>
          </p:cNvSpPr>
          <p:nvPr>
            <p:ph type="dt" sz="half"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6E00AAB5-ACD2-4173-97AD-CC903D300AD7}" type="datetime1">
              <a:rPr kumimoji="0" lang="zh-CN" altLang="en-US" sz="1200" b="0" i="0" u="none" strike="noStrike" kern="1200" cap="none" spc="0" normalizeH="0" baseline="0" noProof="0">
                <a:ln>
                  <a:noFill/>
                </a:ln>
                <a:solidFill>
                  <a:srgbClr val="898989"/>
                </a:solidFill>
                <a:effectLst/>
                <a:uLnTx/>
                <a:uFillTx/>
                <a:latin typeface="等线" charset="0"/>
                <a:ea typeface="宋体" panose="02010600030101010101" pitchFamily="2" charset="-122"/>
                <a:cs typeface="等线" charset="0"/>
              </a:rPr>
            </a:fld>
            <a:endParaRPr kumimoji="0" lang="zh-CN" altLang="en-US" sz="1200" b="0" i="0" u="none" strike="noStrike" kern="1200" cap="none" spc="0" normalizeH="0" baseline="0" noProof="0">
              <a:ln>
                <a:noFill/>
              </a:ln>
              <a:solidFill>
                <a:srgbClr val="898989"/>
              </a:solidFill>
              <a:effectLst/>
              <a:uLnTx/>
              <a:uFillTx/>
              <a:latin typeface="等线" charset="0"/>
              <a:ea typeface="宋体" panose="02010600030101010101" pitchFamily="2" charset="-122"/>
              <a:cs typeface="等线" charset="0"/>
            </a:endParaRPr>
          </a:p>
        </p:txBody>
      </p:sp>
      <p:sp>
        <p:nvSpPr>
          <p:cNvPr id="3" name="页脚占位符 2"/>
          <p:cNvSpPr>
            <a:spLocks noGrp="1"/>
          </p:cNvSpPr>
          <p:nvPr>
            <p:ph type="ftr" sz="quarter" idx="12"/>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等线" charset="0"/>
              <a:ea typeface="宋体" panose="02010600030101010101" pitchFamily="2" charset="-122"/>
              <a:cs typeface="等线" charset="0"/>
            </a:endParaRPr>
          </a:p>
        </p:txBody>
      </p:sp>
      <p:sp>
        <p:nvSpPr>
          <p:cNvPr id="4" name="灯片编号占位符 3"/>
          <p:cNvSpPr>
            <a:spLocks noGrp="1"/>
          </p:cNvSpPr>
          <p:nvPr>
            <p:ph type="sldNum" sz="quarter" idx="13"/>
          </p:nvPr>
        </p:nvSpPr>
        <p:spPr/>
        <p:txBody>
          <a:bodyPr/>
          <a:p>
            <a:pPr lvl="0" eaLnBrk="1" hangingPunct="1">
              <a:buNone/>
            </a:pPr>
            <a:fld id="{9A0DB2DC-4C9A-4742-B13C-FB6460FD3503}" type="slidenum">
              <a:rPr lang="zh-CN" altLang="en-US" dirty="0">
                <a:latin typeface="等线" pitchFamily="2" charset="-122"/>
              </a:rPr>
            </a:fld>
            <a:endParaRPr lang="zh-CN" altLang="en-US" dirty="0">
              <a:latin typeface="等线" pitchFamily="2" charset="-122"/>
            </a:endParaRPr>
          </a:p>
        </p:txBody>
      </p:sp>
    </p:spTree>
  </p:cSld>
  <p:clrMapOvr>
    <a:masterClrMapping/>
  </p:clrMapOvr>
  <p:transition spd="slow" advTm="3000">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8_自定义版式">
    <p:spTree>
      <p:nvGrpSpPr>
        <p:cNvPr id="1" name=""/>
        <p:cNvGrpSpPr/>
        <p:nvPr/>
      </p:nvGrpSpPr>
      <p:grpSpPr>
        <a:xfrm>
          <a:off x="0" y="0"/>
          <a:ext cx="0" cy="0"/>
          <a:chOff x="0" y="0"/>
          <a:chExt cx="0" cy="0"/>
        </a:xfrm>
      </p:grpSpPr>
      <p:sp>
        <p:nvSpPr>
          <p:cNvPr id="6" name="图片占位符 5"/>
          <p:cNvSpPr>
            <a:spLocks noGrp="1"/>
          </p:cNvSpPr>
          <p:nvPr>
            <p:ph type="pic" sz="quarter" idx="10"/>
          </p:nvPr>
        </p:nvSpPr>
        <p:spPr>
          <a:xfrm>
            <a:off x="6621745" y="2382662"/>
            <a:ext cx="4190178" cy="2419704"/>
          </a:xfrm>
          <a:custGeom>
            <a:avLst/>
            <a:gdLst>
              <a:gd name="connsiteX0" fmla="*/ 0 w 4190178"/>
              <a:gd name="connsiteY0" fmla="*/ 0 h 2419704"/>
              <a:gd name="connsiteX1" fmla="*/ 4190178 w 4190178"/>
              <a:gd name="connsiteY1" fmla="*/ 0 h 2419704"/>
              <a:gd name="connsiteX2" fmla="*/ 4190178 w 4190178"/>
              <a:gd name="connsiteY2" fmla="*/ 2419704 h 2419704"/>
              <a:gd name="connsiteX3" fmla="*/ 0 w 4190178"/>
              <a:gd name="connsiteY3" fmla="*/ 2419704 h 2419704"/>
            </a:gdLst>
            <a:ahLst/>
            <a:cxnLst>
              <a:cxn ang="0">
                <a:pos x="connsiteX0" y="connsiteY0"/>
              </a:cxn>
              <a:cxn ang="0">
                <a:pos x="connsiteX1" y="connsiteY1"/>
              </a:cxn>
              <a:cxn ang="0">
                <a:pos x="connsiteX2" y="connsiteY2"/>
              </a:cxn>
              <a:cxn ang="0">
                <a:pos x="connsiteX3" y="connsiteY3"/>
              </a:cxn>
            </a:cxnLst>
            <a:rect l="l" t="t" r="r" b="b"/>
            <a:pathLst>
              <a:path w="4190178" h="2419704">
                <a:moveTo>
                  <a:pt x="0" y="0"/>
                </a:moveTo>
                <a:lnTo>
                  <a:pt x="4190178" y="0"/>
                </a:lnTo>
                <a:lnTo>
                  <a:pt x="4190178" y="2419704"/>
                </a:lnTo>
                <a:lnTo>
                  <a:pt x="0" y="2419704"/>
                </a:lnTo>
                <a:close/>
              </a:path>
            </a:pathLst>
          </a:custGeom>
        </p:spPr>
        <p:txBody>
          <a:bodyPr vert="horz" wrap="square" lIns="91440" tIns="45720" rIns="91440" bIns="45720" numCol="1" anchor="t" anchorCtr="0" compatLnSpc="1">
            <a:noAutofit/>
          </a:bodyPr>
          <a:lstStyle/>
          <a:p>
            <a:pPr marL="228600" marR="0" lvl="0" indent="-228600" algn="l" defTabSz="914400" rtl="0" eaLnBrk="0" fontAlgn="base" latinLnBrk="0" hangingPunct="0">
              <a:lnSpc>
                <a:spcPct val="90000"/>
              </a:lnSpc>
              <a:spcBef>
                <a:spcPts val="1000"/>
              </a:spcBef>
              <a:spcAft>
                <a:spcPct val="0"/>
              </a:spcAft>
              <a:buClrTx/>
              <a:buSzTx/>
              <a:buFont typeface="Arial" panose="020B0604020202020204" pitchFamily="34" charset="0"/>
              <a:buChar char="•"/>
              <a:defRPr/>
            </a:pPr>
            <a:endParaRPr kumimoji="0" lang="zh-CN" altLang="en-US" sz="2800" b="0" i="0" u="none" strike="noStrike" kern="1200" cap="none" spc="0" normalizeH="0" baseline="0" noProof="1">
              <a:ln>
                <a:noFill/>
              </a:ln>
              <a:solidFill>
                <a:schemeClr val="tx1"/>
              </a:solidFill>
              <a:effectLst/>
              <a:uLnTx/>
              <a:uFillTx/>
              <a:latin typeface="+mn-lt"/>
              <a:ea typeface="+mn-ea"/>
              <a:cs typeface="等线" charset="0"/>
            </a:endParaRPr>
          </a:p>
        </p:txBody>
      </p:sp>
      <p:sp>
        <p:nvSpPr>
          <p:cNvPr id="2" name="日期占位符 1"/>
          <p:cNvSpPr>
            <a:spLocks noGrp="1"/>
          </p:cNvSpPr>
          <p:nvPr>
            <p:ph type="dt" sz="half"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6E00AAB5-ACD2-4173-97AD-CC903D300AD7}" type="datetime1">
              <a:rPr kumimoji="0" lang="zh-CN" altLang="en-US" sz="1200" b="0" i="0" u="none" strike="noStrike" kern="1200" cap="none" spc="0" normalizeH="0" baseline="0" noProof="0">
                <a:ln>
                  <a:noFill/>
                </a:ln>
                <a:solidFill>
                  <a:srgbClr val="898989"/>
                </a:solidFill>
                <a:effectLst/>
                <a:uLnTx/>
                <a:uFillTx/>
                <a:latin typeface="等线" charset="0"/>
                <a:ea typeface="宋体" panose="02010600030101010101" pitchFamily="2" charset="-122"/>
                <a:cs typeface="等线" charset="0"/>
              </a:rPr>
            </a:fld>
            <a:endParaRPr kumimoji="0" lang="zh-CN" altLang="en-US" sz="1200" b="0" i="0" u="none" strike="noStrike" kern="1200" cap="none" spc="0" normalizeH="0" baseline="0" noProof="0">
              <a:ln>
                <a:noFill/>
              </a:ln>
              <a:solidFill>
                <a:srgbClr val="898989"/>
              </a:solidFill>
              <a:effectLst/>
              <a:uLnTx/>
              <a:uFillTx/>
              <a:latin typeface="等线" charset="0"/>
              <a:ea typeface="宋体" panose="02010600030101010101" pitchFamily="2" charset="-122"/>
              <a:cs typeface="等线" charset="0"/>
            </a:endParaRPr>
          </a:p>
        </p:txBody>
      </p:sp>
      <p:sp>
        <p:nvSpPr>
          <p:cNvPr id="3" name="页脚占位符 2"/>
          <p:cNvSpPr>
            <a:spLocks noGrp="1"/>
          </p:cNvSpPr>
          <p:nvPr>
            <p:ph type="ftr" sz="quarter" idx="12"/>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等线" charset="0"/>
              <a:ea typeface="宋体" panose="02010600030101010101" pitchFamily="2" charset="-122"/>
              <a:cs typeface="等线" charset="0"/>
            </a:endParaRPr>
          </a:p>
        </p:txBody>
      </p:sp>
      <p:sp>
        <p:nvSpPr>
          <p:cNvPr id="4" name="灯片编号占位符 3"/>
          <p:cNvSpPr>
            <a:spLocks noGrp="1"/>
          </p:cNvSpPr>
          <p:nvPr>
            <p:ph type="sldNum" sz="quarter" idx="13"/>
          </p:nvPr>
        </p:nvSpPr>
        <p:spPr/>
        <p:txBody>
          <a:bodyPr/>
          <a:p>
            <a:pPr lvl="0" eaLnBrk="1" hangingPunct="1">
              <a:buNone/>
            </a:pPr>
            <a:fld id="{9A0DB2DC-4C9A-4742-B13C-FB6460FD3503}" type="slidenum">
              <a:rPr lang="zh-CN" altLang="en-US" dirty="0">
                <a:latin typeface="等线" pitchFamily="2" charset="-122"/>
              </a:rPr>
            </a:fld>
            <a:endParaRPr lang="zh-CN" altLang="en-US" dirty="0">
              <a:latin typeface="等线" pitchFamily="2" charset="-122"/>
            </a:endParaRPr>
          </a:p>
        </p:txBody>
      </p:sp>
    </p:spTree>
  </p:cSld>
  <p:clrMapOvr>
    <a:masterClrMapping/>
  </p:clrMapOvr>
  <p:transition spd="slow" advTm="3000">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9_自定义版式">
    <p:spTree>
      <p:nvGrpSpPr>
        <p:cNvPr id="1" name=""/>
        <p:cNvGrpSpPr/>
        <p:nvPr/>
      </p:nvGrpSpPr>
      <p:grpSpPr>
        <a:xfrm>
          <a:off x="0" y="0"/>
          <a:ext cx="0" cy="0"/>
          <a:chOff x="0" y="0"/>
          <a:chExt cx="0" cy="0"/>
        </a:xfrm>
      </p:grpSpPr>
      <p:sp>
        <p:nvSpPr>
          <p:cNvPr id="15" name="图片占位符 14"/>
          <p:cNvSpPr>
            <a:spLocks noGrp="1"/>
          </p:cNvSpPr>
          <p:nvPr>
            <p:ph type="pic" sz="quarter" idx="10"/>
          </p:nvPr>
        </p:nvSpPr>
        <p:spPr>
          <a:xfrm>
            <a:off x="1752600" y="2019300"/>
            <a:ext cx="1828800" cy="1828800"/>
          </a:xfrm>
          <a:custGeom>
            <a:avLst/>
            <a:gdLst>
              <a:gd name="connsiteX0" fmla="*/ 914400 w 1828800"/>
              <a:gd name="connsiteY0" fmla="*/ 0 h 1828800"/>
              <a:gd name="connsiteX1" fmla="*/ 1828800 w 1828800"/>
              <a:gd name="connsiteY1" fmla="*/ 914400 h 1828800"/>
              <a:gd name="connsiteX2" fmla="*/ 914400 w 1828800"/>
              <a:gd name="connsiteY2" fmla="*/ 1828800 h 1828800"/>
              <a:gd name="connsiteX3" fmla="*/ 0 w 1828800"/>
              <a:gd name="connsiteY3" fmla="*/ 914400 h 1828800"/>
              <a:gd name="connsiteX4" fmla="*/ 914400 w 1828800"/>
              <a:gd name="connsiteY4" fmla="*/ 0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 h="1828800">
                <a:moveTo>
                  <a:pt x="914400" y="0"/>
                </a:moveTo>
                <a:cubicBezTo>
                  <a:pt x="1419409" y="0"/>
                  <a:pt x="1828800" y="409391"/>
                  <a:pt x="1828800" y="914400"/>
                </a:cubicBezTo>
                <a:cubicBezTo>
                  <a:pt x="1828800" y="1419409"/>
                  <a:pt x="1419409" y="1828800"/>
                  <a:pt x="914400" y="1828800"/>
                </a:cubicBezTo>
                <a:cubicBezTo>
                  <a:pt x="409391" y="1828800"/>
                  <a:pt x="0" y="1419409"/>
                  <a:pt x="0" y="914400"/>
                </a:cubicBezTo>
                <a:cubicBezTo>
                  <a:pt x="0" y="409391"/>
                  <a:pt x="409391" y="0"/>
                  <a:pt x="914400" y="0"/>
                </a:cubicBezTo>
                <a:close/>
              </a:path>
            </a:pathLst>
          </a:custGeom>
        </p:spPr>
        <p:txBody>
          <a:bodyPr vert="horz" wrap="square" lIns="91440" tIns="45720" rIns="91440" bIns="45720" numCol="1" anchor="t" anchorCtr="0" compatLnSpc="1">
            <a:noAutofit/>
          </a:bodyPr>
          <a:lstStyle/>
          <a:p>
            <a:pPr marL="228600" marR="0" lvl="0" indent="-228600" algn="l" defTabSz="914400" rtl="0" eaLnBrk="0" fontAlgn="base" latinLnBrk="0" hangingPunct="0">
              <a:lnSpc>
                <a:spcPct val="90000"/>
              </a:lnSpc>
              <a:spcBef>
                <a:spcPts val="1000"/>
              </a:spcBef>
              <a:spcAft>
                <a:spcPct val="0"/>
              </a:spcAft>
              <a:buClrTx/>
              <a:buSzTx/>
              <a:buFont typeface="Arial" panose="020B0604020202020204" pitchFamily="34" charset="0"/>
              <a:buChar char="•"/>
              <a:defRPr/>
            </a:pPr>
            <a:endParaRPr kumimoji="0" lang="zh-CN" altLang="en-US" sz="2800" b="0" i="0" u="none" strike="noStrike" kern="1200" cap="none" spc="0" normalizeH="0" baseline="0" noProof="1">
              <a:ln>
                <a:noFill/>
              </a:ln>
              <a:solidFill>
                <a:schemeClr val="tx1"/>
              </a:solidFill>
              <a:effectLst/>
              <a:uLnTx/>
              <a:uFillTx/>
              <a:latin typeface="+mn-lt"/>
              <a:ea typeface="+mn-ea"/>
              <a:cs typeface="等线" charset="0"/>
            </a:endParaRPr>
          </a:p>
        </p:txBody>
      </p:sp>
      <p:sp>
        <p:nvSpPr>
          <p:cNvPr id="17" name="图片占位符 16"/>
          <p:cNvSpPr>
            <a:spLocks noGrp="1"/>
          </p:cNvSpPr>
          <p:nvPr>
            <p:ph type="pic" sz="quarter" idx="11"/>
          </p:nvPr>
        </p:nvSpPr>
        <p:spPr>
          <a:xfrm>
            <a:off x="3467100" y="3848100"/>
            <a:ext cx="1828800" cy="1828800"/>
          </a:xfrm>
          <a:custGeom>
            <a:avLst/>
            <a:gdLst>
              <a:gd name="connsiteX0" fmla="*/ 914400 w 1828800"/>
              <a:gd name="connsiteY0" fmla="*/ 0 h 1828800"/>
              <a:gd name="connsiteX1" fmla="*/ 1828800 w 1828800"/>
              <a:gd name="connsiteY1" fmla="*/ 914400 h 1828800"/>
              <a:gd name="connsiteX2" fmla="*/ 914400 w 1828800"/>
              <a:gd name="connsiteY2" fmla="*/ 1828800 h 1828800"/>
              <a:gd name="connsiteX3" fmla="*/ 0 w 1828800"/>
              <a:gd name="connsiteY3" fmla="*/ 914400 h 1828800"/>
              <a:gd name="connsiteX4" fmla="*/ 914400 w 1828800"/>
              <a:gd name="connsiteY4" fmla="*/ 0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 h="1828800">
                <a:moveTo>
                  <a:pt x="914400" y="0"/>
                </a:moveTo>
                <a:cubicBezTo>
                  <a:pt x="1419409" y="0"/>
                  <a:pt x="1828800" y="409391"/>
                  <a:pt x="1828800" y="914400"/>
                </a:cubicBezTo>
                <a:cubicBezTo>
                  <a:pt x="1828800" y="1419409"/>
                  <a:pt x="1419409" y="1828800"/>
                  <a:pt x="914400" y="1828800"/>
                </a:cubicBezTo>
                <a:cubicBezTo>
                  <a:pt x="409391" y="1828800"/>
                  <a:pt x="0" y="1419409"/>
                  <a:pt x="0" y="914400"/>
                </a:cubicBezTo>
                <a:cubicBezTo>
                  <a:pt x="0" y="409391"/>
                  <a:pt x="409391" y="0"/>
                  <a:pt x="914400" y="0"/>
                </a:cubicBezTo>
                <a:close/>
              </a:path>
            </a:pathLst>
          </a:custGeom>
        </p:spPr>
        <p:txBody>
          <a:bodyPr vert="horz" wrap="square" lIns="91440" tIns="45720" rIns="91440" bIns="45720" numCol="1" anchor="t" anchorCtr="0" compatLnSpc="1">
            <a:noAutofit/>
          </a:bodyPr>
          <a:lstStyle/>
          <a:p>
            <a:pPr marL="228600" marR="0" lvl="0" indent="-228600" algn="l" defTabSz="914400" rtl="0" eaLnBrk="0" fontAlgn="base" latinLnBrk="0" hangingPunct="0">
              <a:lnSpc>
                <a:spcPct val="90000"/>
              </a:lnSpc>
              <a:spcBef>
                <a:spcPts val="1000"/>
              </a:spcBef>
              <a:spcAft>
                <a:spcPct val="0"/>
              </a:spcAft>
              <a:buClrTx/>
              <a:buSzTx/>
              <a:buFont typeface="Arial" panose="020B0604020202020204" pitchFamily="34" charset="0"/>
              <a:buChar char="•"/>
              <a:defRPr/>
            </a:pPr>
            <a:endParaRPr kumimoji="0" lang="zh-CN" altLang="en-US" sz="2800" b="0" i="0" u="none" strike="noStrike" kern="1200" cap="none" spc="0" normalizeH="0" baseline="0" noProof="1">
              <a:ln>
                <a:noFill/>
              </a:ln>
              <a:solidFill>
                <a:schemeClr val="tx1"/>
              </a:solidFill>
              <a:effectLst/>
              <a:uLnTx/>
              <a:uFillTx/>
              <a:latin typeface="+mn-lt"/>
              <a:ea typeface="+mn-ea"/>
              <a:cs typeface="等线" charset="0"/>
            </a:endParaRPr>
          </a:p>
        </p:txBody>
      </p:sp>
      <p:sp>
        <p:nvSpPr>
          <p:cNvPr id="16" name="图片占位符 15"/>
          <p:cNvSpPr>
            <a:spLocks noGrp="1"/>
          </p:cNvSpPr>
          <p:nvPr>
            <p:ph type="pic" sz="quarter" idx="12"/>
          </p:nvPr>
        </p:nvSpPr>
        <p:spPr>
          <a:xfrm>
            <a:off x="5181600" y="2019300"/>
            <a:ext cx="1828800" cy="1828800"/>
          </a:xfrm>
          <a:custGeom>
            <a:avLst/>
            <a:gdLst>
              <a:gd name="connsiteX0" fmla="*/ 914400 w 1828800"/>
              <a:gd name="connsiteY0" fmla="*/ 0 h 1828800"/>
              <a:gd name="connsiteX1" fmla="*/ 1828800 w 1828800"/>
              <a:gd name="connsiteY1" fmla="*/ 914400 h 1828800"/>
              <a:gd name="connsiteX2" fmla="*/ 914400 w 1828800"/>
              <a:gd name="connsiteY2" fmla="*/ 1828800 h 1828800"/>
              <a:gd name="connsiteX3" fmla="*/ 0 w 1828800"/>
              <a:gd name="connsiteY3" fmla="*/ 914400 h 1828800"/>
              <a:gd name="connsiteX4" fmla="*/ 914400 w 1828800"/>
              <a:gd name="connsiteY4" fmla="*/ 0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 h="1828800">
                <a:moveTo>
                  <a:pt x="914400" y="0"/>
                </a:moveTo>
                <a:cubicBezTo>
                  <a:pt x="1419409" y="0"/>
                  <a:pt x="1828800" y="409391"/>
                  <a:pt x="1828800" y="914400"/>
                </a:cubicBezTo>
                <a:cubicBezTo>
                  <a:pt x="1828800" y="1419409"/>
                  <a:pt x="1419409" y="1828800"/>
                  <a:pt x="914400" y="1828800"/>
                </a:cubicBezTo>
                <a:cubicBezTo>
                  <a:pt x="409391" y="1828800"/>
                  <a:pt x="0" y="1419409"/>
                  <a:pt x="0" y="914400"/>
                </a:cubicBezTo>
                <a:cubicBezTo>
                  <a:pt x="0" y="409391"/>
                  <a:pt x="409391" y="0"/>
                  <a:pt x="914400" y="0"/>
                </a:cubicBezTo>
                <a:close/>
              </a:path>
            </a:pathLst>
          </a:custGeom>
        </p:spPr>
        <p:txBody>
          <a:bodyPr vert="horz" wrap="square" lIns="91440" tIns="45720" rIns="91440" bIns="45720" numCol="1" anchor="t" anchorCtr="0" compatLnSpc="1">
            <a:noAutofit/>
          </a:bodyPr>
          <a:lstStyle/>
          <a:p>
            <a:pPr marL="228600" marR="0" lvl="0" indent="-228600" algn="l" defTabSz="914400" rtl="0" eaLnBrk="0" fontAlgn="base" latinLnBrk="0" hangingPunct="0">
              <a:lnSpc>
                <a:spcPct val="90000"/>
              </a:lnSpc>
              <a:spcBef>
                <a:spcPts val="1000"/>
              </a:spcBef>
              <a:spcAft>
                <a:spcPct val="0"/>
              </a:spcAft>
              <a:buClrTx/>
              <a:buSzTx/>
              <a:buFont typeface="Arial" panose="020B0604020202020204" pitchFamily="34" charset="0"/>
              <a:buChar char="•"/>
              <a:defRPr/>
            </a:pPr>
            <a:endParaRPr kumimoji="0" lang="zh-CN" altLang="en-US" sz="2800" b="0" i="0" u="none" strike="noStrike" kern="1200" cap="none" spc="0" normalizeH="0" baseline="0" noProof="1">
              <a:ln>
                <a:noFill/>
              </a:ln>
              <a:solidFill>
                <a:schemeClr val="tx1"/>
              </a:solidFill>
              <a:effectLst/>
              <a:uLnTx/>
              <a:uFillTx/>
              <a:latin typeface="+mn-lt"/>
              <a:ea typeface="+mn-ea"/>
              <a:cs typeface="等线" charset="0"/>
            </a:endParaRPr>
          </a:p>
        </p:txBody>
      </p:sp>
      <p:sp>
        <p:nvSpPr>
          <p:cNvPr id="18" name="图片占位符 17"/>
          <p:cNvSpPr>
            <a:spLocks noGrp="1"/>
          </p:cNvSpPr>
          <p:nvPr>
            <p:ph type="pic" sz="quarter" idx="13"/>
          </p:nvPr>
        </p:nvSpPr>
        <p:spPr>
          <a:xfrm>
            <a:off x="7010400" y="3848100"/>
            <a:ext cx="1828800" cy="1828800"/>
          </a:xfrm>
          <a:custGeom>
            <a:avLst/>
            <a:gdLst>
              <a:gd name="connsiteX0" fmla="*/ 914400 w 1828800"/>
              <a:gd name="connsiteY0" fmla="*/ 0 h 1828800"/>
              <a:gd name="connsiteX1" fmla="*/ 1828800 w 1828800"/>
              <a:gd name="connsiteY1" fmla="*/ 914400 h 1828800"/>
              <a:gd name="connsiteX2" fmla="*/ 914400 w 1828800"/>
              <a:gd name="connsiteY2" fmla="*/ 1828800 h 1828800"/>
              <a:gd name="connsiteX3" fmla="*/ 0 w 1828800"/>
              <a:gd name="connsiteY3" fmla="*/ 914400 h 1828800"/>
              <a:gd name="connsiteX4" fmla="*/ 914400 w 1828800"/>
              <a:gd name="connsiteY4" fmla="*/ 0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 h="1828800">
                <a:moveTo>
                  <a:pt x="914400" y="0"/>
                </a:moveTo>
                <a:cubicBezTo>
                  <a:pt x="1419409" y="0"/>
                  <a:pt x="1828800" y="409391"/>
                  <a:pt x="1828800" y="914400"/>
                </a:cubicBezTo>
                <a:cubicBezTo>
                  <a:pt x="1828800" y="1419409"/>
                  <a:pt x="1419409" y="1828800"/>
                  <a:pt x="914400" y="1828800"/>
                </a:cubicBezTo>
                <a:cubicBezTo>
                  <a:pt x="409391" y="1828800"/>
                  <a:pt x="0" y="1419409"/>
                  <a:pt x="0" y="914400"/>
                </a:cubicBezTo>
                <a:cubicBezTo>
                  <a:pt x="0" y="409391"/>
                  <a:pt x="409391" y="0"/>
                  <a:pt x="914400" y="0"/>
                </a:cubicBezTo>
                <a:close/>
              </a:path>
            </a:pathLst>
          </a:custGeom>
        </p:spPr>
        <p:txBody>
          <a:bodyPr vert="horz" wrap="square" lIns="91440" tIns="45720" rIns="91440" bIns="45720" numCol="1" anchor="t" anchorCtr="0" compatLnSpc="1">
            <a:noAutofit/>
          </a:bodyPr>
          <a:lstStyle/>
          <a:p>
            <a:pPr marL="228600" marR="0" lvl="0" indent="-228600" algn="l" defTabSz="914400" rtl="0" eaLnBrk="0" fontAlgn="base" latinLnBrk="0" hangingPunct="0">
              <a:lnSpc>
                <a:spcPct val="90000"/>
              </a:lnSpc>
              <a:spcBef>
                <a:spcPts val="1000"/>
              </a:spcBef>
              <a:spcAft>
                <a:spcPct val="0"/>
              </a:spcAft>
              <a:buClrTx/>
              <a:buSzTx/>
              <a:buFont typeface="Arial" panose="020B0604020202020204" pitchFamily="34" charset="0"/>
              <a:buChar char="•"/>
              <a:defRPr/>
            </a:pPr>
            <a:endParaRPr kumimoji="0" lang="zh-CN" altLang="en-US" sz="2800" b="0" i="0" u="none" strike="noStrike" kern="1200" cap="none" spc="0" normalizeH="0" baseline="0" noProof="1">
              <a:ln>
                <a:noFill/>
              </a:ln>
              <a:solidFill>
                <a:schemeClr val="tx1"/>
              </a:solidFill>
              <a:effectLst/>
              <a:uLnTx/>
              <a:uFillTx/>
              <a:latin typeface="+mn-lt"/>
              <a:ea typeface="+mn-ea"/>
              <a:cs typeface="等线" charset="0"/>
            </a:endParaRPr>
          </a:p>
        </p:txBody>
      </p:sp>
      <p:sp>
        <p:nvSpPr>
          <p:cNvPr id="14" name="图片占位符 13"/>
          <p:cNvSpPr>
            <a:spLocks noGrp="1"/>
          </p:cNvSpPr>
          <p:nvPr>
            <p:ph type="pic" sz="quarter" idx="14"/>
          </p:nvPr>
        </p:nvSpPr>
        <p:spPr>
          <a:xfrm>
            <a:off x="8610600" y="2019300"/>
            <a:ext cx="1828800" cy="1828800"/>
          </a:xfrm>
          <a:custGeom>
            <a:avLst/>
            <a:gdLst>
              <a:gd name="connsiteX0" fmla="*/ 914400 w 1828800"/>
              <a:gd name="connsiteY0" fmla="*/ 0 h 1828800"/>
              <a:gd name="connsiteX1" fmla="*/ 1828800 w 1828800"/>
              <a:gd name="connsiteY1" fmla="*/ 914400 h 1828800"/>
              <a:gd name="connsiteX2" fmla="*/ 914400 w 1828800"/>
              <a:gd name="connsiteY2" fmla="*/ 1828800 h 1828800"/>
              <a:gd name="connsiteX3" fmla="*/ 0 w 1828800"/>
              <a:gd name="connsiteY3" fmla="*/ 914400 h 1828800"/>
              <a:gd name="connsiteX4" fmla="*/ 914400 w 1828800"/>
              <a:gd name="connsiteY4" fmla="*/ 0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 h="1828800">
                <a:moveTo>
                  <a:pt x="914400" y="0"/>
                </a:moveTo>
                <a:cubicBezTo>
                  <a:pt x="1419409" y="0"/>
                  <a:pt x="1828800" y="409391"/>
                  <a:pt x="1828800" y="914400"/>
                </a:cubicBezTo>
                <a:cubicBezTo>
                  <a:pt x="1828800" y="1419409"/>
                  <a:pt x="1419409" y="1828800"/>
                  <a:pt x="914400" y="1828800"/>
                </a:cubicBezTo>
                <a:cubicBezTo>
                  <a:pt x="409391" y="1828800"/>
                  <a:pt x="0" y="1419409"/>
                  <a:pt x="0" y="914400"/>
                </a:cubicBezTo>
                <a:cubicBezTo>
                  <a:pt x="0" y="409391"/>
                  <a:pt x="409391" y="0"/>
                  <a:pt x="914400" y="0"/>
                </a:cubicBezTo>
                <a:close/>
              </a:path>
            </a:pathLst>
          </a:custGeom>
        </p:spPr>
        <p:txBody>
          <a:bodyPr vert="horz" wrap="square" lIns="91440" tIns="45720" rIns="91440" bIns="45720" numCol="1" anchor="t" anchorCtr="0" compatLnSpc="1">
            <a:noAutofit/>
          </a:bodyPr>
          <a:lstStyle/>
          <a:p>
            <a:pPr marL="228600" marR="0" lvl="0" indent="-228600" algn="l" defTabSz="914400" rtl="0" eaLnBrk="0" fontAlgn="base" latinLnBrk="0" hangingPunct="0">
              <a:lnSpc>
                <a:spcPct val="90000"/>
              </a:lnSpc>
              <a:spcBef>
                <a:spcPts val="1000"/>
              </a:spcBef>
              <a:spcAft>
                <a:spcPct val="0"/>
              </a:spcAft>
              <a:buClrTx/>
              <a:buSzTx/>
              <a:buFont typeface="Arial" panose="020B0604020202020204" pitchFamily="34" charset="0"/>
              <a:buChar char="•"/>
              <a:defRPr/>
            </a:pPr>
            <a:endParaRPr kumimoji="0" lang="zh-CN" altLang="en-US" sz="2800" b="0" i="0" u="none" strike="noStrike" kern="1200" cap="none" spc="0" normalizeH="0" baseline="0" noProof="1">
              <a:ln>
                <a:noFill/>
              </a:ln>
              <a:solidFill>
                <a:schemeClr val="tx1"/>
              </a:solidFill>
              <a:effectLst/>
              <a:uLnTx/>
              <a:uFillTx/>
              <a:latin typeface="+mn-lt"/>
              <a:ea typeface="+mn-ea"/>
              <a:cs typeface="等线" charset="0"/>
            </a:endParaRPr>
          </a:p>
        </p:txBody>
      </p:sp>
      <p:sp>
        <p:nvSpPr>
          <p:cNvPr id="2" name="日期占位符 1"/>
          <p:cNvSpPr>
            <a:spLocks noGrp="1"/>
          </p:cNvSpPr>
          <p:nvPr>
            <p:ph type="dt" sz="half" idx="15"/>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6E00AAB5-ACD2-4173-97AD-CC903D300AD7}" type="datetime1">
              <a:rPr kumimoji="0" lang="zh-CN" altLang="en-US" sz="1200" b="0" i="0" u="none" strike="noStrike" kern="1200" cap="none" spc="0" normalizeH="0" baseline="0" noProof="0">
                <a:ln>
                  <a:noFill/>
                </a:ln>
                <a:solidFill>
                  <a:srgbClr val="898989"/>
                </a:solidFill>
                <a:effectLst/>
                <a:uLnTx/>
                <a:uFillTx/>
                <a:latin typeface="等线" charset="0"/>
                <a:ea typeface="宋体" panose="02010600030101010101" pitchFamily="2" charset="-122"/>
                <a:cs typeface="等线" charset="0"/>
              </a:rPr>
            </a:fld>
            <a:endParaRPr kumimoji="0" lang="zh-CN" altLang="en-US" sz="1200" b="0" i="0" u="none" strike="noStrike" kern="1200" cap="none" spc="0" normalizeH="0" baseline="0" noProof="0">
              <a:ln>
                <a:noFill/>
              </a:ln>
              <a:solidFill>
                <a:srgbClr val="898989"/>
              </a:solidFill>
              <a:effectLst/>
              <a:uLnTx/>
              <a:uFillTx/>
              <a:latin typeface="等线" charset="0"/>
              <a:ea typeface="宋体" panose="02010600030101010101" pitchFamily="2" charset="-122"/>
              <a:cs typeface="等线" charset="0"/>
            </a:endParaRPr>
          </a:p>
        </p:txBody>
      </p:sp>
      <p:sp>
        <p:nvSpPr>
          <p:cNvPr id="3" name="页脚占位符 2"/>
          <p:cNvSpPr>
            <a:spLocks noGrp="1"/>
          </p:cNvSpPr>
          <p:nvPr>
            <p:ph type="ftr" sz="quarter" idx="16"/>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等线" charset="0"/>
              <a:ea typeface="宋体" panose="02010600030101010101" pitchFamily="2" charset="-122"/>
              <a:cs typeface="等线" charset="0"/>
            </a:endParaRPr>
          </a:p>
        </p:txBody>
      </p:sp>
      <p:sp>
        <p:nvSpPr>
          <p:cNvPr id="4" name="灯片编号占位符 3"/>
          <p:cNvSpPr>
            <a:spLocks noGrp="1"/>
          </p:cNvSpPr>
          <p:nvPr>
            <p:ph type="sldNum" sz="quarter" idx="17"/>
          </p:nvPr>
        </p:nvSpPr>
        <p:spPr/>
        <p:txBody>
          <a:bodyPr/>
          <a:p>
            <a:pPr lvl="0" eaLnBrk="1" hangingPunct="1">
              <a:buNone/>
            </a:pPr>
            <a:fld id="{9A0DB2DC-4C9A-4742-B13C-FB6460FD3503}" type="slidenum">
              <a:rPr lang="zh-CN" altLang="en-US" dirty="0">
                <a:latin typeface="等线" pitchFamily="2" charset="-122"/>
              </a:rPr>
            </a:fld>
            <a:endParaRPr lang="zh-CN" altLang="en-US" dirty="0">
              <a:latin typeface="等线" pitchFamily="2" charset="-122"/>
            </a:endParaRPr>
          </a:p>
        </p:txBody>
      </p:sp>
    </p:spTree>
  </p:cSld>
  <p:clrMapOvr>
    <a:masterClrMapping/>
  </p:clrMapOvr>
  <p:transition spd="slow" advTm="3000">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内页-1">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6E00AAB5-ACD2-4173-97AD-CC903D300AD7}" type="datetime1">
              <a:rPr kumimoji="0" lang="zh-CN" altLang="en-US" sz="1200" b="0" i="0" u="none" strike="noStrike" kern="1200" cap="none" spc="0" normalizeH="0" baseline="0" noProof="0">
                <a:ln>
                  <a:noFill/>
                </a:ln>
                <a:solidFill>
                  <a:srgbClr val="898989"/>
                </a:solidFill>
                <a:effectLst/>
                <a:uLnTx/>
                <a:uFillTx/>
                <a:latin typeface="等线" charset="0"/>
                <a:ea typeface="宋体" panose="02010600030101010101" pitchFamily="2" charset="-122"/>
                <a:cs typeface="等线" charset="0"/>
              </a:rPr>
            </a:fld>
            <a:endParaRPr kumimoji="0" lang="zh-CN" altLang="en-US" sz="1200" b="0" i="0" u="none" strike="noStrike" kern="1200" cap="none" spc="0" normalizeH="0" baseline="0" noProof="0">
              <a:ln>
                <a:noFill/>
              </a:ln>
              <a:solidFill>
                <a:srgbClr val="898989"/>
              </a:solidFill>
              <a:effectLst/>
              <a:uLnTx/>
              <a:uFillTx/>
              <a:latin typeface="等线" charset="0"/>
              <a:ea typeface="宋体" panose="02010600030101010101" pitchFamily="2" charset="-122"/>
              <a:cs typeface="等线" charset="0"/>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等线" charset="0"/>
              <a:ea typeface="宋体" panose="02010600030101010101" pitchFamily="2" charset="-122"/>
              <a:cs typeface="等线" charset="0"/>
            </a:endParaRPr>
          </a:p>
        </p:txBody>
      </p:sp>
      <p:sp>
        <p:nvSpPr>
          <p:cNvPr id="4" name="灯片编号占位符 3"/>
          <p:cNvSpPr>
            <a:spLocks noGrp="1"/>
          </p:cNvSpPr>
          <p:nvPr>
            <p:ph type="sldNum" sz="quarter" idx="12"/>
          </p:nvPr>
        </p:nvSpPr>
        <p:spPr/>
        <p:txBody>
          <a:bodyPr/>
          <a:p>
            <a:pPr lvl="0" eaLnBrk="1" hangingPunct="1">
              <a:buNone/>
            </a:pPr>
            <a:fld id="{9A0DB2DC-4C9A-4742-B13C-FB6460FD3503}" type="slidenum">
              <a:rPr lang="zh-CN" altLang="en-US" dirty="0">
                <a:latin typeface="等线" pitchFamily="2" charset="-122"/>
              </a:rPr>
            </a:fld>
            <a:endParaRPr lang="zh-CN" altLang="en-US" dirty="0">
              <a:latin typeface="等线" pitchFamily="2" charset="-122"/>
            </a:endParaRPr>
          </a:p>
        </p:txBody>
      </p:sp>
    </p:spTree>
  </p:cSld>
  <p:clrMapOvr>
    <a:masterClrMapping/>
  </p:clrMapOvr>
  <p:transition spd="slow" advTm="3000">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Welcome Message">
    <p:bg>
      <p:bgPr>
        <a:solidFill>
          <a:srgbClr val="0D1637"/>
        </a:solidFill>
        <a:effectLst/>
      </p:bgPr>
    </p:bg>
    <p:spTree>
      <p:nvGrpSpPr>
        <p:cNvPr id="1" name=""/>
        <p:cNvGrpSpPr/>
        <p:nvPr/>
      </p:nvGrpSpPr>
      <p:grpSpPr>
        <a:xfrm>
          <a:off x="0" y="0"/>
          <a:ext cx="0" cy="0"/>
          <a:chOff x="0" y="0"/>
          <a:chExt cx="0" cy="0"/>
        </a:xfrm>
      </p:grpSpPr>
      <p:sp>
        <p:nvSpPr>
          <p:cNvPr id="5" name="Picture Placeholder 8"/>
          <p:cNvSpPr>
            <a:spLocks noGrp="1"/>
          </p:cNvSpPr>
          <p:nvPr>
            <p:ph type="pic" sz="quarter" idx="18"/>
          </p:nvPr>
        </p:nvSpPr>
        <p:spPr>
          <a:xfrm>
            <a:off x="1140948" y="1667631"/>
            <a:ext cx="2248875" cy="2608016"/>
          </a:xfrm>
          <a:custGeom>
            <a:avLst/>
            <a:gdLst>
              <a:gd name="connsiteX0" fmla="*/ 2522219 w 5044439"/>
              <a:gd name="connsiteY0" fmla="*/ 0 h 5851550"/>
              <a:gd name="connsiteX1" fmla="*/ 5044439 w 5044439"/>
              <a:gd name="connsiteY1" fmla="*/ 1261110 h 5851550"/>
              <a:gd name="connsiteX2" fmla="*/ 5044439 w 5044439"/>
              <a:gd name="connsiteY2" fmla="*/ 4590440 h 5851550"/>
              <a:gd name="connsiteX3" fmla="*/ 2522219 w 5044439"/>
              <a:gd name="connsiteY3" fmla="*/ 5851550 h 5851550"/>
              <a:gd name="connsiteX4" fmla="*/ 0 w 5044439"/>
              <a:gd name="connsiteY4" fmla="*/ 4590440 h 5851550"/>
              <a:gd name="connsiteX5" fmla="*/ 0 w 5044439"/>
              <a:gd name="connsiteY5" fmla="*/ 1261110 h 5851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044439" h="5851550">
                <a:moveTo>
                  <a:pt x="2522219" y="0"/>
                </a:moveTo>
                <a:lnTo>
                  <a:pt x="5044439" y="1261110"/>
                </a:lnTo>
                <a:lnTo>
                  <a:pt x="5044439" y="4590440"/>
                </a:lnTo>
                <a:lnTo>
                  <a:pt x="2522219" y="5851550"/>
                </a:lnTo>
                <a:lnTo>
                  <a:pt x="0" y="4590440"/>
                </a:lnTo>
                <a:lnTo>
                  <a:pt x="0" y="1261110"/>
                </a:lnTo>
                <a:close/>
              </a:path>
            </a:pathLst>
          </a:custGeom>
          <a:effectLst/>
        </p:spPr>
        <p:txBody>
          <a:bodyPr vert="horz" wrap="square" lIns="91440" tIns="45720" rIns="91440" bIns="45720" numCol="1" anchor="t" anchorCtr="0" compatLnSpc="1">
            <a:noAutofit/>
          </a:bodyPr>
          <a:lstStyle>
            <a:lvl1pPr marL="0" indent="0">
              <a:buNone/>
              <a:defRPr sz="1300" b="0" i="0">
                <a:ln>
                  <a:noFill/>
                </a:ln>
                <a:solidFill>
                  <a:schemeClr val="bg1">
                    <a:lumMod val="85000"/>
                  </a:schemeClr>
                </a:solidFill>
                <a:latin typeface="Poppins Light" charset="0"/>
                <a:ea typeface="Poppins Light" charset="0"/>
                <a:cs typeface="Poppins Light" charset="0"/>
              </a:defRPr>
            </a:lvl1pPr>
          </a:lstStyle>
          <a:p>
            <a:pPr marL="0" marR="0" lvl="0" indent="0" algn="l" defTabSz="914400" rtl="0" eaLnBrk="0" fontAlgn="base" latinLnBrk="0" hangingPunct="0">
              <a:lnSpc>
                <a:spcPct val="90000"/>
              </a:lnSpc>
              <a:spcBef>
                <a:spcPts val="1000"/>
              </a:spcBef>
              <a:spcAft>
                <a:spcPct val="0"/>
              </a:spcAft>
              <a:buClrTx/>
              <a:buSzTx/>
              <a:buFont typeface="Arial" panose="020B0604020202020204" pitchFamily="34" charset="0"/>
              <a:buNone/>
              <a:defRPr/>
            </a:pPr>
            <a:endParaRPr kumimoji="0" lang="en-US" sz="1300" b="0" i="0" u="none" strike="noStrike" kern="1200" cap="none" spc="0" normalizeH="0" baseline="0" noProof="0" dirty="0">
              <a:ln>
                <a:noFill/>
              </a:ln>
              <a:solidFill>
                <a:schemeClr val="bg1">
                  <a:lumMod val="85000"/>
                </a:schemeClr>
              </a:solidFill>
              <a:effectLst/>
              <a:uLnTx/>
              <a:uFillTx/>
              <a:latin typeface="Poppins Light" charset="0"/>
              <a:ea typeface="Poppins Light" charset="0"/>
              <a:cs typeface="Poppins Light" charset="0"/>
            </a:endParaRPr>
          </a:p>
        </p:txBody>
      </p:sp>
      <p:sp>
        <p:nvSpPr>
          <p:cNvPr id="2" name="日期占位符 1"/>
          <p:cNvSpPr>
            <a:spLocks noGrp="1"/>
          </p:cNvSpPr>
          <p:nvPr>
            <p:ph type="dt" sz="half" idx="19"/>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6E00AAB5-ACD2-4173-97AD-CC903D300AD7}" type="datetime1">
              <a:rPr kumimoji="0" lang="zh-CN" altLang="en-US" sz="1200" b="0" i="0" u="none" strike="noStrike" kern="1200" cap="none" spc="0" normalizeH="0" baseline="0" noProof="0">
                <a:ln>
                  <a:noFill/>
                </a:ln>
                <a:solidFill>
                  <a:srgbClr val="898989"/>
                </a:solidFill>
                <a:effectLst/>
                <a:uLnTx/>
                <a:uFillTx/>
                <a:latin typeface="等线" charset="0"/>
                <a:ea typeface="宋体" panose="02010600030101010101" pitchFamily="2" charset="-122"/>
                <a:cs typeface="等线" charset="0"/>
              </a:rPr>
            </a:fld>
            <a:endParaRPr kumimoji="0" lang="zh-CN" altLang="en-US" sz="1200" b="0" i="0" u="none" strike="noStrike" kern="1200" cap="none" spc="0" normalizeH="0" baseline="0" noProof="0">
              <a:ln>
                <a:noFill/>
              </a:ln>
              <a:solidFill>
                <a:srgbClr val="898989"/>
              </a:solidFill>
              <a:effectLst/>
              <a:uLnTx/>
              <a:uFillTx/>
              <a:latin typeface="等线" charset="0"/>
              <a:ea typeface="宋体" panose="02010600030101010101" pitchFamily="2" charset="-122"/>
              <a:cs typeface="等线" charset="0"/>
            </a:endParaRPr>
          </a:p>
        </p:txBody>
      </p:sp>
      <p:sp>
        <p:nvSpPr>
          <p:cNvPr id="3" name="页脚占位符 2"/>
          <p:cNvSpPr>
            <a:spLocks noGrp="1"/>
          </p:cNvSpPr>
          <p:nvPr>
            <p:ph type="ftr" sz="quarter" idx="2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等线" charset="0"/>
              <a:ea typeface="宋体" panose="02010600030101010101" pitchFamily="2" charset="-122"/>
              <a:cs typeface="等线" charset="0"/>
            </a:endParaRPr>
          </a:p>
        </p:txBody>
      </p:sp>
      <p:sp>
        <p:nvSpPr>
          <p:cNvPr id="4" name="灯片编号占位符 3"/>
          <p:cNvSpPr>
            <a:spLocks noGrp="1"/>
          </p:cNvSpPr>
          <p:nvPr>
            <p:ph type="sldNum" sz="quarter" idx="21"/>
          </p:nvPr>
        </p:nvSpPr>
        <p:spPr/>
        <p:txBody>
          <a:bodyPr/>
          <a:p>
            <a:pPr lvl="0" eaLnBrk="1" hangingPunct="1">
              <a:buNone/>
            </a:pPr>
            <a:fld id="{9A0DB2DC-4C9A-4742-B13C-FB6460FD3503}" type="slidenum">
              <a:rPr lang="zh-CN" altLang="en-US" dirty="0">
                <a:latin typeface="等线" pitchFamily="2" charset="-122"/>
              </a:rPr>
            </a:fld>
            <a:endParaRPr lang="zh-CN" altLang="en-US" dirty="0">
              <a:latin typeface="等线" pitchFamily="2" charset="-122"/>
            </a:endParaRPr>
          </a:p>
        </p:txBody>
      </p:sp>
    </p:spTree>
  </p:cSld>
  <p:clrMapOvr>
    <a:masterClrMapping/>
  </p:clrMapOvr>
  <p:transition spd="slow" advTm="3000">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9_Big Image Placeholder">
    <p:bg>
      <p:bgPr>
        <a:solidFill>
          <a:srgbClr val="0D1637"/>
        </a:solidFill>
        <a:effectLst/>
      </p:bgPr>
    </p:bg>
    <p:spTree>
      <p:nvGrpSpPr>
        <p:cNvPr id="1" name=""/>
        <p:cNvGrpSpPr/>
        <p:nvPr/>
      </p:nvGrpSpPr>
      <p:grpSpPr>
        <a:xfrm>
          <a:off x="0" y="0"/>
          <a:ext cx="0" cy="0"/>
          <a:chOff x="0" y="0"/>
          <a:chExt cx="0" cy="0"/>
        </a:xfrm>
      </p:grpSpPr>
      <p:sp>
        <p:nvSpPr>
          <p:cNvPr id="5" name="Picture Placeholder 2"/>
          <p:cNvSpPr>
            <a:spLocks noGrp="1"/>
          </p:cNvSpPr>
          <p:nvPr>
            <p:ph type="pic" sz="quarter" idx="21"/>
          </p:nvPr>
        </p:nvSpPr>
        <p:spPr>
          <a:xfrm>
            <a:off x="7161944" y="3559891"/>
            <a:ext cx="3554304" cy="2250917"/>
          </a:xfrm>
          <a:solidFill>
            <a:schemeClr val="bg1">
              <a:lumMod val="95000"/>
            </a:schemeClr>
          </a:solidFill>
        </p:spPr>
        <p:txBody>
          <a:bodyPr vert="horz" wrap="square" lIns="91440" tIns="45720" rIns="91440" bIns="45720" numCol="1" anchor="t" anchorCtr="0" compatLnSpc="1">
            <a:normAutofit/>
          </a:bodyPr>
          <a:lstStyle>
            <a:lvl1pPr>
              <a:defRPr sz="1400"/>
            </a:lvl1pPr>
          </a:lstStyle>
          <a:p>
            <a:pPr marL="228600" marR="0" lvl="0" indent="-228600" algn="l" defTabSz="914400" rtl="0" eaLnBrk="0" fontAlgn="base" latinLnBrk="0" hangingPunct="0">
              <a:lnSpc>
                <a:spcPct val="90000"/>
              </a:lnSpc>
              <a:spcBef>
                <a:spcPts val="1000"/>
              </a:spcBef>
              <a:spcAft>
                <a:spcPct val="0"/>
              </a:spcAft>
              <a:buClrTx/>
              <a:buSzTx/>
              <a:buFont typeface="Arial" panose="020B0604020202020204" pitchFamily="34" charset="0"/>
              <a:buChar char="•"/>
              <a:defRPr/>
            </a:pPr>
            <a:endParaRPr kumimoji="0" lang="en-US" sz="1400" b="0" i="0" u="none" strike="noStrike" kern="1200" cap="none" spc="0" normalizeH="0" baseline="0" noProof="0">
              <a:ln>
                <a:noFill/>
              </a:ln>
              <a:solidFill>
                <a:schemeClr val="tx1"/>
              </a:solidFill>
              <a:effectLst/>
              <a:uLnTx/>
              <a:uFillTx/>
              <a:latin typeface="+mn-lt"/>
              <a:ea typeface="+mn-ea"/>
              <a:cs typeface="等线" charset="0"/>
            </a:endParaRPr>
          </a:p>
        </p:txBody>
      </p:sp>
      <p:sp>
        <p:nvSpPr>
          <p:cNvPr id="6" name="Picture Placeholder 2"/>
          <p:cNvSpPr>
            <a:spLocks noGrp="1"/>
          </p:cNvSpPr>
          <p:nvPr>
            <p:ph type="pic" sz="quarter" idx="20"/>
          </p:nvPr>
        </p:nvSpPr>
        <p:spPr>
          <a:xfrm>
            <a:off x="1480633" y="3559891"/>
            <a:ext cx="3554304" cy="2250917"/>
          </a:xfrm>
          <a:solidFill>
            <a:schemeClr val="bg1">
              <a:lumMod val="95000"/>
            </a:schemeClr>
          </a:solidFill>
        </p:spPr>
        <p:txBody>
          <a:bodyPr vert="horz" wrap="square" lIns="91440" tIns="45720" rIns="91440" bIns="45720" numCol="1" anchor="t" anchorCtr="0" compatLnSpc="1">
            <a:normAutofit/>
          </a:bodyPr>
          <a:lstStyle>
            <a:lvl1pPr>
              <a:defRPr sz="1400"/>
            </a:lvl1pPr>
          </a:lstStyle>
          <a:p>
            <a:pPr marL="228600" marR="0" lvl="0" indent="-228600" algn="l" defTabSz="914400" rtl="0" eaLnBrk="0" fontAlgn="base" latinLnBrk="0" hangingPunct="0">
              <a:lnSpc>
                <a:spcPct val="90000"/>
              </a:lnSpc>
              <a:spcBef>
                <a:spcPts val="1000"/>
              </a:spcBef>
              <a:spcAft>
                <a:spcPct val="0"/>
              </a:spcAft>
              <a:buClrTx/>
              <a:buSzTx/>
              <a:buFont typeface="Arial" panose="020B0604020202020204" pitchFamily="34" charset="0"/>
              <a:buChar char="•"/>
              <a:defRPr/>
            </a:pPr>
            <a:endParaRPr kumimoji="0" lang="en-US" sz="1400" b="0" i="0" u="none" strike="noStrike" kern="1200" cap="none" spc="0" normalizeH="0" baseline="0" noProof="0">
              <a:ln>
                <a:noFill/>
              </a:ln>
              <a:solidFill>
                <a:schemeClr val="tx1"/>
              </a:solidFill>
              <a:effectLst/>
              <a:uLnTx/>
              <a:uFillTx/>
              <a:latin typeface="+mn-lt"/>
              <a:ea typeface="+mn-ea"/>
              <a:cs typeface="等线" charset="0"/>
            </a:endParaRPr>
          </a:p>
        </p:txBody>
      </p:sp>
      <p:sp>
        <p:nvSpPr>
          <p:cNvPr id="2" name="日期占位符 1"/>
          <p:cNvSpPr>
            <a:spLocks noGrp="1"/>
          </p:cNvSpPr>
          <p:nvPr>
            <p:ph type="dt" sz="half" idx="2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6E00AAB5-ACD2-4173-97AD-CC903D300AD7}" type="datetime1">
              <a:rPr kumimoji="0" lang="zh-CN" altLang="en-US" sz="1200" b="0" i="0" u="none" strike="noStrike" kern="1200" cap="none" spc="0" normalizeH="0" baseline="0" noProof="0">
                <a:ln>
                  <a:noFill/>
                </a:ln>
                <a:solidFill>
                  <a:srgbClr val="898989"/>
                </a:solidFill>
                <a:effectLst/>
                <a:uLnTx/>
                <a:uFillTx/>
                <a:latin typeface="等线" charset="0"/>
                <a:ea typeface="宋体" panose="02010600030101010101" pitchFamily="2" charset="-122"/>
                <a:cs typeface="等线" charset="0"/>
              </a:rPr>
            </a:fld>
            <a:endParaRPr kumimoji="0" lang="zh-CN" altLang="en-US" sz="1200" b="0" i="0" u="none" strike="noStrike" kern="1200" cap="none" spc="0" normalizeH="0" baseline="0" noProof="0">
              <a:ln>
                <a:noFill/>
              </a:ln>
              <a:solidFill>
                <a:srgbClr val="898989"/>
              </a:solidFill>
              <a:effectLst/>
              <a:uLnTx/>
              <a:uFillTx/>
              <a:latin typeface="等线" charset="0"/>
              <a:ea typeface="宋体" panose="02010600030101010101" pitchFamily="2" charset="-122"/>
              <a:cs typeface="等线" charset="0"/>
            </a:endParaRPr>
          </a:p>
        </p:txBody>
      </p:sp>
      <p:sp>
        <p:nvSpPr>
          <p:cNvPr id="3" name="页脚占位符 2"/>
          <p:cNvSpPr>
            <a:spLocks noGrp="1"/>
          </p:cNvSpPr>
          <p:nvPr>
            <p:ph type="ftr" sz="quarter" idx="23"/>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等线" charset="0"/>
              <a:ea typeface="宋体" panose="02010600030101010101" pitchFamily="2" charset="-122"/>
              <a:cs typeface="等线" charset="0"/>
            </a:endParaRPr>
          </a:p>
        </p:txBody>
      </p:sp>
      <p:sp>
        <p:nvSpPr>
          <p:cNvPr id="4" name="灯片编号占位符 3"/>
          <p:cNvSpPr>
            <a:spLocks noGrp="1"/>
          </p:cNvSpPr>
          <p:nvPr>
            <p:ph type="sldNum" sz="quarter" idx="24"/>
          </p:nvPr>
        </p:nvSpPr>
        <p:spPr/>
        <p:txBody>
          <a:bodyPr/>
          <a:p>
            <a:pPr lvl="0" eaLnBrk="1" hangingPunct="1">
              <a:buNone/>
            </a:pPr>
            <a:fld id="{9A0DB2DC-4C9A-4742-B13C-FB6460FD3503}" type="slidenum">
              <a:rPr lang="zh-CN" altLang="en-US" dirty="0">
                <a:latin typeface="等线" pitchFamily="2" charset="-122"/>
              </a:rPr>
            </a:fld>
            <a:endParaRPr lang="zh-CN" altLang="en-US" dirty="0">
              <a:latin typeface="等线" pitchFamily="2" charset="-122"/>
            </a:endParaRPr>
          </a:p>
        </p:txBody>
      </p:sp>
    </p:spTree>
  </p:cSld>
  <p:clrMapOvr>
    <a:masterClrMapping/>
  </p:clrMapOvr>
  <p:transition spd="slow" advTm="3000">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noProof="1"/>
              <a:t>单击此处编辑母版标题样式</a:t>
            </a:r>
            <a:endParaRPr lang="zh-CN" altLang="en-US" noProof="1"/>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noProof="1"/>
              <a:t>单击此处编辑母版副标题样式</a:t>
            </a:r>
            <a:endParaRPr lang="zh-CN" altLang="en-US"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95B2BE2D-0FB5-473B-9DAF-4EF82995337E}" type="datetime1">
              <a:rPr kumimoji="0" lang="zh-CN" altLang="en-US" sz="1200" b="0" i="0" u="none" strike="noStrike" kern="1200" cap="none" spc="0" normalizeH="0" baseline="0" noProof="0">
                <a:ln>
                  <a:noFill/>
                </a:ln>
                <a:solidFill>
                  <a:srgbClr val="898989"/>
                </a:solidFill>
                <a:effectLst/>
                <a:uLnTx/>
                <a:uFillTx/>
                <a:latin typeface="等线" charset="0"/>
                <a:ea typeface="宋体" panose="02010600030101010101" pitchFamily="2" charset="-122"/>
                <a:cs typeface="等线" charset="0"/>
              </a:rPr>
            </a:fld>
            <a:endParaRPr kumimoji="0" lang="zh-CN" altLang="en-US" sz="1200" b="0" i="0" u="none" strike="noStrike" kern="1200" cap="none" spc="0" normalizeH="0" baseline="0" noProof="0">
              <a:ln>
                <a:noFill/>
              </a:ln>
              <a:solidFill>
                <a:srgbClr val="898989"/>
              </a:solidFill>
              <a:effectLst/>
              <a:uLnTx/>
              <a:uFillTx/>
              <a:latin typeface="等线" charset="0"/>
              <a:ea typeface="宋体" panose="02010600030101010101" pitchFamily="2" charset="-122"/>
              <a:cs typeface="等线" charset="0"/>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等线" charset="0"/>
              <a:ea typeface="宋体" panose="02010600030101010101" pitchFamily="2" charset="-122"/>
              <a:cs typeface="等线" charset="0"/>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zh-CN" altLang="en-US" dirty="0">
                <a:latin typeface="等线" pitchFamily="2" charset="-122"/>
              </a:rPr>
            </a:fld>
            <a:endParaRPr lang="zh-CN" altLang="en-US" dirty="0">
              <a:latin typeface="等线" pitchFamily="2" charset="-122"/>
            </a:endParaRPr>
          </a:p>
        </p:txBody>
      </p:sp>
    </p:spTree>
  </p:cSld>
  <p:clrMapOvr>
    <a:masterClrMapping/>
  </p:clrMapOvr>
  <p:transition spd="slow" advTm="3000">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idx="1"/>
          </p:nvPr>
        </p:nvSpPr>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95B2BE2D-0FB5-473B-9DAF-4EF82995337E}" type="datetime1">
              <a:rPr kumimoji="0" lang="zh-CN" altLang="en-US" sz="1200" b="0" i="0" u="none" strike="noStrike" kern="1200" cap="none" spc="0" normalizeH="0" baseline="0" noProof="0">
                <a:ln>
                  <a:noFill/>
                </a:ln>
                <a:solidFill>
                  <a:srgbClr val="898989"/>
                </a:solidFill>
                <a:effectLst/>
                <a:uLnTx/>
                <a:uFillTx/>
                <a:latin typeface="等线" charset="0"/>
                <a:ea typeface="宋体" panose="02010600030101010101" pitchFamily="2" charset="-122"/>
                <a:cs typeface="等线" charset="0"/>
              </a:rPr>
            </a:fld>
            <a:endParaRPr kumimoji="0" lang="zh-CN" altLang="en-US" sz="1200" b="0" i="0" u="none" strike="noStrike" kern="1200" cap="none" spc="0" normalizeH="0" baseline="0" noProof="0">
              <a:ln>
                <a:noFill/>
              </a:ln>
              <a:solidFill>
                <a:srgbClr val="898989"/>
              </a:solidFill>
              <a:effectLst/>
              <a:uLnTx/>
              <a:uFillTx/>
              <a:latin typeface="等线" charset="0"/>
              <a:ea typeface="宋体" panose="02010600030101010101" pitchFamily="2" charset="-122"/>
              <a:cs typeface="等线" charset="0"/>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等线" charset="0"/>
              <a:ea typeface="宋体" panose="02010600030101010101" pitchFamily="2" charset="-122"/>
              <a:cs typeface="等线" charset="0"/>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zh-CN" altLang="en-US" dirty="0">
                <a:latin typeface="等线" pitchFamily="2" charset="-122"/>
              </a:rPr>
            </a:fld>
            <a:endParaRPr lang="zh-CN" altLang="en-US" dirty="0">
              <a:latin typeface="等线" pitchFamily="2" charset="-122"/>
            </a:endParaRPr>
          </a:p>
        </p:txBody>
      </p:sp>
    </p:spTree>
  </p:cSld>
  <p:clrMapOvr>
    <a:masterClrMapping/>
  </p:clrMapOvr>
  <p:transition spd="slow" advTm="3000">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noProof="1"/>
              <a:t>单击此处编辑母版文本样式</a:t>
            </a:r>
            <a:endParaRPr lang="zh-CN" altLang="en-US"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95B2BE2D-0FB5-473B-9DAF-4EF82995337E}" type="datetime1">
              <a:rPr kumimoji="0" lang="zh-CN" altLang="en-US" sz="1200" b="0" i="0" u="none" strike="noStrike" kern="1200" cap="none" spc="0" normalizeH="0" baseline="0" noProof="0">
                <a:ln>
                  <a:noFill/>
                </a:ln>
                <a:solidFill>
                  <a:srgbClr val="898989"/>
                </a:solidFill>
                <a:effectLst/>
                <a:uLnTx/>
                <a:uFillTx/>
                <a:latin typeface="等线" charset="0"/>
                <a:ea typeface="宋体" panose="02010600030101010101" pitchFamily="2" charset="-122"/>
                <a:cs typeface="等线" charset="0"/>
              </a:rPr>
            </a:fld>
            <a:endParaRPr kumimoji="0" lang="zh-CN" altLang="en-US" sz="1200" b="0" i="0" u="none" strike="noStrike" kern="1200" cap="none" spc="0" normalizeH="0" baseline="0" noProof="0">
              <a:ln>
                <a:noFill/>
              </a:ln>
              <a:solidFill>
                <a:srgbClr val="898989"/>
              </a:solidFill>
              <a:effectLst/>
              <a:uLnTx/>
              <a:uFillTx/>
              <a:latin typeface="等线" charset="0"/>
              <a:ea typeface="宋体" panose="02010600030101010101" pitchFamily="2" charset="-122"/>
              <a:cs typeface="等线" charset="0"/>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等线" charset="0"/>
              <a:ea typeface="宋体" panose="02010600030101010101" pitchFamily="2" charset="-122"/>
              <a:cs typeface="等线" charset="0"/>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zh-CN" altLang="en-US" dirty="0">
                <a:latin typeface="等线" pitchFamily="2" charset="-122"/>
              </a:rPr>
            </a:fld>
            <a:endParaRPr lang="zh-CN" altLang="en-US" dirty="0">
              <a:latin typeface="等线" pitchFamily="2" charset="-122"/>
            </a:endParaRPr>
          </a:p>
        </p:txBody>
      </p:sp>
    </p:spTree>
  </p:cSld>
  <p:clrMapOvr>
    <a:masterClrMapping/>
  </p:clrMapOvr>
  <p:transition spd="slow" advTm="3000">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sz="half" idx="1"/>
          </p:nvPr>
        </p:nvSpPr>
        <p:spPr>
          <a:xfrm>
            <a:off x="838200" y="1825625"/>
            <a:ext cx="5181600" cy="4351338"/>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half" idx="2"/>
          </p:nvPr>
        </p:nvSpPr>
        <p:spPr>
          <a:xfrm>
            <a:off x="6172200" y="1825625"/>
            <a:ext cx="5181600" cy="4351338"/>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95B2BE2D-0FB5-473B-9DAF-4EF82995337E}" type="datetime1">
              <a:rPr kumimoji="0" lang="zh-CN" altLang="en-US" sz="1200" b="0" i="0" u="none" strike="noStrike" kern="1200" cap="none" spc="0" normalizeH="0" baseline="0" noProof="0">
                <a:ln>
                  <a:noFill/>
                </a:ln>
                <a:solidFill>
                  <a:srgbClr val="898989"/>
                </a:solidFill>
                <a:effectLst/>
                <a:uLnTx/>
                <a:uFillTx/>
                <a:latin typeface="等线" charset="0"/>
                <a:ea typeface="宋体" panose="02010600030101010101" pitchFamily="2" charset="-122"/>
                <a:cs typeface="等线" charset="0"/>
              </a:rPr>
            </a:fld>
            <a:endParaRPr kumimoji="0" lang="zh-CN" altLang="en-US" sz="1200" b="0" i="0" u="none" strike="noStrike" kern="1200" cap="none" spc="0" normalizeH="0" baseline="0" noProof="0">
              <a:ln>
                <a:noFill/>
              </a:ln>
              <a:solidFill>
                <a:srgbClr val="898989"/>
              </a:solidFill>
              <a:effectLst/>
              <a:uLnTx/>
              <a:uFillTx/>
              <a:latin typeface="等线" charset="0"/>
              <a:ea typeface="宋体" panose="02010600030101010101" pitchFamily="2" charset="-122"/>
              <a:cs typeface="等线" charset="0"/>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等线" charset="0"/>
              <a:ea typeface="宋体" panose="02010600030101010101" pitchFamily="2" charset="-122"/>
              <a:cs typeface="等线" charset="0"/>
            </a:endParaRPr>
          </a:p>
        </p:txBody>
      </p:sp>
      <p:sp>
        <p:nvSpPr>
          <p:cNvPr id="7" name="灯片编号占位符 6"/>
          <p:cNvSpPr>
            <a:spLocks noGrp="1"/>
          </p:cNvSpPr>
          <p:nvPr>
            <p:ph type="sldNum" sz="quarter" idx="12"/>
          </p:nvPr>
        </p:nvSpPr>
        <p:spPr/>
        <p:txBody>
          <a:bodyPr/>
          <a:p>
            <a:pPr lvl="0" eaLnBrk="1" hangingPunct="1">
              <a:buNone/>
            </a:pPr>
            <a:fld id="{9A0DB2DC-4C9A-4742-B13C-FB6460FD3503}" type="slidenum">
              <a:rPr lang="zh-CN" altLang="en-US" dirty="0">
                <a:latin typeface="等线" pitchFamily="2" charset="-122"/>
              </a:rPr>
            </a:fld>
            <a:endParaRPr lang="zh-CN" altLang="en-US" dirty="0">
              <a:latin typeface="等线" pitchFamily="2" charset="-122"/>
            </a:endParaRPr>
          </a:p>
        </p:txBody>
      </p:sp>
    </p:spTree>
  </p:cSld>
  <p:clrMapOvr>
    <a:masterClrMapping/>
  </p:clrMapOvr>
  <p:transition spd="slow" advTm="3000">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4" name="内容占位符 3"/>
          <p:cNvSpPr>
            <a:spLocks noGrp="1"/>
          </p:cNvSpPr>
          <p:nvPr>
            <p:ph sz="half" idx="2"/>
          </p:nvPr>
        </p:nvSpPr>
        <p:spPr>
          <a:xfrm>
            <a:off x="839788" y="2505075"/>
            <a:ext cx="5157787" cy="3684588"/>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6" name="内容占位符 5"/>
          <p:cNvSpPr>
            <a:spLocks noGrp="1"/>
          </p:cNvSpPr>
          <p:nvPr>
            <p:ph sz="quarter" idx="4"/>
          </p:nvPr>
        </p:nvSpPr>
        <p:spPr>
          <a:xfrm>
            <a:off x="6172200" y="2505075"/>
            <a:ext cx="5183188" cy="3684588"/>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95B2BE2D-0FB5-473B-9DAF-4EF82995337E}" type="datetime1">
              <a:rPr kumimoji="0" lang="zh-CN" altLang="en-US" sz="1200" b="0" i="0" u="none" strike="noStrike" kern="1200" cap="none" spc="0" normalizeH="0" baseline="0" noProof="0">
                <a:ln>
                  <a:noFill/>
                </a:ln>
                <a:solidFill>
                  <a:srgbClr val="898989"/>
                </a:solidFill>
                <a:effectLst/>
                <a:uLnTx/>
                <a:uFillTx/>
                <a:latin typeface="等线" charset="0"/>
                <a:ea typeface="宋体" panose="02010600030101010101" pitchFamily="2" charset="-122"/>
                <a:cs typeface="等线" charset="0"/>
              </a:rPr>
            </a:fld>
            <a:endParaRPr kumimoji="0" lang="zh-CN" altLang="en-US" sz="1200" b="0" i="0" u="none" strike="noStrike" kern="1200" cap="none" spc="0" normalizeH="0" baseline="0" noProof="0">
              <a:ln>
                <a:noFill/>
              </a:ln>
              <a:solidFill>
                <a:srgbClr val="898989"/>
              </a:solidFill>
              <a:effectLst/>
              <a:uLnTx/>
              <a:uFillTx/>
              <a:latin typeface="等线" charset="0"/>
              <a:ea typeface="宋体" panose="02010600030101010101" pitchFamily="2" charset="-122"/>
              <a:cs typeface="等线" charset="0"/>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等线" charset="0"/>
              <a:ea typeface="宋体" panose="02010600030101010101" pitchFamily="2" charset="-122"/>
              <a:cs typeface="等线" charset="0"/>
            </a:endParaRPr>
          </a:p>
        </p:txBody>
      </p:sp>
      <p:sp>
        <p:nvSpPr>
          <p:cNvPr id="9" name="灯片编号占位符 8"/>
          <p:cNvSpPr>
            <a:spLocks noGrp="1"/>
          </p:cNvSpPr>
          <p:nvPr>
            <p:ph type="sldNum" sz="quarter" idx="12"/>
          </p:nvPr>
        </p:nvSpPr>
        <p:spPr/>
        <p:txBody>
          <a:bodyPr/>
          <a:p>
            <a:pPr lvl="0" eaLnBrk="1" hangingPunct="1">
              <a:buNone/>
            </a:pPr>
            <a:fld id="{9A0DB2DC-4C9A-4742-B13C-FB6460FD3503}" type="slidenum">
              <a:rPr lang="zh-CN" altLang="en-US" dirty="0">
                <a:latin typeface="等线" pitchFamily="2" charset="-122"/>
              </a:rPr>
            </a:fld>
            <a:endParaRPr lang="zh-CN" altLang="en-US" dirty="0">
              <a:latin typeface="等线" pitchFamily="2" charset="-122"/>
            </a:endParaRPr>
          </a:p>
        </p:txBody>
      </p:sp>
    </p:spTree>
  </p:cSld>
  <p:clrMapOvr>
    <a:masterClrMapping/>
  </p:clrMapOvr>
  <p:transition spd="slow" advTm="3000">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95B2BE2D-0FB5-473B-9DAF-4EF82995337E}" type="datetime1">
              <a:rPr kumimoji="0" lang="zh-CN" altLang="en-US" sz="1200" b="0" i="0" u="none" strike="noStrike" kern="1200" cap="none" spc="0" normalizeH="0" baseline="0" noProof="0">
                <a:ln>
                  <a:noFill/>
                </a:ln>
                <a:solidFill>
                  <a:srgbClr val="898989"/>
                </a:solidFill>
                <a:effectLst/>
                <a:uLnTx/>
                <a:uFillTx/>
                <a:latin typeface="等线" charset="0"/>
                <a:ea typeface="宋体" panose="02010600030101010101" pitchFamily="2" charset="-122"/>
                <a:cs typeface="等线" charset="0"/>
              </a:rPr>
            </a:fld>
            <a:endParaRPr kumimoji="0" lang="zh-CN" altLang="en-US" sz="1200" b="0" i="0" u="none" strike="noStrike" kern="1200" cap="none" spc="0" normalizeH="0" baseline="0" noProof="0">
              <a:ln>
                <a:noFill/>
              </a:ln>
              <a:solidFill>
                <a:srgbClr val="898989"/>
              </a:solidFill>
              <a:effectLst/>
              <a:uLnTx/>
              <a:uFillTx/>
              <a:latin typeface="等线" charset="0"/>
              <a:ea typeface="宋体" panose="02010600030101010101" pitchFamily="2" charset="-122"/>
              <a:cs typeface="等线" charset="0"/>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等线" charset="0"/>
              <a:ea typeface="宋体" panose="02010600030101010101" pitchFamily="2" charset="-122"/>
              <a:cs typeface="等线" charset="0"/>
            </a:endParaRPr>
          </a:p>
        </p:txBody>
      </p:sp>
      <p:sp>
        <p:nvSpPr>
          <p:cNvPr id="5" name="灯片编号占位符 4"/>
          <p:cNvSpPr>
            <a:spLocks noGrp="1"/>
          </p:cNvSpPr>
          <p:nvPr>
            <p:ph type="sldNum" sz="quarter" idx="12"/>
          </p:nvPr>
        </p:nvSpPr>
        <p:spPr/>
        <p:txBody>
          <a:bodyPr/>
          <a:p>
            <a:pPr lvl="0" eaLnBrk="1" hangingPunct="1">
              <a:buNone/>
            </a:pPr>
            <a:fld id="{9A0DB2DC-4C9A-4742-B13C-FB6460FD3503}" type="slidenum">
              <a:rPr lang="zh-CN" altLang="en-US" dirty="0">
                <a:latin typeface="等线" pitchFamily="2" charset="-122"/>
              </a:rPr>
            </a:fld>
            <a:endParaRPr lang="zh-CN" altLang="en-US" dirty="0">
              <a:latin typeface="等线" pitchFamily="2" charset="-122"/>
            </a:endParaRPr>
          </a:p>
        </p:txBody>
      </p:sp>
    </p:spTree>
  </p:cSld>
  <p:clrMapOvr>
    <a:masterClrMapping/>
  </p:clrMapOvr>
  <p:transition spd="slow" advTm="3000">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95B2BE2D-0FB5-473B-9DAF-4EF82995337E}" type="datetime1">
              <a:rPr kumimoji="0" lang="zh-CN" altLang="en-US" sz="1200" b="0" i="0" u="none" strike="noStrike" kern="1200" cap="none" spc="0" normalizeH="0" baseline="0" noProof="0">
                <a:ln>
                  <a:noFill/>
                </a:ln>
                <a:solidFill>
                  <a:srgbClr val="898989"/>
                </a:solidFill>
                <a:effectLst/>
                <a:uLnTx/>
                <a:uFillTx/>
                <a:latin typeface="等线" charset="0"/>
                <a:ea typeface="宋体" panose="02010600030101010101" pitchFamily="2" charset="-122"/>
                <a:cs typeface="等线" charset="0"/>
              </a:rPr>
            </a:fld>
            <a:endParaRPr kumimoji="0" lang="zh-CN" altLang="en-US" sz="1200" b="0" i="0" u="none" strike="noStrike" kern="1200" cap="none" spc="0" normalizeH="0" baseline="0" noProof="0">
              <a:ln>
                <a:noFill/>
              </a:ln>
              <a:solidFill>
                <a:srgbClr val="898989"/>
              </a:solidFill>
              <a:effectLst/>
              <a:uLnTx/>
              <a:uFillTx/>
              <a:latin typeface="等线" charset="0"/>
              <a:ea typeface="宋体" panose="02010600030101010101" pitchFamily="2" charset="-122"/>
              <a:cs typeface="等线" charset="0"/>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等线" charset="0"/>
              <a:ea typeface="宋体" panose="02010600030101010101" pitchFamily="2" charset="-122"/>
              <a:cs typeface="等线" charset="0"/>
            </a:endParaRPr>
          </a:p>
        </p:txBody>
      </p:sp>
      <p:sp>
        <p:nvSpPr>
          <p:cNvPr id="4" name="灯片编号占位符 3"/>
          <p:cNvSpPr>
            <a:spLocks noGrp="1"/>
          </p:cNvSpPr>
          <p:nvPr>
            <p:ph type="sldNum" sz="quarter" idx="12"/>
          </p:nvPr>
        </p:nvSpPr>
        <p:spPr/>
        <p:txBody>
          <a:bodyPr/>
          <a:p>
            <a:pPr lvl="0" eaLnBrk="1" hangingPunct="1">
              <a:buNone/>
            </a:pPr>
            <a:fld id="{9A0DB2DC-4C9A-4742-B13C-FB6460FD3503}" type="slidenum">
              <a:rPr lang="zh-CN" altLang="en-US" dirty="0">
                <a:latin typeface="等线" pitchFamily="2" charset="-122"/>
              </a:rPr>
            </a:fld>
            <a:endParaRPr lang="zh-CN" altLang="en-US" dirty="0">
              <a:latin typeface="等线" pitchFamily="2" charset="-122"/>
            </a:endParaRPr>
          </a:p>
        </p:txBody>
      </p:sp>
    </p:spTree>
  </p:cSld>
  <p:clrMapOvr>
    <a:masterClrMapping/>
  </p:clrMapOvr>
  <p:transition spd="slow" advTm="3000">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noProof="1"/>
              <a:t>单击此处编辑母版标题样式</a:t>
            </a:r>
            <a:endParaRPr lang="zh-CN" altLang="en-US" noProof="1"/>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noProof="1"/>
              <a:t>单击此处编辑母版文本样式</a:t>
            </a:r>
            <a:endParaRPr lang="zh-CN" altLang="en-US"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95B2BE2D-0FB5-473B-9DAF-4EF82995337E}" type="datetime1">
              <a:rPr kumimoji="0" lang="zh-CN" altLang="en-US" sz="1200" b="0" i="0" u="none" strike="noStrike" kern="1200" cap="none" spc="0" normalizeH="0" baseline="0" noProof="0">
                <a:ln>
                  <a:noFill/>
                </a:ln>
                <a:solidFill>
                  <a:srgbClr val="898989"/>
                </a:solidFill>
                <a:effectLst/>
                <a:uLnTx/>
                <a:uFillTx/>
                <a:latin typeface="等线" charset="0"/>
                <a:ea typeface="宋体" panose="02010600030101010101" pitchFamily="2" charset="-122"/>
                <a:cs typeface="等线" charset="0"/>
              </a:rPr>
            </a:fld>
            <a:endParaRPr kumimoji="0" lang="zh-CN" altLang="en-US" sz="1200" b="0" i="0" u="none" strike="noStrike" kern="1200" cap="none" spc="0" normalizeH="0" baseline="0" noProof="0">
              <a:ln>
                <a:noFill/>
              </a:ln>
              <a:solidFill>
                <a:srgbClr val="898989"/>
              </a:solidFill>
              <a:effectLst/>
              <a:uLnTx/>
              <a:uFillTx/>
              <a:latin typeface="等线" charset="0"/>
              <a:ea typeface="宋体" panose="02010600030101010101" pitchFamily="2" charset="-122"/>
              <a:cs typeface="等线" charset="0"/>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等线" charset="0"/>
              <a:ea typeface="宋体" panose="02010600030101010101" pitchFamily="2" charset="-122"/>
              <a:cs typeface="等线" charset="0"/>
            </a:endParaRPr>
          </a:p>
        </p:txBody>
      </p:sp>
      <p:sp>
        <p:nvSpPr>
          <p:cNvPr id="7" name="灯片编号占位符 6"/>
          <p:cNvSpPr>
            <a:spLocks noGrp="1"/>
          </p:cNvSpPr>
          <p:nvPr>
            <p:ph type="sldNum" sz="quarter" idx="12"/>
          </p:nvPr>
        </p:nvSpPr>
        <p:spPr/>
        <p:txBody>
          <a:bodyPr/>
          <a:p>
            <a:pPr lvl="0" eaLnBrk="1" hangingPunct="1">
              <a:buNone/>
            </a:pPr>
            <a:fld id="{9A0DB2DC-4C9A-4742-B13C-FB6460FD3503}" type="slidenum">
              <a:rPr lang="zh-CN" altLang="en-US" dirty="0">
                <a:latin typeface="等线" pitchFamily="2" charset="-122"/>
              </a:rPr>
            </a:fld>
            <a:endParaRPr lang="zh-CN" altLang="en-US" dirty="0">
              <a:latin typeface="等线" pitchFamily="2" charset="-122"/>
            </a:endParaRPr>
          </a:p>
        </p:txBody>
      </p:sp>
    </p:spTree>
  </p:cSld>
  <p:clrMapOvr>
    <a:masterClrMapping/>
  </p:clrMapOvr>
  <p:transition spd="slow" advTm="3000">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noProof="1"/>
              <a:t>单击此处编辑母版标题样式</a:t>
            </a:r>
            <a:endParaRPr lang="zh-CN" altLang="en-US" noProof="1"/>
          </a:p>
        </p:txBody>
      </p:sp>
      <p:sp>
        <p:nvSpPr>
          <p:cNvPr id="3" name="图片占位符 2"/>
          <p:cNvSpPr>
            <a:spLocks noGrp="1"/>
          </p:cNvSpPr>
          <p:nvPr>
            <p:ph type="pic" idx="1"/>
          </p:nvPr>
        </p:nvSpPr>
        <p:spPr>
          <a:xfrm>
            <a:off x="5183188" y="987425"/>
            <a:ext cx="617220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90000"/>
              </a:lnSpc>
              <a:spcBef>
                <a:spcPts val="1000"/>
              </a:spcBef>
              <a:spcAft>
                <a:spcPct val="0"/>
              </a:spcAft>
              <a:buClrTx/>
              <a:buSzTx/>
              <a:buFont typeface="Arial" panose="020B0604020202020204" pitchFamily="34" charset="0"/>
              <a:buNone/>
              <a:defRPr/>
            </a:pPr>
            <a:endParaRPr kumimoji="0" lang="zh-CN" altLang="en-US" sz="3200" b="0" i="0" u="none" strike="noStrike" kern="1200" cap="none" spc="0" normalizeH="0" baseline="0" noProof="1">
              <a:ln>
                <a:noFill/>
              </a:ln>
              <a:solidFill>
                <a:schemeClr val="tx1"/>
              </a:solidFill>
              <a:effectLst/>
              <a:uLnTx/>
              <a:uFillTx/>
              <a:latin typeface="+mn-lt"/>
              <a:ea typeface="+mn-ea"/>
              <a:cs typeface="等线" charset="0"/>
            </a:endParaRP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noProof="1"/>
              <a:t>单击此处编辑母版文本样式</a:t>
            </a:r>
            <a:endParaRPr lang="zh-CN" altLang="en-US"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95B2BE2D-0FB5-473B-9DAF-4EF82995337E}" type="datetime1">
              <a:rPr kumimoji="0" lang="zh-CN" altLang="en-US" sz="1200" b="0" i="0" u="none" strike="noStrike" kern="1200" cap="none" spc="0" normalizeH="0" baseline="0" noProof="0">
                <a:ln>
                  <a:noFill/>
                </a:ln>
                <a:solidFill>
                  <a:srgbClr val="898989"/>
                </a:solidFill>
                <a:effectLst/>
                <a:uLnTx/>
                <a:uFillTx/>
                <a:latin typeface="等线" charset="0"/>
                <a:ea typeface="宋体" panose="02010600030101010101" pitchFamily="2" charset="-122"/>
                <a:cs typeface="等线" charset="0"/>
              </a:rPr>
            </a:fld>
            <a:endParaRPr kumimoji="0" lang="zh-CN" altLang="en-US" sz="1200" b="0" i="0" u="none" strike="noStrike" kern="1200" cap="none" spc="0" normalizeH="0" baseline="0" noProof="0">
              <a:ln>
                <a:noFill/>
              </a:ln>
              <a:solidFill>
                <a:srgbClr val="898989"/>
              </a:solidFill>
              <a:effectLst/>
              <a:uLnTx/>
              <a:uFillTx/>
              <a:latin typeface="等线" charset="0"/>
              <a:ea typeface="宋体" panose="02010600030101010101" pitchFamily="2" charset="-122"/>
              <a:cs typeface="等线" charset="0"/>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等线" charset="0"/>
              <a:ea typeface="宋体" panose="02010600030101010101" pitchFamily="2" charset="-122"/>
              <a:cs typeface="等线" charset="0"/>
            </a:endParaRPr>
          </a:p>
        </p:txBody>
      </p:sp>
      <p:sp>
        <p:nvSpPr>
          <p:cNvPr id="7" name="灯片编号占位符 6"/>
          <p:cNvSpPr>
            <a:spLocks noGrp="1"/>
          </p:cNvSpPr>
          <p:nvPr>
            <p:ph type="sldNum" sz="quarter" idx="12"/>
          </p:nvPr>
        </p:nvSpPr>
        <p:spPr/>
        <p:txBody>
          <a:bodyPr/>
          <a:p>
            <a:pPr lvl="0" eaLnBrk="1" hangingPunct="1">
              <a:buNone/>
            </a:pPr>
            <a:fld id="{9A0DB2DC-4C9A-4742-B13C-FB6460FD3503}" type="slidenum">
              <a:rPr lang="zh-CN" altLang="en-US" dirty="0">
                <a:latin typeface="等线" pitchFamily="2" charset="-122"/>
              </a:rPr>
            </a:fld>
            <a:endParaRPr lang="zh-CN" altLang="en-US" dirty="0">
              <a:latin typeface="等线" pitchFamily="2" charset="-122"/>
            </a:endParaRPr>
          </a:p>
        </p:txBody>
      </p:sp>
    </p:spTree>
  </p:cSld>
  <p:clrMapOvr>
    <a:masterClrMapping/>
  </p:clrMapOvr>
  <p:transition spd="slow" advTm="3000">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95B2BE2D-0FB5-473B-9DAF-4EF82995337E}" type="datetime1">
              <a:rPr kumimoji="0" lang="zh-CN" altLang="en-US" sz="1200" b="0" i="0" u="none" strike="noStrike" kern="1200" cap="none" spc="0" normalizeH="0" baseline="0" noProof="0">
                <a:ln>
                  <a:noFill/>
                </a:ln>
                <a:solidFill>
                  <a:srgbClr val="898989"/>
                </a:solidFill>
                <a:effectLst/>
                <a:uLnTx/>
                <a:uFillTx/>
                <a:latin typeface="等线" charset="0"/>
                <a:ea typeface="宋体" panose="02010600030101010101" pitchFamily="2" charset="-122"/>
                <a:cs typeface="等线" charset="0"/>
              </a:rPr>
            </a:fld>
            <a:endParaRPr kumimoji="0" lang="zh-CN" altLang="en-US" sz="1200" b="0" i="0" u="none" strike="noStrike" kern="1200" cap="none" spc="0" normalizeH="0" baseline="0" noProof="0">
              <a:ln>
                <a:noFill/>
              </a:ln>
              <a:solidFill>
                <a:srgbClr val="898989"/>
              </a:solidFill>
              <a:effectLst/>
              <a:uLnTx/>
              <a:uFillTx/>
              <a:latin typeface="等线" charset="0"/>
              <a:ea typeface="宋体" panose="02010600030101010101" pitchFamily="2" charset="-122"/>
              <a:cs typeface="等线" charset="0"/>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等线" charset="0"/>
              <a:ea typeface="宋体" panose="02010600030101010101" pitchFamily="2" charset="-122"/>
              <a:cs typeface="等线" charset="0"/>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zh-CN" altLang="en-US" dirty="0">
                <a:latin typeface="等线" pitchFamily="2" charset="-122"/>
              </a:rPr>
            </a:fld>
            <a:endParaRPr lang="zh-CN" altLang="en-US" dirty="0">
              <a:latin typeface="等线" pitchFamily="2" charset="-122"/>
            </a:endParaRPr>
          </a:p>
        </p:txBody>
      </p:sp>
    </p:spTree>
  </p:cSld>
  <p:clrMapOvr>
    <a:masterClrMapping/>
  </p:clrMapOvr>
  <p:transition spd="slow" advTm="3000">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95B2BE2D-0FB5-473B-9DAF-4EF82995337E}" type="datetime1">
              <a:rPr kumimoji="0" lang="zh-CN" altLang="en-US" sz="1200" b="0" i="0" u="none" strike="noStrike" kern="1200" cap="none" spc="0" normalizeH="0" baseline="0" noProof="0">
                <a:ln>
                  <a:noFill/>
                </a:ln>
                <a:solidFill>
                  <a:srgbClr val="898989"/>
                </a:solidFill>
                <a:effectLst/>
                <a:uLnTx/>
                <a:uFillTx/>
                <a:latin typeface="等线" charset="0"/>
                <a:ea typeface="宋体" panose="02010600030101010101" pitchFamily="2" charset="-122"/>
                <a:cs typeface="等线" charset="0"/>
              </a:rPr>
            </a:fld>
            <a:endParaRPr kumimoji="0" lang="zh-CN" altLang="en-US" sz="1200" b="0" i="0" u="none" strike="noStrike" kern="1200" cap="none" spc="0" normalizeH="0" baseline="0" noProof="0">
              <a:ln>
                <a:noFill/>
              </a:ln>
              <a:solidFill>
                <a:srgbClr val="898989"/>
              </a:solidFill>
              <a:effectLst/>
              <a:uLnTx/>
              <a:uFillTx/>
              <a:latin typeface="等线" charset="0"/>
              <a:ea typeface="宋体" panose="02010600030101010101" pitchFamily="2" charset="-122"/>
              <a:cs typeface="等线" charset="0"/>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等线" charset="0"/>
              <a:ea typeface="宋体" panose="02010600030101010101" pitchFamily="2" charset="-122"/>
              <a:cs typeface="等线" charset="0"/>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zh-CN" altLang="en-US" dirty="0">
                <a:latin typeface="等线" pitchFamily="2" charset="-122"/>
              </a:rPr>
            </a:fld>
            <a:endParaRPr lang="zh-CN" altLang="en-US" dirty="0">
              <a:latin typeface="等线" pitchFamily="2" charset="-122"/>
            </a:endParaRPr>
          </a:p>
        </p:txBody>
      </p:sp>
    </p:spTree>
  </p:cSld>
  <p:clrMapOvr>
    <a:masterClrMapping/>
  </p:clrMapOvr>
  <p:transition spd="slow" advTm="3000">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1_标题幻灯片">
    <p:bg>
      <p:bgPr>
        <a:solidFill>
          <a:schemeClr val="bg1"/>
        </a:solidFill>
        <a:effectLst/>
      </p:bgPr>
    </p:bg>
    <p:spTree>
      <p:nvGrpSpPr>
        <p:cNvPr id="1" name=""/>
        <p:cNvGrpSpPr/>
        <p:nvPr/>
      </p:nvGrpSpPr>
      <p:grpSpPr>
        <a:xfrm>
          <a:off x="0" y="0"/>
          <a:ext cx="0" cy="0"/>
          <a:chOff x="0" y="0"/>
          <a:chExt cx="0" cy="0"/>
        </a:xfrm>
      </p:grpSpPr>
      <p:pic>
        <p:nvPicPr>
          <p:cNvPr id="5122" name="图片 7"/>
          <p:cNvPicPr>
            <a:picLocks noChangeAspect="1"/>
          </p:cNvPicPr>
          <p:nvPr userDrawn="1"/>
        </p:nvPicPr>
        <p:blipFill>
          <a:blip r:embed="rId2"/>
          <a:stretch>
            <a:fillRect/>
          </a:stretch>
        </p:blipFill>
        <p:spPr>
          <a:xfrm>
            <a:off x="4763" y="0"/>
            <a:ext cx="12180887" cy="6858000"/>
          </a:xfrm>
          <a:prstGeom prst="rect">
            <a:avLst/>
          </a:prstGeom>
          <a:noFill/>
          <a:ln w="9525">
            <a:noFill/>
          </a:ln>
        </p:spPr>
      </p:pic>
      <p:sp>
        <p:nvSpPr>
          <p:cNvPr id="8" name="日期占位符 1"/>
          <p:cNvSpPr>
            <a:spLocks noGrp="1"/>
          </p:cNvSpPr>
          <p:nvPr>
            <p:ph type="dt" sz="half" idx="2"/>
          </p:nvPr>
        </p:nvSpPr>
        <p:spPr>
          <a:xfrm>
            <a:off x="838200" y="6356350"/>
            <a:ext cx="2743200" cy="365125"/>
          </a:xfrm>
          <a:prstGeom prst="rect">
            <a:avLst/>
          </a:prstGeom>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17818A12-CC64-47DD-A24A-33BE3DBA9C58}" type="datetime1">
              <a:rPr kumimoji="0" lang="zh-CN" altLang="en-US" sz="1200" b="0" i="0" u="none" strike="noStrike" kern="1200" cap="none" spc="0" normalizeH="0" baseline="0" noProof="0">
                <a:ln>
                  <a:noFill/>
                </a:ln>
                <a:solidFill>
                  <a:srgbClr val="898989"/>
                </a:solidFill>
                <a:effectLst/>
                <a:uLnTx/>
                <a:uFillTx/>
                <a:latin typeface="等线" charset="0"/>
                <a:ea typeface="宋体" panose="02010600030101010101" pitchFamily="2" charset="-122"/>
                <a:cs typeface="等线" charset="0"/>
              </a:rPr>
            </a:fld>
            <a:endParaRPr kumimoji="0" lang="zh-CN" altLang="en-US" sz="1200" b="0" i="0" u="none" strike="noStrike" kern="1200" cap="none" spc="0" normalizeH="0" baseline="0" noProof="0">
              <a:ln>
                <a:noFill/>
              </a:ln>
              <a:solidFill>
                <a:srgbClr val="898989"/>
              </a:solidFill>
              <a:effectLst/>
              <a:uLnTx/>
              <a:uFillTx/>
              <a:latin typeface="等线" charset="0"/>
              <a:ea typeface="宋体" panose="02010600030101010101" pitchFamily="2" charset="-122"/>
              <a:cs typeface="等线" charset="0"/>
            </a:endParaRPr>
          </a:p>
        </p:txBody>
      </p:sp>
      <p:sp>
        <p:nvSpPr>
          <p:cNvPr id="9" name="页脚占位符 2"/>
          <p:cNvSpPr>
            <a:spLocks noGrp="1"/>
          </p:cNvSpPr>
          <p:nvPr>
            <p:ph type="ftr" sz="quarter" idx="3"/>
          </p:nvPr>
        </p:nvSpPr>
        <p:spPr>
          <a:xfrm>
            <a:off x="4038600" y="6356350"/>
            <a:ext cx="4114800" cy="365125"/>
          </a:xfrm>
          <a:prstGeom prst="rect">
            <a:avLst/>
          </a:prstGeom>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等线" charset="0"/>
              <a:ea typeface="宋体" panose="02010600030101010101" pitchFamily="2" charset="-122"/>
              <a:cs typeface="等线" charset="0"/>
            </a:endParaRPr>
          </a:p>
        </p:txBody>
      </p:sp>
      <p:sp>
        <p:nvSpPr>
          <p:cNvPr id="10" name="灯片编号占位符 3"/>
          <p:cNvSpPr>
            <a:spLocks noGrp="1"/>
          </p:cNvSpPr>
          <p:nvPr>
            <p:ph type="sldNum" sz="quarter" idx="4"/>
          </p:nvPr>
        </p:nvSpPr>
        <p:spPr>
          <a:xfrm>
            <a:off x="8610600" y="6356350"/>
            <a:ext cx="2743200" cy="365125"/>
          </a:xfrm>
          <a:prstGeom prst="rect">
            <a:avLst/>
          </a:prstGeom>
        </p:spPr>
        <p:txBody>
          <a:bodyPr vert="horz" wrap="square" lIns="91440" tIns="45720" rIns="91440" bIns="45720" numCol="1" anchor="ctr" anchorCtr="0" compatLnSpc="1"/>
          <a:p>
            <a:pPr algn="r" eaLnBrk="1" hangingPunct="1">
              <a:buNone/>
            </a:pPr>
            <a:fld id="{9A0DB2DC-4C9A-4742-B13C-FB6460FD3503}" type="slidenum">
              <a:rPr lang="zh-CN" altLang="en-US" dirty="0">
                <a:ea typeface="宋体" panose="02010600030101010101" pitchFamily="2" charset="-122"/>
              </a:rPr>
            </a:fld>
            <a:endParaRPr lang="zh-CN" altLang="en-US" dirty="0">
              <a:ea typeface="宋体" panose="02010600030101010101" pitchFamily="2" charset="-122"/>
            </a:endParaRPr>
          </a:p>
        </p:txBody>
      </p:sp>
    </p:spTree>
  </p:cSld>
  <p:clrMapOvr>
    <a:masterClrMapping/>
  </p:clrMapOvr>
  <p:transition spd="slow" advTm="3000">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2_自定义版式">
    <p:spTree>
      <p:nvGrpSpPr>
        <p:cNvPr id="1" name=""/>
        <p:cNvGrpSpPr/>
        <p:nvPr/>
      </p:nvGrpSpPr>
      <p:grpSpPr>
        <a:xfrm>
          <a:off x="0" y="0"/>
          <a:ext cx="0" cy="0"/>
          <a:chOff x="0" y="0"/>
          <a:chExt cx="0" cy="0"/>
        </a:xfrm>
      </p:grpSpPr>
      <p:sp>
        <p:nvSpPr>
          <p:cNvPr id="6" name="图片占位符 5"/>
          <p:cNvSpPr>
            <a:spLocks noGrp="1"/>
          </p:cNvSpPr>
          <p:nvPr>
            <p:ph type="pic" sz="quarter" idx="10"/>
          </p:nvPr>
        </p:nvSpPr>
        <p:spPr>
          <a:xfrm>
            <a:off x="0" y="1378479"/>
            <a:ext cx="12192000" cy="2879555"/>
          </a:xfrm>
          <a:custGeom>
            <a:avLst/>
            <a:gdLst>
              <a:gd name="connsiteX0" fmla="*/ 0 w 12192000"/>
              <a:gd name="connsiteY0" fmla="*/ 0 h 2879555"/>
              <a:gd name="connsiteX1" fmla="*/ 12192000 w 12192000"/>
              <a:gd name="connsiteY1" fmla="*/ 0 h 2879555"/>
              <a:gd name="connsiteX2" fmla="*/ 12192000 w 12192000"/>
              <a:gd name="connsiteY2" fmla="*/ 2879555 h 2879555"/>
              <a:gd name="connsiteX3" fmla="*/ 0 w 12192000"/>
              <a:gd name="connsiteY3" fmla="*/ 2879555 h 2879555"/>
            </a:gdLst>
            <a:ahLst/>
            <a:cxnLst>
              <a:cxn ang="0">
                <a:pos x="connsiteX0" y="connsiteY0"/>
              </a:cxn>
              <a:cxn ang="0">
                <a:pos x="connsiteX1" y="connsiteY1"/>
              </a:cxn>
              <a:cxn ang="0">
                <a:pos x="connsiteX2" y="connsiteY2"/>
              </a:cxn>
              <a:cxn ang="0">
                <a:pos x="connsiteX3" y="connsiteY3"/>
              </a:cxn>
            </a:cxnLst>
            <a:rect l="l" t="t" r="r" b="b"/>
            <a:pathLst>
              <a:path w="12192000" h="2879555">
                <a:moveTo>
                  <a:pt x="0" y="0"/>
                </a:moveTo>
                <a:lnTo>
                  <a:pt x="12192000" y="0"/>
                </a:lnTo>
                <a:lnTo>
                  <a:pt x="12192000" y="2879555"/>
                </a:lnTo>
                <a:lnTo>
                  <a:pt x="0" y="2879555"/>
                </a:lnTo>
                <a:close/>
              </a:path>
            </a:pathLst>
          </a:custGeom>
        </p:spPr>
        <p:txBody>
          <a:bodyPr vert="horz" wrap="square" lIns="91440" tIns="45720" rIns="91440" bIns="45720" numCol="1" anchor="t" anchorCtr="0" compatLnSpc="1">
            <a:noAutofit/>
          </a:bodyPr>
          <a:lstStyle/>
          <a:p>
            <a:pPr marL="228600" marR="0" lvl="0" indent="-228600" algn="l" defTabSz="914400" rtl="0" eaLnBrk="0" fontAlgn="base" latinLnBrk="0" hangingPunct="0">
              <a:lnSpc>
                <a:spcPct val="90000"/>
              </a:lnSpc>
              <a:spcBef>
                <a:spcPts val="1000"/>
              </a:spcBef>
              <a:spcAft>
                <a:spcPct val="0"/>
              </a:spcAft>
              <a:buClrTx/>
              <a:buSzTx/>
              <a:buFont typeface="Arial" panose="020B0604020202020204" pitchFamily="34" charset="0"/>
              <a:buChar char="•"/>
              <a:defRPr/>
            </a:pPr>
            <a:endParaRPr kumimoji="0" lang="zh-CN" altLang="en-US" sz="2800" b="0" i="0" u="none" strike="noStrike" kern="1200" cap="none" spc="0" normalizeH="0" baseline="0" noProof="1">
              <a:ln>
                <a:noFill/>
              </a:ln>
              <a:solidFill>
                <a:schemeClr val="tx1"/>
              </a:solidFill>
              <a:effectLst/>
              <a:uLnTx/>
              <a:uFillTx/>
              <a:latin typeface="+mn-lt"/>
              <a:ea typeface="+mn-ea"/>
              <a:cs typeface="等线" charset="0"/>
            </a:endParaRPr>
          </a:p>
        </p:txBody>
      </p:sp>
      <p:sp>
        <p:nvSpPr>
          <p:cNvPr id="2" name="日期占位符 1"/>
          <p:cNvSpPr>
            <a:spLocks noGrp="1"/>
          </p:cNvSpPr>
          <p:nvPr>
            <p:ph type="dt" sz="half"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95B2BE2D-0FB5-473B-9DAF-4EF82995337E}" type="datetime1">
              <a:rPr kumimoji="0" lang="zh-CN" altLang="en-US" sz="1200" b="0" i="0" u="none" strike="noStrike" kern="1200" cap="none" spc="0" normalizeH="0" baseline="0" noProof="0">
                <a:ln>
                  <a:noFill/>
                </a:ln>
                <a:solidFill>
                  <a:srgbClr val="898989"/>
                </a:solidFill>
                <a:effectLst/>
                <a:uLnTx/>
                <a:uFillTx/>
                <a:latin typeface="等线" charset="0"/>
                <a:ea typeface="宋体" panose="02010600030101010101" pitchFamily="2" charset="-122"/>
                <a:cs typeface="等线" charset="0"/>
              </a:rPr>
            </a:fld>
            <a:endParaRPr kumimoji="0" lang="zh-CN" altLang="en-US" sz="1200" b="0" i="0" u="none" strike="noStrike" kern="1200" cap="none" spc="0" normalizeH="0" baseline="0" noProof="0">
              <a:ln>
                <a:noFill/>
              </a:ln>
              <a:solidFill>
                <a:srgbClr val="898989"/>
              </a:solidFill>
              <a:effectLst/>
              <a:uLnTx/>
              <a:uFillTx/>
              <a:latin typeface="等线" charset="0"/>
              <a:ea typeface="宋体" panose="02010600030101010101" pitchFamily="2" charset="-122"/>
              <a:cs typeface="等线" charset="0"/>
            </a:endParaRPr>
          </a:p>
        </p:txBody>
      </p:sp>
      <p:sp>
        <p:nvSpPr>
          <p:cNvPr id="3" name="页脚占位符 2"/>
          <p:cNvSpPr>
            <a:spLocks noGrp="1"/>
          </p:cNvSpPr>
          <p:nvPr>
            <p:ph type="ftr" sz="quarter" idx="12"/>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等线" charset="0"/>
              <a:ea typeface="宋体" panose="02010600030101010101" pitchFamily="2" charset="-122"/>
              <a:cs typeface="等线" charset="0"/>
            </a:endParaRPr>
          </a:p>
        </p:txBody>
      </p:sp>
      <p:sp>
        <p:nvSpPr>
          <p:cNvPr id="4" name="灯片编号占位符 3"/>
          <p:cNvSpPr>
            <a:spLocks noGrp="1"/>
          </p:cNvSpPr>
          <p:nvPr>
            <p:ph type="sldNum" sz="quarter" idx="13"/>
          </p:nvPr>
        </p:nvSpPr>
        <p:spPr/>
        <p:txBody>
          <a:bodyPr/>
          <a:p>
            <a:pPr lvl="0" eaLnBrk="1" hangingPunct="1">
              <a:buNone/>
            </a:pPr>
            <a:fld id="{9A0DB2DC-4C9A-4742-B13C-FB6460FD3503}" type="slidenum">
              <a:rPr lang="zh-CN" altLang="en-US" dirty="0">
                <a:latin typeface="等线" pitchFamily="2" charset="-122"/>
              </a:rPr>
            </a:fld>
            <a:endParaRPr lang="zh-CN" altLang="en-US" dirty="0">
              <a:latin typeface="等线" pitchFamily="2" charset="-122"/>
            </a:endParaRPr>
          </a:p>
        </p:txBody>
      </p:sp>
    </p:spTree>
  </p:cSld>
  <p:clrMapOvr>
    <a:masterClrMapping/>
  </p:clrMapOvr>
  <p:transition spd="slow" advTm="3000">
    <p:fad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8_自定义版式">
    <p:spTree>
      <p:nvGrpSpPr>
        <p:cNvPr id="1" name=""/>
        <p:cNvGrpSpPr/>
        <p:nvPr/>
      </p:nvGrpSpPr>
      <p:grpSpPr>
        <a:xfrm>
          <a:off x="0" y="0"/>
          <a:ext cx="0" cy="0"/>
          <a:chOff x="0" y="0"/>
          <a:chExt cx="0" cy="0"/>
        </a:xfrm>
      </p:grpSpPr>
      <p:sp>
        <p:nvSpPr>
          <p:cNvPr id="6" name="图片占位符 5"/>
          <p:cNvSpPr>
            <a:spLocks noGrp="1"/>
          </p:cNvSpPr>
          <p:nvPr>
            <p:ph type="pic" sz="quarter" idx="10"/>
          </p:nvPr>
        </p:nvSpPr>
        <p:spPr>
          <a:xfrm>
            <a:off x="6621745" y="2382662"/>
            <a:ext cx="4190178" cy="2419704"/>
          </a:xfrm>
          <a:custGeom>
            <a:avLst/>
            <a:gdLst>
              <a:gd name="connsiteX0" fmla="*/ 0 w 4190178"/>
              <a:gd name="connsiteY0" fmla="*/ 0 h 2419704"/>
              <a:gd name="connsiteX1" fmla="*/ 4190178 w 4190178"/>
              <a:gd name="connsiteY1" fmla="*/ 0 h 2419704"/>
              <a:gd name="connsiteX2" fmla="*/ 4190178 w 4190178"/>
              <a:gd name="connsiteY2" fmla="*/ 2419704 h 2419704"/>
              <a:gd name="connsiteX3" fmla="*/ 0 w 4190178"/>
              <a:gd name="connsiteY3" fmla="*/ 2419704 h 2419704"/>
            </a:gdLst>
            <a:ahLst/>
            <a:cxnLst>
              <a:cxn ang="0">
                <a:pos x="connsiteX0" y="connsiteY0"/>
              </a:cxn>
              <a:cxn ang="0">
                <a:pos x="connsiteX1" y="connsiteY1"/>
              </a:cxn>
              <a:cxn ang="0">
                <a:pos x="connsiteX2" y="connsiteY2"/>
              </a:cxn>
              <a:cxn ang="0">
                <a:pos x="connsiteX3" y="connsiteY3"/>
              </a:cxn>
            </a:cxnLst>
            <a:rect l="l" t="t" r="r" b="b"/>
            <a:pathLst>
              <a:path w="4190178" h="2419704">
                <a:moveTo>
                  <a:pt x="0" y="0"/>
                </a:moveTo>
                <a:lnTo>
                  <a:pt x="4190178" y="0"/>
                </a:lnTo>
                <a:lnTo>
                  <a:pt x="4190178" y="2419704"/>
                </a:lnTo>
                <a:lnTo>
                  <a:pt x="0" y="2419704"/>
                </a:lnTo>
                <a:close/>
              </a:path>
            </a:pathLst>
          </a:custGeom>
        </p:spPr>
        <p:txBody>
          <a:bodyPr vert="horz" wrap="square" lIns="91440" tIns="45720" rIns="91440" bIns="45720" numCol="1" anchor="t" anchorCtr="0" compatLnSpc="1">
            <a:noAutofit/>
          </a:bodyPr>
          <a:lstStyle/>
          <a:p>
            <a:pPr marL="228600" marR="0" lvl="0" indent="-228600" algn="l" defTabSz="914400" rtl="0" eaLnBrk="0" fontAlgn="base" latinLnBrk="0" hangingPunct="0">
              <a:lnSpc>
                <a:spcPct val="90000"/>
              </a:lnSpc>
              <a:spcBef>
                <a:spcPts val="1000"/>
              </a:spcBef>
              <a:spcAft>
                <a:spcPct val="0"/>
              </a:spcAft>
              <a:buClrTx/>
              <a:buSzTx/>
              <a:buFont typeface="Arial" panose="020B0604020202020204" pitchFamily="34" charset="0"/>
              <a:buChar char="•"/>
              <a:defRPr/>
            </a:pPr>
            <a:endParaRPr kumimoji="0" lang="zh-CN" altLang="en-US" sz="2800" b="0" i="0" u="none" strike="noStrike" kern="1200" cap="none" spc="0" normalizeH="0" baseline="0" noProof="1">
              <a:ln>
                <a:noFill/>
              </a:ln>
              <a:solidFill>
                <a:schemeClr val="tx1"/>
              </a:solidFill>
              <a:effectLst/>
              <a:uLnTx/>
              <a:uFillTx/>
              <a:latin typeface="+mn-lt"/>
              <a:ea typeface="+mn-ea"/>
              <a:cs typeface="等线" charset="0"/>
            </a:endParaRPr>
          </a:p>
        </p:txBody>
      </p:sp>
      <p:sp>
        <p:nvSpPr>
          <p:cNvPr id="2" name="日期占位符 1"/>
          <p:cNvSpPr>
            <a:spLocks noGrp="1"/>
          </p:cNvSpPr>
          <p:nvPr>
            <p:ph type="dt" sz="half"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95B2BE2D-0FB5-473B-9DAF-4EF82995337E}" type="datetime1">
              <a:rPr kumimoji="0" lang="zh-CN" altLang="en-US" sz="1200" b="0" i="0" u="none" strike="noStrike" kern="1200" cap="none" spc="0" normalizeH="0" baseline="0" noProof="0">
                <a:ln>
                  <a:noFill/>
                </a:ln>
                <a:solidFill>
                  <a:srgbClr val="898989"/>
                </a:solidFill>
                <a:effectLst/>
                <a:uLnTx/>
                <a:uFillTx/>
                <a:latin typeface="等线" charset="0"/>
                <a:ea typeface="宋体" panose="02010600030101010101" pitchFamily="2" charset="-122"/>
                <a:cs typeface="等线" charset="0"/>
              </a:rPr>
            </a:fld>
            <a:endParaRPr kumimoji="0" lang="zh-CN" altLang="en-US" sz="1200" b="0" i="0" u="none" strike="noStrike" kern="1200" cap="none" spc="0" normalizeH="0" baseline="0" noProof="0">
              <a:ln>
                <a:noFill/>
              </a:ln>
              <a:solidFill>
                <a:srgbClr val="898989"/>
              </a:solidFill>
              <a:effectLst/>
              <a:uLnTx/>
              <a:uFillTx/>
              <a:latin typeface="等线" charset="0"/>
              <a:ea typeface="宋体" panose="02010600030101010101" pitchFamily="2" charset="-122"/>
              <a:cs typeface="等线" charset="0"/>
            </a:endParaRPr>
          </a:p>
        </p:txBody>
      </p:sp>
      <p:sp>
        <p:nvSpPr>
          <p:cNvPr id="3" name="页脚占位符 2"/>
          <p:cNvSpPr>
            <a:spLocks noGrp="1"/>
          </p:cNvSpPr>
          <p:nvPr>
            <p:ph type="ftr" sz="quarter" idx="12"/>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等线" charset="0"/>
              <a:ea typeface="宋体" panose="02010600030101010101" pitchFamily="2" charset="-122"/>
              <a:cs typeface="等线" charset="0"/>
            </a:endParaRPr>
          </a:p>
        </p:txBody>
      </p:sp>
      <p:sp>
        <p:nvSpPr>
          <p:cNvPr id="4" name="灯片编号占位符 3"/>
          <p:cNvSpPr>
            <a:spLocks noGrp="1"/>
          </p:cNvSpPr>
          <p:nvPr>
            <p:ph type="sldNum" sz="quarter" idx="13"/>
          </p:nvPr>
        </p:nvSpPr>
        <p:spPr/>
        <p:txBody>
          <a:bodyPr/>
          <a:p>
            <a:pPr lvl="0" eaLnBrk="1" hangingPunct="1">
              <a:buNone/>
            </a:pPr>
            <a:fld id="{9A0DB2DC-4C9A-4742-B13C-FB6460FD3503}" type="slidenum">
              <a:rPr lang="zh-CN" altLang="en-US" dirty="0">
                <a:latin typeface="等线" pitchFamily="2" charset="-122"/>
              </a:rPr>
            </a:fld>
            <a:endParaRPr lang="zh-CN" altLang="en-US" dirty="0">
              <a:latin typeface="等线" pitchFamily="2" charset="-122"/>
            </a:endParaRPr>
          </a:p>
        </p:txBody>
      </p:sp>
    </p:spTree>
  </p:cSld>
  <p:clrMapOvr>
    <a:masterClrMapping/>
  </p:clrMapOvr>
  <p:transition spd="slow" advTm="3000">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9_自定义版式">
    <p:spTree>
      <p:nvGrpSpPr>
        <p:cNvPr id="1" name=""/>
        <p:cNvGrpSpPr/>
        <p:nvPr/>
      </p:nvGrpSpPr>
      <p:grpSpPr>
        <a:xfrm>
          <a:off x="0" y="0"/>
          <a:ext cx="0" cy="0"/>
          <a:chOff x="0" y="0"/>
          <a:chExt cx="0" cy="0"/>
        </a:xfrm>
      </p:grpSpPr>
      <p:sp>
        <p:nvSpPr>
          <p:cNvPr id="15" name="图片占位符 14"/>
          <p:cNvSpPr>
            <a:spLocks noGrp="1"/>
          </p:cNvSpPr>
          <p:nvPr>
            <p:ph type="pic" sz="quarter" idx="10"/>
          </p:nvPr>
        </p:nvSpPr>
        <p:spPr>
          <a:xfrm>
            <a:off x="1752600" y="2019300"/>
            <a:ext cx="1828800" cy="1828800"/>
          </a:xfrm>
          <a:custGeom>
            <a:avLst/>
            <a:gdLst>
              <a:gd name="connsiteX0" fmla="*/ 914400 w 1828800"/>
              <a:gd name="connsiteY0" fmla="*/ 0 h 1828800"/>
              <a:gd name="connsiteX1" fmla="*/ 1828800 w 1828800"/>
              <a:gd name="connsiteY1" fmla="*/ 914400 h 1828800"/>
              <a:gd name="connsiteX2" fmla="*/ 914400 w 1828800"/>
              <a:gd name="connsiteY2" fmla="*/ 1828800 h 1828800"/>
              <a:gd name="connsiteX3" fmla="*/ 0 w 1828800"/>
              <a:gd name="connsiteY3" fmla="*/ 914400 h 1828800"/>
              <a:gd name="connsiteX4" fmla="*/ 914400 w 1828800"/>
              <a:gd name="connsiteY4" fmla="*/ 0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 h="1828800">
                <a:moveTo>
                  <a:pt x="914400" y="0"/>
                </a:moveTo>
                <a:cubicBezTo>
                  <a:pt x="1419409" y="0"/>
                  <a:pt x="1828800" y="409391"/>
                  <a:pt x="1828800" y="914400"/>
                </a:cubicBezTo>
                <a:cubicBezTo>
                  <a:pt x="1828800" y="1419409"/>
                  <a:pt x="1419409" y="1828800"/>
                  <a:pt x="914400" y="1828800"/>
                </a:cubicBezTo>
                <a:cubicBezTo>
                  <a:pt x="409391" y="1828800"/>
                  <a:pt x="0" y="1419409"/>
                  <a:pt x="0" y="914400"/>
                </a:cubicBezTo>
                <a:cubicBezTo>
                  <a:pt x="0" y="409391"/>
                  <a:pt x="409391" y="0"/>
                  <a:pt x="914400" y="0"/>
                </a:cubicBezTo>
                <a:close/>
              </a:path>
            </a:pathLst>
          </a:custGeom>
        </p:spPr>
        <p:txBody>
          <a:bodyPr vert="horz" wrap="square" lIns="91440" tIns="45720" rIns="91440" bIns="45720" numCol="1" anchor="t" anchorCtr="0" compatLnSpc="1">
            <a:noAutofit/>
          </a:bodyPr>
          <a:lstStyle/>
          <a:p>
            <a:pPr marL="228600" marR="0" lvl="0" indent="-228600" algn="l" defTabSz="914400" rtl="0" eaLnBrk="0" fontAlgn="base" latinLnBrk="0" hangingPunct="0">
              <a:lnSpc>
                <a:spcPct val="90000"/>
              </a:lnSpc>
              <a:spcBef>
                <a:spcPts val="1000"/>
              </a:spcBef>
              <a:spcAft>
                <a:spcPct val="0"/>
              </a:spcAft>
              <a:buClrTx/>
              <a:buSzTx/>
              <a:buFont typeface="Arial" panose="020B0604020202020204" pitchFamily="34" charset="0"/>
              <a:buChar char="•"/>
              <a:defRPr/>
            </a:pPr>
            <a:endParaRPr kumimoji="0" lang="zh-CN" altLang="en-US" sz="2800" b="0" i="0" u="none" strike="noStrike" kern="1200" cap="none" spc="0" normalizeH="0" baseline="0" noProof="1">
              <a:ln>
                <a:noFill/>
              </a:ln>
              <a:solidFill>
                <a:schemeClr val="tx1"/>
              </a:solidFill>
              <a:effectLst/>
              <a:uLnTx/>
              <a:uFillTx/>
              <a:latin typeface="+mn-lt"/>
              <a:ea typeface="+mn-ea"/>
              <a:cs typeface="等线" charset="0"/>
            </a:endParaRPr>
          </a:p>
        </p:txBody>
      </p:sp>
      <p:sp>
        <p:nvSpPr>
          <p:cNvPr id="17" name="图片占位符 16"/>
          <p:cNvSpPr>
            <a:spLocks noGrp="1"/>
          </p:cNvSpPr>
          <p:nvPr>
            <p:ph type="pic" sz="quarter" idx="11"/>
          </p:nvPr>
        </p:nvSpPr>
        <p:spPr>
          <a:xfrm>
            <a:off x="3467100" y="3848100"/>
            <a:ext cx="1828800" cy="1828800"/>
          </a:xfrm>
          <a:custGeom>
            <a:avLst/>
            <a:gdLst>
              <a:gd name="connsiteX0" fmla="*/ 914400 w 1828800"/>
              <a:gd name="connsiteY0" fmla="*/ 0 h 1828800"/>
              <a:gd name="connsiteX1" fmla="*/ 1828800 w 1828800"/>
              <a:gd name="connsiteY1" fmla="*/ 914400 h 1828800"/>
              <a:gd name="connsiteX2" fmla="*/ 914400 w 1828800"/>
              <a:gd name="connsiteY2" fmla="*/ 1828800 h 1828800"/>
              <a:gd name="connsiteX3" fmla="*/ 0 w 1828800"/>
              <a:gd name="connsiteY3" fmla="*/ 914400 h 1828800"/>
              <a:gd name="connsiteX4" fmla="*/ 914400 w 1828800"/>
              <a:gd name="connsiteY4" fmla="*/ 0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 h="1828800">
                <a:moveTo>
                  <a:pt x="914400" y="0"/>
                </a:moveTo>
                <a:cubicBezTo>
                  <a:pt x="1419409" y="0"/>
                  <a:pt x="1828800" y="409391"/>
                  <a:pt x="1828800" y="914400"/>
                </a:cubicBezTo>
                <a:cubicBezTo>
                  <a:pt x="1828800" y="1419409"/>
                  <a:pt x="1419409" y="1828800"/>
                  <a:pt x="914400" y="1828800"/>
                </a:cubicBezTo>
                <a:cubicBezTo>
                  <a:pt x="409391" y="1828800"/>
                  <a:pt x="0" y="1419409"/>
                  <a:pt x="0" y="914400"/>
                </a:cubicBezTo>
                <a:cubicBezTo>
                  <a:pt x="0" y="409391"/>
                  <a:pt x="409391" y="0"/>
                  <a:pt x="914400" y="0"/>
                </a:cubicBezTo>
                <a:close/>
              </a:path>
            </a:pathLst>
          </a:custGeom>
        </p:spPr>
        <p:txBody>
          <a:bodyPr vert="horz" wrap="square" lIns="91440" tIns="45720" rIns="91440" bIns="45720" numCol="1" anchor="t" anchorCtr="0" compatLnSpc="1">
            <a:noAutofit/>
          </a:bodyPr>
          <a:lstStyle/>
          <a:p>
            <a:pPr marL="228600" marR="0" lvl="0" indent="-228600" algn="l" defTabSz="914400" rtl="0" eaLnBrk="0" fontAlgn="base" latinLnBrk="0" hangingPunct="0">
              <a:lnSpc>
                <a:spcPct val="90000"/>
              </a:lnSpc>
              <a:spcBef>
                <a:spcPts val="1000"/>
              </a:spcBef>
              <a:spcAft>
                <a:spcPct val="0"/>
              </a:spcAft>
              <a:buClrTx/>
              <a:buSzTx/>
              <a:buFont typeface="Arial" panose="020B0604020202020204" pitchFamily="34" charset="0"/>
              <a:buChar char="•"/>
              <a:defRPr/>
            </a:pPr>
            <a:endParaRPr kumimoji="0" lang="zh-CN" altLang="en-US" sz="2800" b="0" i="0" u="none" strike="noStrike" kern="1200" cap="none" spc="0" normalizeH="0" baseline="0" noProof="1">
              <a:ln>
                <a:noFill/>
              </a:ln>
              <a:solidFill>
                <a:schemeClr val="tx1"/>
              </a:solidFill>
              <a:effectLst/>
              <a:uLnTx/>
              <a:uFillTx/>
              <a:latin typeface="+mn-lt"/>
              <a:ea typeface="+mn-ea"/>
              <a:cs typeface="等线" charset="0"/>
            </a:endParaRPr>
          </a:p>
        </p:txBody>
      </p:sp>
      <p:sp>
        <p:nvSpPr>
          <p:cNvPr id="16" name="图片占位符 15"/>
          <p:cNvSpPr>
            <a:spLocks noGrp="1"/>
          </p:cNvSpPr>
          <p:nvPr>
            <p:ph type="pic" sz="quarter" idx="12"/>
          </p:nvPr>
        </p:nvSpPr>
        <p:spPr>
          <a:xfrm>
            <a:off x="5181600" y="2019300"/>
            <a:ext cx="1828800" cy="1828800"/>
          </a:xfrm>
          <a:custGeom>
            <a:avLst/>
            <a:gdLst>
              <a:gd name="connsiteX0" fmla="*/ 914400 w 1828800"/>
              <a:gd name="connsiteY0" fmla="*/ 0 h 1828800"/>
              <a:gd name="connsiteX1" fmla="*/ 1828800 w 1828800"/>
              <a:gd name="connsiteY1" fmla="*/ 914400 h 1828800"/>
              <a:gd name="connsiteX2" fmla="*/ 914400 w 1828800"/>
              <a:gd name="connsiteY2" fmla="*/ 1828800 h 1828800"/>
              <a:gd name="connsiteX3" fmla="*/ 0 w 1828800"/>
              <a:gd name="connsiteY3" fmla="*/ 914400 h 1828800"/>
              <a:gd name="connsiteX4" fmla="*/ 914400 w 1828800"/>
              <a:gd name="connsiteY4" fmla="*/ 0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 h="1828800">
                <a:moveTo>
                  <a:pt x="914400" y="0"/>
                </a:moveTo>
                <a:cubicBezTo>
                  <a:pt x="1419409" y="0"/>
                  <a:pt x="1828800" y="409391"/>
                  <a:pt x="1828800" y="914400"/>
                </a:cubicBezTo>
                <a:cubicBezTo>
                  <a:pt x="1828800" y="1419409"/>
                  <a:pt x="1419409" y="1828800"/>
                  <a:pt x="914400" y="1828800"/>
                </a:cubicBezTo>
                <a:cubicBezTo>
                  <a:pt x="409391" y="1828800"/>
                  <a:pt x="0" y="1419409"/>
                  <a:pt x="0" y="914400"/>
                </a:cubicBezTo>
                <a:cubicBezTo>
                  <a:pt x="0" y="409391"/>
                  <a:pt x="409391" y="0"/>
                  <a:pt x="914400" y="0"/>
                </a:cubicBezTo>
                <a:close/>
              </a:path>
            </a:pathLst>
          </a:custGeom>
        </p:spPr>
        <p:txBody>
          <a:bodyPr vert="horz" wrap="square" lIns="91440" tIns="45720" rIns="91440" bIns="45720" numCol="1" anchor="t" anchorCtr="0" compatLnSpc="1">
            <a:noAutofit/>
          </a:bodyPr>
          <a:lstStyle/>
          <a:p>
            <a:pPr marL="228600" marR="0" lvl="0" indent="-228600" algn="l" defTabSz="914400" rtl="0" eaLnBrk="0" fontAlgn="base" latinLnBrk="0" hangingPunct="0">
              <a:lnSpc>
                <a:spcPct val="90000"/>
              </a:lnSpc>
              <a:spcBef>
                <a:spcPts val="1000"/>
              </a:spcBef>
              <a:spcAft>
                <a:spcPct val="0"/>
              </a:spcAft>
              <a:buClrTx/>
              <a:buSzTx/>
              <a:buFont typeface="Arial" panose="020B0604020202020204" pitchFamily="34" charset="0"/>
              <a:buChar char="•"/>
              <a:defRPr/>
            </a:pPr>
            <a:endParaRPr kumimoji="0" lang="zh-CN" altLang="en-US" sz="2800" b="0" i="0" u="none" strike="noStrike" kern="1200" cap="none" spc="0" normalizeH="0" baseline="0" noProof="1">
              <a:ln>
                <a:noFill/>
              </a:ln>
              <a:solidFill>
                <a:schemeClr val="tx1"/>
              </a:solidFill>
              <a:effectLst/>
              <a:uLnTx/>
              <a:uFillTx/>
              <a:latin typeface="+mn-lt"/>
              <a:ea typeface="+mn-ea"/>
              <a:cs typeface="等线" charset="0"/>
            </a:endParaRPr>
          </a:p>
        </p:txBody>
      </p:sp>
      <p:sp>
        <p:nvSpPr>
          <p:cNvPr id="18" name="图片占位符 17"/>
          <p:cNvSpPr>
            <a:spLocks noGrp="1"/>
          </p:cNvSpPr>
          <p:nvPr>
            <p:ph type="pic" sz="quarter" idx="13"/>
          </p:nvPr>
        </p:nvSpPr>
        <p:spPr>
          <a:xfrm>
            <a:off x="7010400" y="3848100"/>
            <a:ext cx="1828800" cy="1828800"/>
          </a:xfrm>
          <a:custGeom>
            <a:avLst/>
            <a:gdLst>
              <a:gd name="connsiteX0" fmla="*/ 914400 w 1828800"/>
              <a:gd name="connsiteY0" fmla="*/ 0 h 1828800"/>
              <a:gd name="connsiteX1" fmla="*/ 1828800 w 1828800"/>
              <a:gd name="connsiteY1" fmla="*/ 914400 h 1828800"/>
              <a:gd name="connsiteX2" fmla="*/ 914400 w 1828800"/>
              <a:gd name="connsiteY2" fmla="*/ 1828800 h 1828800"/>
              <a:gd name="connsiteX3" fmla="*/ 0 w 1828800"/>
              <a:gd name="connsiteY3" fmla="*/ 914400 h 1828800"/>
              <a:gd name="connsiteX4" fmla="*/ 914400 w 1828800"/>
              <a:gd name="connsiteY4" fmla="*/ 0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 h="1828800">
                <a:moveTo>
                  <a:pt x="914400" y="0"/>
                </a:moveTo>
                <a:cubicBezTo>
                  <a:pt x="1419409" y="0"/>
                  <a:pt x="1828800" y="409391"/>
                  <a:pt x="1828800" y="914400"/>
                </a:cubicBezTo>
                <a:cubicBezTo>
                  <a:pt x="1828800" y="1419409"/>
                  <a:pt x="1419409" y="1828800"/>
                  <a:pt x="914400" y="1828800"/>
                </a:cubicBezTo>
                <a:cubicBezTo>
                  <a:pt x="409391" y="1828800"/>
                  <a:pt x="0" y="1419409"/>
                  <a:pt x="0" y="914400"/>
                </a:cubicBezTo>
                <a:cubicBezTo>
                  <a:pt x="0" y="409391"/>
                  <a:pt x="409391" y="0"/>
                  <a:pt x="914400" y="0"/>
                </a:cubicBezTo>
                <a:close/>
              </a:path>
            </a:pathLst>
          </a:custGeom>
        </p:spPr>
        <p:txBody>
          <a:bodyPr vert="horz" wrap="square" lIns="91440" tIns="45720" rIns="91440" bIns="45720" numCol="1" anchor="t" anchorCtr="0" compatLnSpc="1">
            <a:noAutofit/>
          </a:bodyPr>
          <a:lstStyle/>
          <a:p>
            <a:pPr marL="228600" marR="0" lvl="0" indent="-228600" algn="l" defTabSz="914400" rtl="0" eaLnBrk="0" fontAlgn="base" latinLnBrk="0" hangingPunct="0">
              <a:lnSpc>
                <a:spcPct val="90000"/>
              </a:lnSpc>
              <a:spcBef>
                <a:spcPts val="1000"/>
              </a:spcBef>
              <a:spcAft>
                <a:spcPct val="0"/>
              </a:spcAft>
              <a:buClrTx/>
              <a:buSzTx/>
              <a:buFont typeface="Arial" panose="020B0604020202020204" pitchFamily="34" charset="0"/>
              <a:buChar char="•"/>
              <a:defRPr/>
            </a:pPr>
            <a:endParaRPr kumimoji="0" lang="zh-CN" altLang="en-US" sz="2800" b="0" i="0" u="none" strike="noStrike" kern="1200" cap="none" spc="0" normalizeH="0" baseline="0" noProof="1">
              <a:ln>
                <a:noFill/>
              </a:ln>
              <a:solidFill>
                <a:schemeClr val="tx1"/>
              </a:solidFill>
              <a:effectLst/>
              <a:uLnTx/>
              <a:uFillTx/>
              <a:latin typeface="+mn-lt"/>
              <a:ea typeface="+mn-ea"/>
              <a:cs typeface="等线" charset="0"/>
            </a:endParaRPr>
          </a:p>
        </p:txBody>
      </p:sp>
      <p:sp>
        <p:nvSpPr>
          <p:cNvPr id="14" name="图片占位符 13"/>
          <p:cNvSpPr>
            <a:spLocks noGrp="1"/>
          </p:cNvSpPr>
          <p:nvPr>
            <p:ph type="pic" sz="quarter" idx="14"/>
          </p:nvPr>
        </p:nvSpPr>
        <p:spPr>
          <a:xfrm>
            <a:off x="8610600" y="2019300"/>
            <a:ext cx="1828800" cy="1828800"/>
          </a:xfrm>
          <a:custGeom>
            <a:avLst/>
            <a:gdLst>
              <a:gd name="connsiteX0" fmla="*/ 914400 w 1828800"/>
              <a:gd name="connsiteY0" fmla="*/ 0 h 1828800"/>
              <a:gd name="connsiteX1" fmla="*/ 1828800 w 1828800"/>
              <a:gd name="connsiteY1" fmla="*/ 914400 h 1828800"/>
              <a:gd name="connsiteX2" fmla="*/ 914400 w 1828800"/>
              <a:gd name="connsiteY2" fmla="*/ 1828800 h 1828800"/>
              <a:gd name="connsiteX3" fmla="*/ 0 w 1828800"/>
              <a:gd name="connsiteY3" fmla="*/ 914400 h 1828800"/>
              <a:gd name="connsiteX4" fmla="*/ 914400 w 1828800"/>
              <a:gd name="connsiteY4" fmla="*/ 0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 h="1828800">
                <a:moveTo>
                  <a:pt x="914400" y="0"/>
                </a:moveTo>
                <a:cubicBezTo>
                  <a:pt x="1419409" y="0"/>
                  <a:pt x="1828800" y="409391"/>
                  <a:pt x="1828800" y="914400"/>
                </a:cubicBezTo>
                <a:cubicBezTo>
                  <a:pt x="1828800" y="1419409"/>
                  <a:pt x="1419409" y="1828800"/>
                  <a:pt x="914400" y="1828800"/>
                </a:cubicBezTo>
                <a:cubicBezTo>
                  <a:pt x="409391" y="1828800"/>
                  <a:pt x="0" y="1419409"/>
                  <a:pt x="0" y="914400"/>
                </a:cubicBezTo>
                <a:cubicBezTo>
                  <a:pt x="0" y="409391"/>
                  <a:pt x="409391" y="0"/>
                  <a:pt x="914400" y="0"/>
                </a:cubicBezTo>
                <a:close/>
              </a:path>
            </a:pathLst>
          </a:custGeom>
        </p:spPr>
        <p:txBody>
          <a:bodyPr vert="horz" wrap="square" lIns="91440" tIns="45720" rIns="91440" bIns="45720" numCol="1" anchor="t" anchorCtr="0" compatLnSpc="1">
            <a:noAutofit/>
          </a:bodyPr>
          <a:lstStyle/>
          <a:p>
            <a:pPr marL="228600" marR="0" lvl="0" indent="-228600" algn="l" defTabSz="914400" rtl="0" eaLnBrk="0" fontAlgn="base" latinLnBrk="0" hangingPunct="0">
              <a:lnSpc>
                <a:spcPct val="90000"/>
              </a:lnSpc>
              <a:spcBef>
                <a:spcPts val="1000"/>
              </a:spcBef>
              <a:spcAft>
                <a:spcPct val="0"/>
              </a:spcAft>
              <a:buClrTx/>
              <a:buSzTx/>
              <a:buFont typeface="Arial" panose="020B0604020202020204" pitchFamily="34" charset="0"/>
              <a:buChar char="•"/>
              <a:defRPr/>
            </a:pPr>
            <a:endParaRPr kumimoji="0" lang="zh-CN" altLang="en-US" sz="2800" b="0" i="0" u="none" strike="noStrike" kern="1200" cap="none" spc="0" normalizeH="0" baseline="0" noProof="1">
              <a:ln>
                <a:noFill/>
              </a:ln>
              <a:solidFill>
                <a:schemeClr val="tx1"/>
              </a:solidFill>
              <a:effectLst/>
              <a:uLnTx/>
              <a:uFillTx/>
              <a:latin typeface="+mn-lt"/>
              <a:ea typeface="+mn-ea"/>
              <a:cs typeface="等线" charset="0"/>
            </a:endParaRPr>
          </a:p>
        </p:txBody>
      </p:sp>
      <p:sp>
        <p:nvSpPr>
          <p:cNvPr id="2" name="日期占位符 1"/>
          <p:cNvSpPr>
            <a:spLocks noGrp="1"/>
          </p:cNvSpPr>
          <p:nvPr>
            <p:ph type="dt" sz="half" idx="15"/>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95B2BE2D-0FB5-473B-9DAF-4EF82995337E}" type="datetime1">
              <a:rPr kumimoji="0" lang="zh-CN" altLang="en-US" sz="1200" b="0" i="0" u="none" strike="noStrike" kern="1200" cap="none" spc="0" normalizeH="0" baseline="0" noProof="0">
                <a:ln>
                  <a:noFill/>
                </a:ln>
                <a:solidFill>
                  <a:srgbClr val="898989"/>
                </a:solidFill>
                <a:effectLst/>
                <a:uLnTx/>
                <a:uFillTx/>
                <a:latin typeface="等线" charset="0"/>
                <a:ea typeface="宋体" panose="02010600030101010101" pitchFamily="2" charset="-122"/>
                <a:cs typeface="等线" charset="0"/>
              </a:rPr>
            </a:fld>
            <a:endParaRPr kumimoji="0" lang="zh-CN" altLang="en-US" sz="1200" b="0" i="0" u="none" strike="noStrike" kern="1200" cap="none" spc="0" normalizeH="0" baseline="0" noProof="0">
              <a:ln>
                <a:noFill/>
              </a:ln>
              <a:solidFill>
                <a:srgbClr val="898989"/>
              </a:solidFill>
              <a:effectLst/>
              <a:uLnTx/>
              <a:uFillTx/>
              <a:latin typeface="等线" charset="0"/>
              <a:ea typeface="宋体" panose="02010600030101010101" pitchFamily="2" charset="-122"/>
              <a:cs typeface="等线" charset="0"/>
            </a:endParaRPr>
          </a:p>
        </p:txBody>
      </p:sp>
      <p:sp>
        <p:nvSpPr>
          <p:cNvPr id="3" name="页脚占位符 2"/>
          <p:cNvSpPr>
            <a:spLocks noGrp="1"/>
          </p:cNvSpPr>
          <p:nvPr>
            <p:ph type="ftr" sz="quarter" idx="16"/>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等线" charset="0"/>
              <a:ea typeface="宋体" panose="02010600030101010101" pitchFamily="2" charset="-122"/>
              <a:cs typeface="等线" charset="0"/>
            </a:endParaRPr>
          </a:p>
        </p:txBody>
      </p:sp>
      <p:sp>
        <p:nvSpPr>
          <p:cNvPr id="4" name="灯片编号占位符 3"/>
          <p:cNvSpPr>
            <a:spLocks noGrp="1"/>
          </p:cNvSpPr>
          <p:nvPr>
            <p:ph type="sldNum" sz="quarter" idx="17"/>
          </p:nvPr>
        </p:nvSpPr>
        <p:spPr/>
        <p:txBody>
          <a:bodyPr/>
          <a:p>
            <a:pPr lvl="0" eaLnBrk="1" hangingPunct="1">
              <a:buNone/>
            </a:pPr>
            <a:fld id="{9A0DB2DC-4C9A-4742-B13C-FB6460FD3503}" type="slidenum">
              <a:rPr lang="zh-CN" altLang="en-US" dirty="0">
                <a:latin typeface="等线" pitchFamily="2" charset="-122"/>
              </a:rPr>
            </a:fld>
            <a:endParaRPr lang="zh-CN" altLang="en-US" dirty="0">
              <a:latin typeface="等线" pitchFamily="2" charset="-122"/>
            </a:endParaRPr>
          </a:p>
        </p:txBody>
      </p:sp>
    </p:spTree>
  </p:cSld>
  <p:clrMapOvr>
    <a:masterClrMapping/>
  </p:clrMapOvr>
  <p:transition spd="slow" advTm="3000">
    <p:fad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9_Blank">
    <p:bg>
      <p:bgPr>
        <a:solidFill>
          <a:schemeClr val="bg1"/>
        </a:solidFill>
        <a:effectLst/>
      </p:bgPr>
    </p:bg>
    <p:spTree>
      <p:nvGrpSpPr>
        <p:cNvPr id="1" name=""/>
        <p:cNvGrpSpPr/>
        <p:nvPr/>
      </p:nvGrpSpPr>
      <p:grpSpPr>
        <a:xfrm>
          <a:off x="0" y="0"/>
          <a:ext cx="0" cy="0"/>
          <a:chOff x="0" y="0"/>
          <a:chExt cx="0" cy="0"/>
        </a:xfrm>
      </p:grpSpPr>
      <p:sp>
        <p:nvSpPr>
          <p:cNvPr id="9" name="Picture Placeholder 2"/>
          <p:cNvSpPr>
            <a:spLocks noGrp="1"/>
          </p:cNvSpPr>
          <p:nvPr>
            <p:ph type="pic" sz="quarter" idx="10"/>
          </p:nvPr>
        </p:nvSpPr>
        <p:spPr>
          <a:xfrm>
            <a:off x="0" y="1"/>
            <a:ext cx="4063999" cy="6858000"/>
          </a:xfrm>
        </p:spPr>
        <p:txBody>
          <a:bodyPr vert="horz" wrap="square" lIns="91440" tIns="45720" rIns="91440" bIns="45720" numCol="1" anchor="t" anchorCtr="0" compatLnSpc="1">
            <a:normAutofit/>
          </a:bodyPr>
          <a:lstStyle>
            <a:lvl1pPr>
              <a:defRPr sz="1400"/>
            </a:lvl1pPr>
          </a:lstStyle>
          <a:p>
            <a:pPr marL="228600" marR="0" lvl="0" indent="-228600" algn="l" defTabSz="914400" rtl="0" eaLnBrk="0" fontAlgn="base" latinLnBrk="0" hangingPunct="0">
              <a:lnSpc>
                <a:spcPct val="90000"/>
              </a:lnSpc>
              <a:spcBef>
                <a:spcPts val="1000"/>
              </a:spcBef>
              <a:spcAft>
                <a:spcPct val="0"/>
              </a:spcAft>
              <a:buClrTx/>
              <a:buSzTx/>
              <a:buFont typeface="Arial" panose="020B0604020202020204" pitchFamily="34" charset="0"/>
              <a:buChar char="•"/>
              <a:defRPr/>
            </a:pPr>
            <a:endParaRPr kumimoji="0" lang="en-US" sz="1400" b="0" i="0" u="none" strike="noStrike" kern="1200" cap="none" spc="0" normalizeH="0" baseline="0" noProof="0">
              <a:ln>
                <a:noFill/>
              </a:ln>
              <a:solidFill>
                <a:schemeClr val="tx1"/>
              </a:solidFill>
              <a:effectLst/>
              <a:uLnTx/>
              <a:uFillTx/>
              <a:latin typeface="+mn-lt"/>
              <a:ea typeface="+mn-ea"/>
              <a:cs typeface="等线" charset="0"/>
            </a:endParaRPr>
          </a:p>
        </p:txBody>
      </p:sp>
      <p:sp>
        <p:nvSpPr>
          <p:cNvPr id="10" name="Picture Placeholder 2"/>
          <p:cNvSpPr>
            <a:spLocks noGrp="1"/>
          </p:cNvSpPr>
          <p:nvPr>
            <p:ph type="pic" sz="quarter" idx="11"/>
          </p:nvPr>
        </p:nvSpPr>
        <p:spPr>
          <a:xfrm>
            <a:off x="4063999" y="1"/>
            <a:ext cx="4063999" cy="6858000"/>
          </a:xfrm>
        </p:spPr>
        <p:txBody>
          <a:bodyPr vert="horz" wrap="square" lIns="91440" tIns="45720" rIns="91440" bIns="45720" numCol="1" anchor="t" anchorCtr="0" compatLnSpc="1">
            <a:normAutofit/>
          </a:bodyPr>
          <a:lstStyle>
            <a:lvl1pPr>
              <a:defRPr sz="1400"/>
            </a:lvl1pPr>
          </a:lstStyle>
          <a:p>
            <a:pPr marL="228600" marR="0" lvl="0" indent="-228600" algn="l" defTabSz="914400" rtl="0" eaLnBrk="0" fontAlgn="base" latinLnBrk="0" hangingPunct="0">
              <a:lnSpc>
                <a:spcPct val="90000"/>
              </a:lnSpc>
              <a:spcBef>
                <a:spcPts val="1000"/>
              </a:spcBef>
              <a:spcAft>
                <a:spcPct val="0"/>
              </a:spcAft>
              <a:buClrTx/>
              <a:buSzTx/>
              <a:buFont typeface="Arial" panose="020B0604020202020204" pitchFamily="34" charset="0"/>
              <a:buChar char="•"/>
              <a:defRPr/>
            </a:pPr>
            <a:endParaRPr kumimoji="0" lang="en-US" sz="1400" b="0" i="0" u="none" strike="noStrike" kern="1200" cap="none" spc="0" normalizeH="0" baseline="0" noProof="0">
              <a:ln>
                <a:noFill/>
              </a:ln>
              <a:solidFill>
                <a:schemeClr val="tx1"/>
              </a:solidFill>
              <a:effectLst/>
              <a:uLnTx/>
              <a:uFillTx/>
              <a:latin typeface="+mn-lt"/>
              <a:ea typeface="+mn-ea"/>
              <a:cs typeface="等线" charset="0"/>
            </a:endParaRPr>
          </a:p>
        </p:txBody>
      </p:sp>
      <p:sp>
        <p:nvSpPr>
          <p:cNvPr id="11" name="Picture Placeholder 2"/>
          <p:cNvSpPr>
            <a:spLocks noGrp="1"/>
          </p:cNvSpPr>
          <p:nvPr>
            <p:ph type="pic" sz="quarter" idx="12"/>
          </p:nvPr>
        </p:nvSpPr>
        <p:spPr>
          <a:xfrm>
            <a:off x="8128001" y="1"/>
            <a:ext cx="4063999" cy="6858000"/>
          </a:xfrm>
        </p:spPr>
        <p:txBody>
          <a:bodyPr vert="horz" wrap="square" lIns="91440" tIns="45720" rIns="91440" bIns="45720" numCol="1" anchor="t" anchorCtr="0" compatLnSpc="1">
            <a:normAutofit/>
          </a:bodyPr>
          <a:lstStyle>
            <a:lvl1pPr>
              <a:defRPr sz="1400"/>
            </a:lvl1pPr>
          </a:lstStyle>
          <a:p>
            <a:pPr marL="228600" marR="0" lvl="0" indent="-228600" algn="l" defTabSz="914400" rtl="0" eaLnBrk="0" fontAlgn="base" latinLnBrk="0" hangingPunct="0">
              <a:lnSpc>
                <a:spcPct val="90000"/>
              </a:lnSpc>
              <a:spcBef>
                <a:spcPts val="1000"/>
              </a:spcBef>
              <a:spcAft>
                <a:spcPct val="0"/>
              </a:spcAft>
              <a:buClrTx/>
              <a:buSzTx/>
              <a:buFont typeface="Arial" panose="020B0604020202020204" pitchFamily="34" charset="0"/>
              <a:buChar char="•"/>
              <a:defRPr/>
            </a:pPr>
            <a:endParaRPr kumimoji="0" lang="en-US" sz="1400" b="0" i="0" u="none" strike="noStrike" kern="1200" cap="none" spc="0" normalizeH="0" baseline="0" noProof="0">
              <a:ln>
                <a:noFill/>
              </a:ln>
              <a:solidFill>
                <a:schemeClr val="tx1"/>
              </a:solidFill>
              <a:effectLst/>
              <a:uLnTx/>
              <a:uFillTx/>
              <a:latin typeface="+mn-lt"/>
              <a:ea typeface="+mn-ea"/>
              <a:cs typeface="等线" charset="0"/>
            </a:endParaRPr>
          </a:p>
        </p:txBody>
      </p:sp>
      <p:sp>
        <p:nvSpPr>
          <p:cNvPr id="2" name="日期占位符 1"/>
          <p:cNvSpPr>
            <a:spLocks noGrp="1"/>
          </p:cNvSpPr>
          <p:nvPr>
            <p:ph type="dt" sz="half" idx="13"/>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95B2BE2D-0FB5-473B-9DAF-4EF82995337E}" type="datetime1">
              <a:rPr kumimoji="0" lang="zh-CN" altLang="en-US" sz="1200" b="0" i="0" u="none" strike="noStrike" kern="1200" cap="none" spc="0" normalizeH="0" baseline="0" noProof="0">
                <a:ln>
                  <a:noFill/>
                </a:ln>
                <a:solidFill>
                  <a:srgbClr val="898989"/>
                </a:solidFill>
                <a:effectLst/>
                <a:uLnTx/>
                <a:uFillTx/>
                <a:latin typeface="等线" charset="0"/>
                <a:ea typeface="宋体" panose="02010600030101010101" pitchFamily="2" charset="-122"/>
                <a:cs typeface="等线" charset="0"/>
              </a:rPr>
            </a:fld>
            <a:endParaRPr kumimoji="0" lang="zh-CN" altLang="en-US" sz="1200" b="0" i="0" u="none" strike="noStrike" kern="1200" cap="none" spc="0" normalizeH="0" baseline="0" noProof="0">
              <a:ln>
                <a:noFill/>
              </a:ln>
              <a:solidFill>
                <a:srgbClr val="898989"/>
              </a:solidFill>
              <a:effectLst/>
              <a:uLnTx/>
              <a:uFillTx/>
              <a:latin typeface="等线" charset="0"/>
              <a:ea typeface="宋体" panose="02010600030101010101" pitchFamily="2" charset="-122"/>
              <a:cs typeface="等线" charset="0"/>
            </a:endParaRPr>
          </a:p>
        </p:txBody>
      </p:sp>
      <p:sp>
        <p:nvSpPr>
          <p:cNvPr id="3" name="页脚占位符 2"/>
          <p:cNvSpPr>
            <a:spLocks noGrp="1"/>
          </p:cNvSpPr>
          <p:nvPr>
            <p:ph type="ftr" sz="quarter" idx="14"/>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等线" charset="0"/>
              <a:ea typeface="宋体" panose="02010600030101010101" pitchFamily="2" charset="-122"/>
              <a:cs typeface="等线" charset="0"/>
            </a:endParaRPr>
          </a:p>
        </p:txBody>
      </p:sp>
      <p:sp>
        <p:nvSpPr>
          <p:cNvPr id="4" name="灯片编号占位符 3"/>
          <p:cNvSpPr>
            <a:spLocks noGrp="1"/>
          </p:cNvSpPr>
          <p:nvPr>
            <p:ph type="sldNum" sz="quarter" idx="15"/>
          </p:nvPr>
        </p:nvSpPr>
        <p:spPr/>
        <p:txBody>
          <a:bodyPr/>
          <a:p>
            <a:pPr lvl="0" eaLnBrk="1" hangingPunct="1">
              <a:buNone/>
            </a:pPr>
            <a:fld id="{9A0DB2DC-4C9A-4742-B13C-FB6460FD3503}" type="slidenum">
              <a:rPr lang="zh-CN" altLang="en-US" dirty="0">
                <a:latin typeface="等线" pitchFamily="2" charset="-122"/>
              </a:rPr>
            </a:fld>
            <a:endParaRPr lang="zh-CN" altLang="en-US" dirty="0">
              <a:latin typeface="等线" pitchFamily="2" charset="-122"/>
            </a:endParaRPr>
          </a:p>
        </p:txBody>
      </p:sp>
    </p:spTree>
  </p:cSld>
  <p:clrMapOvr>
    <a:masterClrMapping/>
  </p:clrMapOvr>
  <p:transition spd="slow" advTm="3000">
    <p:fad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noProof="1"/>
              <a:t>单击此处编辑母版标题样式</a:t>
            </a:r>
            <a:endParaRPr lang="zh-CN" altLang="en-US" noProof="1"/>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noProof="1"/>
              <a:t>单击此处编辑母版副标题样式</a:t>
            </a:r>
            <a:endParaRPr lang="zh-CN" altLang="en-US"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6E00AAB5-ACD2-4173-97AD-CC903D300AD7}" type="datetime1">
              <a:rPr kumimoji="0" lang="zh-CN" altLang="en-US" sz="1200" b="0" i="0" u="none" strike="noStrike" kern="1200" cap="none" spc="0" normalizeH="0" baseline="0" noProof="0">
                <a:ln>
                  <a:noFill/>
                </a:ln>
                <a:solidFill>
                  <a:srgbClr val="898989"/>
                </a:solidFill>
                <a:effectLst/>
                <a:uLnTx/>
                <a:uFillTx/>
                <a:latin typeface="等线" charset="0"/>
                <a:ea typeface="宋体" panose="02010600030101010101" pitchFamily="2" charset="-122"/>
                <a:cs typeface="等线" charset="0"/>
              </a:rPr>
            </a:fld>
            <a:endParaRPr kumimoji="0" lang="zh-CN" altLang="en-US" sz="1200" b="0" i="0" u="none" strike="noStrike" kern="1200" cap="none" spc="0" normalizeH="0" baseline="0" noProof="0">
              <a:ln>
                <a:noFill/>
              </a:ln>
              <a:solidFill>
                <a:srgbClr val="898989"/>
              </a:solidFill>
              <a:effectLst/>
              <a:uLnTx/>
              <a:uFillTx/>
              <a:latin typeface="等线" charset="0"/>
              <a:ea typeface="宋体" panose="02010600030101010101" pitchFamily="2" charset="-122"/>
              <a:cs typeface="等线" charset="0"/>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等线" charset="0"/>
              <a:ea typeface="宋体" panose="02010600030101010101" pitchFamily="2" charset="-122"/>
              <a:cs typeface="等线" charset="0"/>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zh-CN" altLang="en-US" dirty="0">
                <a:latin typeface="等线" pitchFamily="2" charset="-122"/>
              </a:rPr>
            </a:fld>
            <a:endParaRPr lang="zh-CN" altLang="en-US" dirty="0">
              <a:latin typeface="等线" pitchFamily="2" charset="-122"/>
            </a:endParaRPr>
          </a:p>
        </p:txBody>
      </p:sp>
    </p:spTree>
  </p:cSld>
  <p:clrMapOvr>
    <a:masterClrMapping/>
  </p:clrMapOvr>
  <p:transition spd="slow" advTm="3000">
    <p:fade/>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idx="1"/>
          </p:nvPr>
        </p:nvSpPr>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6E00AAB5-ACD2-4173-97AD-CC903D300AD7}" type="datetime1">
              <a:rPr kumimoji="0" lang="zh-CN" altLang="en-US" sz="1200" b="0" i="0" u="none" strike="noStrike" kern="1200" cap="none" spc="0" normalizeH="0" baseline="0" noProof="0">
                <a:ln>
                  <a:noFill/>
                </a:ln>
                <a:solidFill>
                  <a:srgbClr val="898989"/>
                </a:solidFill>
                <a:effectLst/>
                <a:uLnTx/>
                <a:uFillTx/>
                <a:latin typeface="等线" charset="0"/>
                <a:ea typeface="宋体" panose="02010600030101010101" pitchFamily="2" charset="-122"/>
                <a:cs typeface="等线" charset="0"/>
              </a:rPr>
            </a:fld>
            <a:endParaRPr kumimoji="0" lang="zh-CN" altLang="en-US" sz="1200" b="0" i="0" u="none" strike="noStrike" kern="1200" cap="none" spc="0" normalizeH="0" baseline="0" noProof="0">
              <a:ln>
                <a:noFill/>
              </a:ln>
              <a:solidFill>
                <a:srgbClr val="898989"/>
              </a:solidFill>
              <a:effectLst/>
              <a:uLnTx/>
              <a:uFillTx/>
              <a:latin typeface="等线" charset="0"/>
              <a:ea typeface="宋体" panose="02010600030101010101" pitchFamily="2" charset="-122"/>
              <a:cs typeface="等线" charset="0"/>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等线" charset="0"/>
              <a:ea typeface="宋体" panose="02010600030101010101" pitchFamily="2" charset="-122"/>
              <a:cs typeface="等线" charset="0"/>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zh-CN" altLang="en-US" dirty="0">
                <a:latin typeface="等线" pitchFamily="2" charset="-122"/>
              </a:rPr>
            </a:fld>
            <a:endParaRPr lang="zh-CN" altLang="en-US" dirty="0">
              <a:latin typeface="等线" pitchFamily="2" charset="-122"/>
            </a:endParaRPr>
          </a:p>
        </p:txBody>
      </p:sp>
    </p:spTree>
  </p:cSld>
  <p:clrMapOvr>
    <a:masterClrMapping/>
  </p:clrMapOvr>
  <p:transition spd="slow" advTm="3000">
    <p:fade/>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noProof="1"/>
              <a:t>单击此处编辑母版文本样式</a:t>
            </a:r>
            <a:endParaRPr lang="zh-CN" altLang="en-US"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6E00AAB5-ACD2-4173-97AD-CC903D300AD7}" type="datetime1">
              <a:rPr kumimoji="0" lang="zh-CN" altLang="en-US" sz="1200" b="0" i="0" u="none" strike="noStrike" kern="1200" cap="none" spc="0" normalizeH="0" baseline="0" noProof="0">
                <a:ln>
                  <a:noFill/>
                </a:ln>
                <a:solidFill>
                  <a:srgbClr val="898989"/>
                </a:solidFill>
                <a:effectLst/>
                <a:uLnTx/>
                <a:uFillTx/>
                <a:latin typeface="等线" charset="0"/>
                <a:ea typeface="宋体" panose="02010600030101010101" pitchFamily="2" charset="-122"/>
                <a:cs typeface="等线" charset="0"/>
              </a:rPr>
            </a:fld>
            <a:endParaRPr kumimoji="0" lang="zh-CN" altLang="en-US" sz="1200" b="0" i="0" u="none" strike="noStrike" kern="1200" cap="none" spc="0" normalizeH="0" baseline="0" noProof="0">
              <a:ln>
                <a:noFill/>
              </a:ln>
              <a:solidFill>
                <a:srgbClr val="898989"/>
              </a:solidFill>
              <a:effectLst/>
              <a:uLnTx/>
              <a:uFillTx/>
              <a:latin typeface="等线" charset="0"/>
              <a:ea typeface="宋体" panose="02010600030101010101" pitchFamily="2" charset="-122"/>
              <a:cs typeface="等线" charset="0"/>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等线" charset="0"/>
              <a:ea typeface="宋体" panose="02010600030101010101" pitchFamily="2" charset="-122"/>
              <a:cs typeface="等线" charset="0"/>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zh-CN" altLang="en-US" dirty="0">
                <a:latin typeface="等线" pitchFamily="2" charset="-122"/>
              </a:rPr>
            </a:fld>
            <a:endParaRPr lang="zh-CN" altLang="en-US" dirty="0">
              <a:latin typeface="等线" pitchFamily="2" charset="-122"/>
            </a:endParaRPr>
          </a:p>
        </p:txBody>
      </p:sp>
    </p:spTree>
  </p:cSld>
  <p:clrMapOvr>
    <a:masterClrMapping/>
  </p:clrMapOvr>
  <p:transition spd="slow" advTm="3000">
    <p:fad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sz="half" idx="1"/>
          </p:nvPr>
        </p:nvSpPr>
        <p:spPr>
          <a:xfrm>
            <a:off x="838200" y="1825625"/>
            <a:ext cx="5181600" cy="4351338"/>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half" idx="2"/>
          </p:nvPr>
        </p:nvSpPr>
        <p:spPr>
          <a:xfrm>
            <a:off x="6172200" y="1825625"/>
            <a:ext cx="5181600" cy="4351338"/>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6E00AAB5-ACD2-4173-97AD-CC903D300AD7}" type="datetime1">
              <a:rPr kumimoji="0" lang="zh-CN" altLang="en-US" sz="1200" b="0" i="0" u="none" strike="noStrike" kern="1200" cap="none" spc="0" normalizeH="0" baseline="0" noProof="0">
                <a:ln>
                  <a:noFill/>
                </a:ln>
                <a:solidFill>
                  <a:srgbClr val="898989"/>
                </a:solidFill>
                <a:effectLst/>
                <a:uLnTx/>
                <a:uFillTx/>
                <a:latin typeface="等线" charset="0"/>
                <a:ea typeface="宋体" panose="02010600030101010101" pitchFamily="2" charset="-122"/>
                <a:cs typeface="等线" charset="0"/>
              </a:rPr>
            </a:fld>
            <a:endParaRPr kumimoji="0" lang="zh-CN" altLang="en-US" sz="1200" b="0" i="0" u="none" strike="noStrike" kern="1200" cap="none" spc="0" normalizeH="0" baseline="0" noProof="0">
              <a:ln>
                <a:noFill/>
              </a:ln>
              <a:solidFill>
                <a:srgbClr val="898989"/>
              </a:solidFill>
              <a:effectLst/>
              <a:uLnTx/>
              <a:uFillTx/>
              <a:latin typeface="等线" charset="0"/>
              <a:ea typeface="宋体" panose="02010600030101010101" pitchFamily="2" charset="-122"/>
              <a:cs typeface="等线" charset="0"/>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等线" charset="0"/>
              <a:ea typeface="宋体" panose="02010600030101010101" pitchFamily="2" charset="-122"/>
              <a:cs typeface="等线" charset="0"/>
            </a:endParaRPr>
          </a:p>
        </p:txBody>
      </p:sp>
      <p:sp>
        <p:nvSpPr>
          <p:cNvPr id="7" name="灯片编号占位符 6"/>
          <p:cNvSpPr>
            <a:spLocks noGrp="1"/>
          </p:cNvSpPr>
          <p:nvPr>
            <p:ph type="sldNum" sz="quarter" idx="12"/>
          </p:nvPr>
        </p:nvSpPr>
        <p:spPr/>
        <p:txBody>
          <a:bodyPr/>
          <a:p>
            <a:pPr lvl="0" eaLnBrk="1" hangingPunct="1">
              <a:buNone/>
            </a:pPr>
            <a:fld id="{9A0DB2DC-4C9A-4742-B13C-FB6460FD3503}" type="slidenum">
              <a:rPr lang="zh-CN" altLang="en-US" dirty="0">
                <a:latin typeface="等线" pitchFamily="2" charset="-122"/>
              </a:rPr>
            </a:fld>
            <a:endParaRPr lang="zh-CN" altLang="en-US" dirty="0">
              <a:latin typeface="等线" pitchFamily="2" charset="-122"/>
            </a:endParaRPr>
          </a:p>
        </p:txBody>
      </p:sp>
    </p:spTree>
  </p:cSld>
  <p:clrMapOvr>
    <a:masterClrMapping/>
  </p:clrMapOvr>
  <p:transition spd="slow" advTm="3000">
    <p:fad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4" name="内容占位符 3"/>
          <p:cNvSpPr>
            <a:spLocks noGrp="1"/>
          </p:cNvSpPr>
          <p:nvPr>
            <p:ph sz="half" idx="2"/>
          </p:nvPr>
        </p:nvSpPr>
        <p:spPr>
          <a:xfrm>
            <a:off x="839788" y="2505075"/>
            <a:ext cx="5157787" cy="3684588"/>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6" name="内容占位符 5"/>
          <p:cNvSpPr>
            <a:spLocks noGrp="1"/>
          </p:cNvSpPr>
          <p:nvPr>
            <p:ph sz="quarter" idx="4"/>
          </p:nvPr>
        </p:nvSpPr>
        <p:spPr>
          <a:xfrm>
            <a:off x="6172200" y="2505075"/>
            <a:ext cx="5183188" cy="3684588"/>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6E00AAB5-ACD2-4173-97AD-CC903D300AD7}" type="datetime1">
              <a:rPr kumimoji="0" lang="zh-CN" altLang="en-US" sz="1200" b="0" i="0" u="none" strike="noStrike" kern="1200" cap="none" spc="0" normalizeH="0" baseline="0" noProof="0">
                <a:ln>
                  <a:noFill/>
                </a:ln>
                <a:solidFill>
                  <a:srgbClr val="898989"/>
                </a:solidFill>
                <a:effectLst/>
                <a:uLnTx/>
                <a:uFillTx/>
                <a:latin typeface="等线" charset="0"/>
                <a:ea typeface="宋体" panose="02010600030101010101" pitchFamily="2" charset="-122"/>
                <a:cs typeface="等线" charset="0"/>
              </a:rPr>
            </a:fld>
            <a:endParaRPr kumimoji="0" lang="zh-CN" altLang="en-US" sz="1200" b="0" i="0" u="none" strike="noStrike" kern="1200" cap="none" spc="0" normalizeH="0" baseline="0" noProof="0">
              <a:ln>
                <a:noFill/>
              </a:ln>
              <a:solidFill>
                <a:srgbClr val="898989"/>
              </a:solidFill>
              <a:effectLst/>
              <a:uLnTx/>
              <a:uFillTx/>
              <a:latin typeface="等线" charset="0"/>
              <a:ea typeface="宋体" panose="02010600030101010101" pitchFamily="2" charset="-122"/>
              <a:cs typeface="等线" charset="0"/>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等线" charset="0"/>
              <a:ea typeface="宋体" panose="02010600030101010101" pitchFamily="2" charset="-122"/>
              <a:cs typeface="等线" charset="0"/>
            </a:endParaRPr>
          </a:p>
        </p:txBody>
      </p:sp>
      <p:sp>
        <p:nvSpPr>
          <p:cNvPr id="9" name="灯片编号占位符 8"/>
          <p:cNvSpPr>
            <a:spLocks noGrp="1"/>
          </p:cNvSpPr>
          <p:nvPr>
            <p:ph type="sldNum" sz="quarter" idx="12"/>
          </p:nvPr>
        </p:nvSpPr>
        <p:spPr/>
        <p:txBody>
          <a:bodyPr/>
          <a:p>
            <a:pPr lvl="0" eaLnBrk="1" hangingPunct="1">
              <a:buNone/>
            </a:pPr>
            <a:fld id="{9A0DB2DC-4C9A-4742-B13C-FB6460FD3503}" type="slidenum">
              <a:rPr lang="zh-CN" altLang="en-US" dirty="0">
                <a:latin typeface="等线" pitchFamily="2" charset="-122"/>
              </a:rPr>
            </a:fld>
            <a:endParaRPr lang="zh-CN" altLang="en-US" dirty="0">
              <a:latin typeface="等线" pitchFamily="2" charset="-122"/>
            </a:endParaRPr>
          </a:p>
        </p:txBody>
      </p:sp>
    </p:spTree>
  </p:cSld>
  <p:clrMapOvr>
    <a:masterClrMapping/>
  </p:clrMapOvr>
  <p:transition spd="slow" advTm="3000">
    <p:fade/>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6E00AAB5-ACD2-4173-97AD-CC903D300AD7}" type="datetime1">
              <a:rPr kumimoji="0" lang="zh-CN" altLang="en-US" sz="1200" b="0" i="0" u="none" strike="noStrike" kern="1200" cap="none" spc="0" normalizeH="0" baseline="0" noProof="0">
                <a:ln>
                  <a:noFill/>
                </a:ln>
                <a:solidFill>
                  <a:srgbClr val="898989"/>
                </a:solidFill>
                <a:effectLst/>
                <a:uLnTx/>
                <a:uFillTx/>
                <a:latin typeface="等线" charset="0"/>
                <a:ea typeface="宋体" panose="02010600030101010101" pitchFamily="2" charset="-122"/>
                <a:cs typeface="等线" charset="0"/>
              </a:rPr>
            </a:fld>
            <a:endParaRPr kumimoji="0" lang="zh-CN" altLang="en-US" sz="1200" b="0" i="0" u="none" strike="noStrike" kern="1200" cap="none" spc="0" normalizeH="0" baseline="0" noProof="0">
              <a:ln>
                <a:noFill/>
              </a:ln>
              <a:solidFill>
                <a:srgbClr val="898989"/>
              </a:solidFill>
              <a:effectLst/>
              <a:uLnTx/>
              <a:uFillTx/>
              <a:latin typeface="等线" charset="0"/>
              <a:ea typeface="宋体" panose="02010600030101010101" pitchFamily="2" charset="-122"/>
              <a:cs typeface="等线" charset="0"/>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等线" charset="0"/>
              <a:ea typeface="宋体" panose="02010600030101010101" pitchFamily="2" charset="-122"/>
              <a:cs typeface="等线" charset="0"/>
            </a:endParaRPr>
          </a:p>
        </p:txBody>
      </p:sp>
      <p:sp>
        <p:nvSpPr>
          <p:cNvPr id="5" name="灯片编号占位符 4"/>
          <p:cNvSpPr>
            <a:spLocks noGrp="1"/>
          </p:cNvSpPr>
          <p:nvPr>
            <p:ph type="sldNum" sz="quarter" idx="12"/>
          </p:nvPr>
        </p:nvSpPr>
        <p:spPr/>
        <p:txBody>
          <a:bodyPr/>
          <a:p>
            <a:pPr lvl="0" eaLnBrk="1" hangingPunct="1">
              <a:buNone/>
            </a:pPr>
            <a:fld id="{9A0DB2DC-4C9A-4742-B13C-FB6460FD3503}" type="slidenum">
              <a:rPr lang="zh-CN" altLang="en-US" dirty="0">
                <a:latin typeface="等线" pitchFamily="2" charset="-122"/>
              </a:rPr>
            </a:fld>
            <a:endParaRPr lang="zh-CN" altLang="en-US" dirty="0">
              <a:latin typeface="等线" pitchFamily="2" charset="-122"/>
            </a:endParaRPr>
          </a:p>
        </p:txBody>
      </p:sp>
    </p:spTree>
  </p:cSld>
  <p:clrMapOvr>
    <a:masterClrMapping/>
  </p:clrMapOvr>
  <p:transition spd="slow" advTm="3000">
    <p:fade/>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6E00AAB5-ACD2-4173-97AD-CC903D300AD7}" type="datetime1">
              <a:rPr kumimoji="0" lang="zh-CN" altLang="en-US" sz="1200" b="0" i="0" u="none" strike="noStrike" kern="1200" cap="none" spc="0" normalizeH="0" baseline="0" noProof="0">
                <a:ln>
                  <a:noFill/>
                </a:ln>
                <a:solidFill>
                  <a:srgbClr val="898989"/>
                </a:solidFill>
                <a:effectLst/>
                <a:uLnTx/>
                <a:uFillTx/>
                <a:latin typeface="等线" charset="0"/>
                <a:ea typeface="宋体" panose="02010600030101010101" pitchFamily="2" charset="-122"/>
                <a:cs typeface="等线" charset="0"/>
              </a:rPr>
            </a:fld>
            <a:endParaRPr kumimoji="0" lang="zh-CN" altLang="en-US" sz="1200" b="0" i="0" u="none" strike="noStrike" kern="1200" cap="none" spc="0" normalizeH="0" baseline="0" noProof="0">
              <a:ln>
                <a:noFill/>
              </a:ln>
              <a:solidFill>
                <a:srgbClr val="898989"/>
              </a:solidFill>
              <a:effectLst/>
              <a:uLnTx/>
              <a:uFillTx/>
              <a:latin typeface="等线" charset="0"/>
              <a:ea typeface="宋体" panose="02010600030101010101" pitchFamily="2" charset="-122"/>
              <a:cs typeface="等线" charset="0"/>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等线" charset="0"/>
              <a:ea typeface="宋体" panose="02010600030101010101" pitchFamily="2" charset="-122"/>
              <a:cs typeface="等线" charset="0"/>
            </a:endParaRPr>
          </a:p>
        </p:txBody>
      </p:sp>
      <p:sp>
        <p:nvSpPr>
          <p:cNvPr id="4" name="灯片编号占位符 3"/>
          <p:cNvSpPr>
            <a:spLocks noGrp="1"/>
          </p:cNvSpPr>
          <p:nvPr>
            <p:ph type="sldNum" sz="quarter" idx="12"/>
          </p:nvPr>
        </p:nvSpPr>
        <p:spPr/>
        <p:txBody>
          <a:bodyPr/>
          <a:p>
            <a:pPr lvl="0" eaLnBrk="1" hangingPunct="1">
              <a:buNone/>
            </a:pPr>
            <a:fld id="{9A0DB2DC-4C9A-4742-B13C-FB6460FD3503}" type="slidenum">
              <a:rPr lang="zh-CN" altLang="en-US" dirty="0">
                <a:latin typeface="等线" pitchFamily="2" charset="-122"/>
              </a:rPr>
            </a:fld>
            <a:endParaRPr lang="zh-CN" altLang="en-US" dirty="0">
              <a:latin typeface="等线" pitchFamily="2" charset="-122"/>
            </a:endParaRPr>
          </a:p>
        </p:txBody>
      </p:sp>
    </p:spTree>
  </p:cSld>
  <p:clrMapOvr>
    <a:masterClrMapping/>
  </p:clrMapOvr>
  <p:transition spd="slow" advTm="3000">
    <p:fade/>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noProof="1"/>
              <a:t>单击此处编辑母版标题样式</a:t>
            </a:r>
            <a:endParaRPr lang="zh-CN" altLang="en-US" noProof="1"/>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noProof="1"/>
              <a:t>单击此处编辑母版文本样式</a:t>
            </a:r>
            <a:endParaRPr lang="zh-CN" altLang="en-US"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6E00AAB5-ACD2-4173-97AD-CC903D300AD7}" type="datetime1">
              <a:rPr kumimoji="0" lang="zh-CN" altLang="en-US" sz="1200" b="0" i="0" u="none" strike="noStrike" kern="1200" cap="none" spc="0" normalizeH="0" baseline="0" noProof="0">
                <a:ln>
                  <a:noFill/>
                </a:ln>
                <a:solidFill>
                  <a:srgbClr val="898989"/>
                </a:solidFill>
                <a:effectLst/>
                <a:uLnTx/>
                <a:uFillTx/>
                <a:latin typeface="等线" charset="0"/>
                <a:ea typeface="宋体" panose="02010600030101010101" pitchFamily="2" charset="-122"/>
                <a:cs typeface="等线" charset="0"/>
              </a:rPr>
            </a:fld>
            <a:endParaRPr kumimoji="0" lang="zh-CN" altLang="en-US" sz="1200" b="0" i="0" u="none" strike="noStrike" kern="1200" cap="none" spc="0" normalizeH="0" baseline="0" noProof="0">
              <a:ln>
                <a:noFill/>
              </a:ln>
              <a:solidFill>
                <a:srgbClr val="898989"/>
              </a:solidFill>
              <a:effectLst/>
              <a:uLnTx/>
              <a:uFillTx/>
              <a:latin typeface="等线" charset="0"/>
              <a:ea typeface="宋体" panose="02010600030101010101" pitchFamily="2" charset="-122"/>
              <a:cs typeface="等线" charset="0"/>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等线" charset="0"/>
              <a:ea typeface="宋体" panose="02010600030101010101" pitchFamily="2" charset="-122"/>
              <a:cs typeface="等线" charset="0"/>
            </a:endParaRPr>
          </a:p>
        </p:txBody>
      </p:sp>
      <p:sp>
        <p:nvSpPr>
          <p:cNvPr id="7" name="灯片编号占位符 6"/>
          <p:cNvSpPr>
            <a:spLocks noGrp="1"/>
          </p:cNvSpPr>
          <p:nvPr>
            <p:ph type="sldNum" sz="quarter" idx="12"/>
          </p:nvPr>
        </p:nvSpPr>
        <p:spPr/>
        <p:txBody>
          <a:bodyPr/>
          <a:p>
            <a:pPr lvl="0" eaLnBrk="1" hangingPunct="1">
              <a:buNone/>
            </a:pPr>
            <a:fld id="{9A0DB2DC-4C9A-4742-B13C-FB6460FD3503}" type="slidenum">
              <a:rPr lang="zh-CN" altLang="en-US" dirty="0">
                <a:latin typeface="等线" pitchFamily="2" charset="-122"/>
              </a:rPr>
            </a:fld>
            <a:endParaRPr lang="zh-CN" altLang="en-US" dirty="0">
              <a:latin typeface="等线" pitchFamily="2" charset="-122"/>
            </a:endParaRPr>
          </a:p>
        </p:txBody>
      </p:sp>
    </p:spTree>
  </p:cSld>
  <p:clrMapOvr>
    <a:masterClrMapping/>
  </p:clrMapOvr>
  <p:transition spd="slow" advTm="3000">
    <p:fade/>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noProof="1"/>
              <a:t>单击此处编辑母版标题样式</a:t>
            </a:r>
            <a:endParaRPr lang="zh-CN" altLang="en-US" noProof="1"/>
          </a:p>
        </p:txBody>
      </p:sp>
      <p:sp>
        <p:nvSpPr>
          <p:cNvPr id="3" name="图片占位符 2"/>
          <p:cNvSpPr>
            <a:spLocks noGrp="1"/>
          </p:cNvSpPr>
          <p:nvPr>
            <p:ph type="pic" idx="1"/>
          </p:nvPr>
        </p:nvSpPr>
        <p:spPr>
          <a:xfrm>
            <a:off x="5183188" y="987425"/>
            <a:ext cx="617220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90000"/>
              </a:lnSpc>
              <a:spcBef>
                <a:spcPts val="1000"/>
              </a:spcBef>
              <a:spcAft>
                <a:spcPct val="0"/>
              </a:spcAft>
              <a:buClrTx/>
              <a:buSzTx/>
              <a:buFont typeface="Arial" panose="020B0604020202020204" pitchFamily="34" charset="0"/>
              <a:buNone/>
              <a:defRPr/>
            </a:pPr>
            <a:endParaRPr kumimoji="0" lang="zh-CN" altLang="en-US" sz="3200" b="0" i="0" u="none" strike="noStrike" kern="1200" cap="none" spc="0" normalizeH="0" baseline="0" noProof="1">
              <a:ln>
                <a:noFill/>
              </a:ln>
              <a:solidFill>
                <a:schemeClr val="tx1"/>
              </a:solidFill>
              <a:effectLst/>
              <a:uLnTx/>
              <a:uFillTx/>
              <a:latin typeface="+mn-lt"/>
              <a:ea typeface="+mn-ea"/>
              <a:cs typeface="等线" charset="0"/>
            </a:endParaRP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noProof="1"/>
              <a:t>单击此处编辑母版文本样式</a:t>
            </a:r>
            <a:endParaRPr lang="zh-CN" altLang="en-US"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6E00AAB5-ACD2-4173-97AD-CC903D300AD7}" type="datetime1">
              <a:rPr kumimoji="0" lang="zh-CN" altLang="en-US" sz="1200" b="0" i="0" u="none" strike="noStrike" kern="1200" cap="none" spc="0" normalizeH="0" baseline="0" noProof="0">
                <a:ln>
                  <a:noFill/>
                </a:ln>
                <a:solidFill>
                  <a:srgbClr val="898989"/>
                </a:solidFill>
                <a:effectLst/>
                <a:uLnTx/>
                <a:uFillTx/>
                <a:latin typeface="等线" charset="0"/>
                <a:ea typeface="宋体" panose="02010600030101010101" pitchFamily="2" charset="-122"/>
                <a:cs typeface="等线" charset="0"/>
              </a:rPr>
            </a:fld>
            <a:endParaRPr kumimoji="0" lang="zh-CN" altLang="en-US" sz="1200" b="0" i="0" u="none" strike="noStrike" kern="1200" cap="none" spc="0" normalizeH="0" baseline="0" noProof="0">
              <a:ln>
                <a:noFill/>
              </a:ln>
              <a:solidFill>
                <a:srgbClr val="898989"/>
              </a:solidFill>
              <a:effectLst/>
              <a:uLnTx/>
              <a:uFillTx/>
              <a:latin typeface="等线" charset="0"/>
              <a:ea typeface="宋体" panose="02010600030101010101" pitchFamily="2" charset="-122"/>
              <a:cs typeface="等线" charset="0"/>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等线" charset="0"/>
              <a:ea typeface="宋体" panose="02010600030101010101" pitchFamily="2" charset="-122"/>
              <a:cs typeface="等线" charset="0"/>
            </a:endParaRPr>
          </a:p>
        </p:txBody>
      </p:sp>
      <p:sp>
        <p:nvSpPr>
          <p:cNvPr id="7" name="灯片编号占位符 6"/>
          <p:cNvSpPr>
            <a:spLocks noGrp="1"/>
          </p:cNvSpPr>
          <p:nvPr>
            <p:ph type="sldNum" sz="quarter" idx="12"/>
          </p:nvPr>
        </p:nvSpPr>
        <p:spPr/>
        <p:txBody>
          <a:bodyPr/>
          <a:p>
            <a:pPr lvl="0" eaLnBrk="1" hangingPunct="1">
              <a:buNone/>
            </a:pPr>
            <a:fld id="{9A0DB2DC-4C9A-4742-B13C-FB6460FD3503}" type="slidenum">
              <a:rPr lang="zh-CN" altLang="en-US" dirty="0">
                <a:latin typeface="等线" pitchFamily="2" charset="-122"/>
              </a:rPr>
            </a:fld>
            <a:endParaRPr lang="zh-CN" altLang="en-US" dirty="0">
              <a:latin typeface="等线" pitchFamily="2" charset="-122"/>
            </a:endParaRPr>
          </a:p>
        </p:txBody>
      </p:sp>
    </p:spTree>
  </p:cSld>
  <p:clrMapOvr>
    <a:masterClrMapping/>
  </p:clrMapOvr>
  <p:transition spd="slow" advTm="3000">
    <p:fade/>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6E00AAB5-ACD2-4173-97AD-CC903D300AD7}" type="datetime1">
              <a:rPr kumimoji="0" lang="zh-CN" altLang="en-US" sz="1200" b="0" i="0" u="none" strike="noStrike" kern="1200" cap="none" spc="0" normalizeH="0" baseline="0" noProof="0">
                <a:ln>
                  <a:noFill/>
                </a:ln>
                <a:solidFill>
                  <a:srgbClr val="898989"/>
                </a:solidFill>
                <a:effectLst/>
                <a:uLnTx/>
                <a:uFillTx/>
                <a:latin typeface="等线" charset="0"/>
                <a:ea typeface="宋体" panose="02010600030101010101" pitchFamily="2" charset="-122"/>
                <a:cs typeface="等线" charset="0"/>
              </a:rPr>
            </a:fld>
            <a:endParaRPr kumimoji="0" lang="zh-CN" altLang="en-US" sz="1200" b="0" i="0" u="none" strike="noStrike" kern="1200" cap="none" spc="0" normalizeH="0" baseline="0" noProof="0">
              <a:ln>
                <a:noFill/>
              </a:ln>
              <a:solidFill>
                <a:srgbClr val="898989"/>
              </a:solidFill>
              <a:effectLst/>
              <a:uLnTx/>
              <a:uFillTx/>
              <a:latin typeface="等线" charset="0"/>
              <a:ea typeface="宋体" panose="02010600030101010101" pitchFamily="2" charset="-122"/>
              <a:cs typeface="等线" charset="0"/>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等线" charset="0"/>
              <a:ea typeface="宋体" panose="02010600030101010101" pitchFamily="2" charset="-122"/>
              <a:cs typeface="等线" charset="0"/>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zh-CN" altLang="en-US" dirty="0">
                <a:latin typeface="等线" pitchFamily="2" charset="-122"/>
              </a:rPr>
            </a:fld>
            <a:endParaRPr lang="zh-CN" altLang="en-US" dirty="0">
              <a:latin typeface="等线" pitchFamily="2" charset="-122"/>
            </a:endParaRPr>
          </a:p>
        </p:txBody>
      </p:sp>
    </p:spTree>
  </p:cSld>
  <p:clrMapOvr>
    <a:masterClrMapping/>
  </p:clrMapOvr>
  <p:transition spd="slow" advTm="3000">
    <p:fade/>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6E00AAB5-ACD2-4173-97AD-CC903D300AD7}" type="datetime1">
              <a:rPr kumimoji="0" lang="zh-CN" altLang="en-US" sz="1200" b="0" i="0" u="none" strike="noStrike" kern="1200" cap="none" spc="0" normalizeH="0" baseline="0" noProof="0">
                <a:ln>
                  <a:noFill/>
                </a:ln>
                <a:solidFill>
                  <a:srgbClr val="898989"/>
                </a:solidFill>
                <a:effectLst/>
                <a:uLnTx/>
                <a:uFillTx/>
                <a:latin typeface="等线" charset="0"/>
                <a:ea typeface="宋体" panose="02010600030101010101" pitchFamily="2" charset="-122"/>
                <a:cs typeface="等线" charset="0"/>
              </a:rPr>
            </a:fld>
            <a:endParaRPr kumimoji="0" lang="zh-CN" altLang="en-US" sz="1200" b="0" i="0" u="none" strike="noStrike" kern="1200" cap="none" spc="0" normalizeH="0" baseline="0" noProof="0">
              <a:ln>
                <a:noFill/>
              </a:ln>
              <a:solidFill>
                <a:srgbClr val="898989"/>
              </a:solidFill>
              <a:effectLst/>
              <a:uLnTx/>
              <a:uFillTx/>
              <a:latin typeface="等线" charset="0"/>
              <a:ea typeface="宋体" panose="02010600030101010101" pitchFamily="2" charset="-122"/>
              <a:cs typeface="等线" charset="0"/>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等线" charset="0"/>
              <a:ea typeface="宋体" panose="02010600030101010101" pitchFamily="2" charset="-122"/>
              <a:cs typeface="等线" charset="0"/>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zh-CN" altLang="en-US" dirty="0">
                <a:latin typeface="等线" pitchFamily="2" charset="-122"/>
              </a:rPr>
            </a:fld>
            <a:endParaRPr lang="zh-CN" altLang="en-US" dirty="0">
              <a:latin typeface="等线" pitchFamily="2" charset="-122"/>
            </a:endParaRPr>
          </a:p>
        </p:txBody>
      </p:sp>
    </p:spTree>
  </p:cSld>
  <p:clrMapOvr>
    <a:masterClrMapping/>
  </p:clrMapOvr>
  <p:transition spd="slow" advTm="3000">
    <p:fade/>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2_自定义版式">
    <p:spTree>
      <p:nvGrpSpPr>
        <p:cNvPr id="1" name=""/>
        <p:cNvGrpSpPr/>
        <p:nvPr/>
      </p:nvGrpSpPr>
      <p:grpSpPr>
        <a:xfrm>
          <a:off x="0" y="0"/>
          <a:ext cx="0" cy="0"/>
          <a:chOff x="0" y="0"/>
          <a:chExt cx="0" cy="0"/>
        </a:xfrm>
      </p:grpSpPr>
      <p:sp>
        <p:nvSpPr>
          <p:cNvPr id="6" name="图片占位符 5"/>
          <p:cNvSpPr>
            <a:spLocks noGrp="1"/>
          </p:cNvSpPr>
          <p:nvPr>
            <p:ph type="pic" sz="quarter" idx="10"/>
          </p:nvPr>
        </p:nvSpPr>
        <p:spPr>
          <a:xfrm>
            <a:off x="0" y="1378479"/>
            <a:ext cx="12192000" cy="2879555"/>
          </a:xfrm>
          <a:custGeom>
            <a:avLst/>
            <a:gdLst>
              <a:gd name="connsiteX0" fmla="*/ 0 w 12192000"/>
              <a:gd name="connsiteY0" fmla="*/ 0 h 2879555"/>
              <a:gd name="connsiteX1" fmla="*/ 12192000 w 12192000"/>
              <a:gd name="connsiteY1" fmla="*/ 0 h 2879555"/>
              <a:gd name="connsiteX2" fmla="*/ 12192000 w 12192000"/>
              <a:gd name="connsiteY2" fmla="*/ 2879555 h 2879555"/>
              <a:gd name="connsiteX3" fmla="*/ 0 w 12192000"/>
              <a:gd name="connsiteY3" fmla="*/ 2879555 h 2879555"/>
            </a:gdLst>
            <a:ahLst/>
            <a:cxnLst>
              <a:cxn ang="0">
                <a:pos x="connsiteX0" y="connsiteY0"/>
              </a:cxn>
              <a:cxn ang="0">
                <a:pos x="connsiteX1" y="connsiteY1"/>
              </a:cxn>
              <a:cxn ang="0">
                <a:pos x="connsiteX2" y="connsiteY2"/>
              </a:cxn>
              <a:cxn ang="0">
                <a:pos x="connsiteX3" y="connsiteY3"/>
              </a:cxn>
            </a:cxnLst>
            <a:rect l="l" t="t" r="r" b="b"/>
            <a:pathLst>
              <a:path w="12192000" h="2879555">
                <a:moveTo>
                  <a:pt x="0" y="0"/>
                </a:moveTo>
                <a:lnTo>
                  <a:pt x="12192000" y="0"/>
                </a:lnTo>
                <a:lnTo>
                  <a:pt x="12192000" y="2879555"/>
                </a:lnTo>
                <a:lnTo>
                  <a:pt x="0" y="2879555"/>
                </a:lnTo>
                <a:close/>
              </a:path>
            </a:pathLst>
          </a:custGeom>
        </p:spPr>
        <p:txBody>
          <a:bodyPr vert="horz" wrap="square" lIns="91440" tIns="45720" rIns="91440" bIns="45720" numCol="1" anchor="t" anchorCtr="0" compatLnSpc="1">
            <a:noAutofit/>
          </a:bodyPr>
          <a:lstStyle/>
          <a:p>
            <a:pPr marL="228600" marR="0" lvl="0" indent="-228600" algn="l" defTabSz="914400" rtl="0" eaLnBrk="0" fontAlgn="base" latinLnBrk="0" hangingPunct="0">
              <a:lnSpc>
                <a:spcPct val="90000"/>
              </a:lnSpc>
              <a:spcBef>
                <a:spcPts val="1000"/>
              </a:spcBef>
              <a:spcAft>
                <a:spcPct val="0"/>
              </a:spcAft>
              <a:buClrTx/>
              <a:buSzTx/>
              <a:buFont typeface="Arial" panose="020B0604020202020204" pitchFamily="34" charset="0"/>
              <a:buChar char="•"/>
              <a:defRPr/>
            </a:pPr>
            <a:endParaRPr kumimoji="0" lang="zh-CN" altLang="en-US" sz="2800" b="0" i="0" u="none" strike="noStrike" kern="1200" cap="none" spc="0" normalizeH="0" baseline="0" noProof="1">
              <a:ln>
                <a:noFill/>
              </a:ln>
              <a:solidFill>
                <a:schemeClr val="tx1"/>
              </a:solidFill>
              <a:effectLst/>
              <a:uLnTx/>
              <a:uFillTx/>
              <a:latin typeface="+mn-lt"/>
              <a:ea typeface="+mn-ea"/>
              <a:cs typeface="等线" charset="0"/>
            </a:endParaRPr>
          </a:p>
        </p:txBody>
      </p:sp>
      <p:sp>
        <p:nvSpPr>
          <p:cNvPr id="2" name="日期占位符 1"/>
          <p:cNvSpPr>
            <a:spLocks noGrp="1"/>
          </p:cNvSpPr>
          <p:nvPr>
            <p:ph type="dt" sz="half"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6E00AAB5-ACD2-4173-97AD-CC903D300AD7}" type="datetime1">
              <a:rPr kumimoji="0" lang="zh-CN" altLang="en-US" sz="1200" b="0" i="0" u="none" strike="noStrike" kern="1200" cap="none" spc="0" normalizeH="0" baseline="0" noProof="0">
                <a:ln>
                  <a:noFill/>
                </a:ln>
                <a:solidFill>
                  <a:srgbClr val="898989"/>
                </a:solidFill>
                <a:effectLst/>
                <a:uLnTx/>
                <a:uFillTx/>
                <a:latin typeface="等线" charset="0"/>
                <a:ea typeface="宋体" panose="02010600030101010101" pitchFamily="2" charset="-122"/>
                <a:cs typeface="等线" charset="0"/>
              </a:rPr>
            </a:fld>
            <a:endParaRPr kumimoji="0" lang="zh-CN" altLang="en-US" sz="1200" b="0" i="0" u="none" strike="noStrike" kern="1200" cap="none" spc="0" normalizeH="0" baseline="0" noProof="0">
              <a:ln>
                <a:noFill/>
              </a:ln>
              <a:solidFill>
                <a:srgbClr val="898989"/>
              </a:solidFill>
              <a:effectLst/>
              <a:uLnTx/>
              <a:uFillTx/>
              <a:latin typeface="等线" charset="0"/>
              <a:ea typeface="宋体" panose="02010600030101010101" pitchFamily="2" charset="-122"/>
              <a:cs typeface="等线" charset="0"/>
            </a:endParaRPr>
          </a:p>
        </p:txBody>
      </p:sp>
      <p:sp>
        <p:nvSpPr>
          <p:cNvPr id="3" name="页脚占位符 2"/>
          <p:cNvSpPr>
            <a:spLocks noGrp="1"/>
          </p:cNvSpPr>
          <p:nvPr>
            <p:ph type="ftr" sz="quarter" idx="12"/>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等线" charset="0"/>
              <a:ea typeface="宋体" panose="02010600030101010101" pitchFamily="2" charset="-122"/>
              <a:cs typeface="等线" charset="0"/>
            </a:endParaRPr>
          </a:p>
        </p:txBody>
      </p:sp>
      <p:sp>
        <p:nvSpPr>
          <p:cNvPr id="4" name="灯片编号占位符 3"/>
          <p:cNvSpPr>
            <a:spLocks noGrp="1"/>
          </p:cNvSpPr>
          <p:nvPr>
            <p:ph type="sldNum" sz="quarter" idx="13"/>
          </p:nvPr>
        </p:nvSpPr>
        <p:spPr/>
        <p:txBody>
          <a:bodyPr/>
          <a:p>
            <a:pPr lvl="0" eaLnBrk="1" hangingPunct="1">
              <a:buNone/>
            </a:pPr>
            <a:fld id="{9A0DB2DC-4C9A-4742-B13C-FB6460FD3503}" type="slidenum">
              <a:rPr lang="zh-CN" altLang="en-US" dirty="0">
                <a:latin typeface="等线" pitchFamily="2" charset="-122"/>
              </a:rPr>
            </a:fld>
            <a:endParaRPr lang="zh-CN" altLang="en-US" dirty="0">
              <a:latin typeface="等线" pitchFamily="2" charset="-122"/>
            </a:endParaRPr>
          </a:p>
        </p:txBody>
      </p:sp>
    </p:spTree>
  </p:cSld>
  <p:clrMapOvr>
    <a:masterClrMapping/>
  </p:clrMapOvr>
  <p:transition spd="slow" advTm="3000">
    <p:fade/>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8_自定义版式">
    <p:spTree>
      <p:nvGrpSpPr>
        <p:cNvPr id="1" name=""/>
        <p:cNvGrpSpPr/>
        <p:nvPr/>
      </p:nvGrpSpPr>
      <p:grpSpPr>
        <a:xfrm>
          <a:off x="0" y="0"/>
          <a:ext cx="0" cy="0"/>
          <a:chOff x="0" y="0"/>
          <a:chExt cx="0" cy="0"/>
        </a:xfrm>
      </p:grpSpPr>
      <p:sp>
        <p:nvSpPr>
          <p:cNvPr id="6" name="图片占位符 5"/>
          <p:cNvSpPr>
            <a:spLocks noGrp="1"/>
          </p:cNvSpPr>
          <p:nvPr>
            <p:ph type="pic" sz="quarter" idx="10"/>
          </p:nvPr>
        </p:nvSpPr>
        <p:spPr>
          <a:xfrm>
            <a:off x="6621745" y="2382662"/>
            <a:ext cx="4190178" cy="2419704"/>
          </a:xfrm>
          <a:custGeom>
            <a:avLst/>
            <a:gdLst>
              <a:gd name="connsiteX0" fmla="*/ 0 w 4190178"/>
              <a:gd name="connsiteY0" fmla="*/ 0 h 2419704"/>
              <a:gd name="connsiteX1" fmla="*/ 4190178 w 4190178"/>
              <a:gd name="connsiteY1" fmla="*/ 0 h 2419704"/>
              <a:gd name="connsiteX2" fmla="*/ 4190178 w 4190178"/>
              <a:gd name="connsiteY2" fmla="*/ 2419704 h 2419704"/>
              <a:gd name="connsiteX3" fmla="*/ 0 w 4190178"/>
              <a:gd name="connsiteY3" fmla="*/ 2419704 h 2419704"/>
            </a:gdLst>
            <a:ahLst/>
            <a:cxnLst>
              <a:cxn ang="0">
                <a:pos x="connsiteX0" y="connsiteY0"/>
              </a:cxn>
              <a:cxn ang="0">
                <a:pos x="connsiteX1" y="connsiteY1"/>
              </a:cxn>
              <a:cxn ang="0">
                <a:pos x="connsiteX2" y="connsiteY2"/>
              </a:cxn>
              <a:cxn ang="0">
                <a:pos x="connsiteX3" y="connsiteY3"/>
              </a:cxn>
            </a:cxnLst>
            <a:rect l="l" t="t" r="r" b="b"/>
            <a:pathLst>
              <a:path w="4190178" h="2419704">
                <a:moveTo>
                  <a:pt x="0" y="0"/>
                </a:moveTo>
                <a:lnTo>
                  <a:pt x="4190178" y="0"/>
                </a:lnTo>
                <a:lnTo>
                  <a:pt x="4190178" y="2419704"/>
                </a:lnTo>
                <a:lnTo>
                  <a:pt x="0" y="2419704"/>
                </a:lnTo>
                <a:close/>
              </a:path>
            </a:pathLst>
          </a:custGeom>
        </p:spPr>
        <p:txBody>
          <a:bodyPr vert="horz" wrap="square" lIns="91440" tIns="45720" rIns="91440" bIns="45720" numCol="1" anchor="t" anchorCtr="0" compatLnSpc="1">
            <a:noAutofit/>
          </a:bodyPr>
          <a:lstStyle/>
          <a:p>
            <a:pPr marL="228600" marR="0" lvl="0" indent="-228600" algn="l" defTabSz="914400" rtl="0" eaLnBrk="0" fontAlgn="base" latinLnBrk="0" hangingPunct="0">
              <a:lnSpc>
                <a:spcPct val="90000"/>
              </a:lnSpc>
              <a:spcBef>
                <a:spcPts val="1000"/>
              </a:spcBef>
              <a:spcAft>
                <a:spcPct val="0"/>
              </a:spcAft>
              <a:buClrTx/>
              <a:buSzTx/>
              <a:buFont typeface="Arial" panose="020B0604020202020204" pitchFamily="34" charset="0"/>
              <a:buChar char="•"/>
              <a:defRPr/>
            </a:pPr>
            <a:endParaRPr kumimoji="0" lang="zh-CN" altLang="en-US" sz="2800" b="0" i="0" u="none" strike="noStrike" kern="1200" cap="none" spc="0" normalizeH="0" baseline="0" noProof="1">
              <a:ln>
                <a:noFill/>
              </a:ln>
              <a:solidFill>
                <a:schemeClr val="tx1"/>
              </a:solidFill>
              <a:effectLst/>
              <a:uLnTx/>
              <a:uFillTx/>
              <a:latin typeface="+mn-lt"/>
              <a:ea typeface="+mn-ea"/>
              <a:cs typeface="等线" charset="0"/>
            </a:endParaRPr>
          </a:p>
        </p:txBody>
      </p:sp>
      <p:sp>
        <p:nvSpPr>
          <p:cNvPr id="2" name="日期占位符 1"/>
          <p:cNvSpPr>
            <a:spLocks noGrp="1"/>
          </p:cNvSpPr>
          <p:nvPr>
            <p:ph type="dt" sz="half"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6E00AAB5-ACD2-4173-97AD-CC903D300AD7}" type="datetime1">
              <a:rPr kumimoji="0" lang="zh-CN" altLang="en-US" sz="1200" b="0" i="0" u="none" strike="noStrike" kern="1200" cap="none" spc="0" normalizeH="0" baseline="0" noProof="0">
                <a:ln>
                  <a:noFill/>
                </a:ln>
                <a:solidFill>
                  <a:srgbClr val="898989"/>
                </a:solidFill>
                <a:effectLst/>
                <a:uLnTx/>
                <a:uFillTx/>
                <a:latin typeface="等线" charset="0"/>
                <a:ea typeface="宋体" panose="02010600030101010101" pitchFamily="2" charset="-122"/>
                <a:cs typeface="等线" charset="0"/>
              </a:rPr>
            </a:fld>
            <a:endParaRPr kumimoji="0" lang="zh-CN" altLang="en-US" sz="1200" b="0" i="0" u="none" strike="noStrike" kern="1200" cap="none" spc="0" normalizeH="0" baseline="0" noProof="0">
              <a:ln>
                <a:noFill/>
              </a:ln>
              <a:solidFill>
                <a:srgbClr val="898989"/>
              </a:solidFill>
              <a:effectLst/>
              <a:uLnTx/>
              <a:uFillTx/>
              <a:latin typeface="等线" charset="0"/>
              <a:ea typeface="宋体" panose="02010600030101010101" pitchFamily="2" charset="-122"/>
              <a:cs typeface="等线" charset="0"/>
            </a:endParaRPr>
          </a:p>
        </p:txBody>
      </p:sp>
      <p:sp>
        <p:nvSpPr>
          <p:cNvPr id="3" name="页脚占位符 2"/>
          <p:cNvSpPr>
            <a:spLocks noGrp="1"/>
          </p:cNvSpPr>
          <p:nvPr>
            <p:ph type="ftr" sz="quarter" idx="12"/>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等线" charset="0"/>
              <a:ea typeface="宋体" panose="02010600030101010101" pitchFamily="2" charset="-122"/>
              <a:cs typeface="等线" charset="0"/>
            </a:endParaRPr>
          </a:p>
        </p:txBody>
      </p:sp>
      <p:sp>
        <p:nvSpPr>
          <p:cNvPr id="4" name="灯片编号占位符 3"/>
          <p:cNvSpPr>
            <a:spLocks noGrp="1"/>
          </p:cNvSpPr>
          <p:nvPr>
            <p:ph type="sldNum" sz="quarter" idx="13"/>
          </p:nvPr>
        </p:nvSpPr>
        <p:spPr/>
        <p:txBody>
          <a:bodyPr/>
          <a:p>
            <a:pPr lvl="0" eaLnBrk="1" hangingPunct="1">
              <a:buNone/>
            </a:pPr>
            <a:fld id="{9A0DB2DC-4C9A-4742-B13C-FB6460FD3503}" type="slidenum">
              <a:rPr lang="zh-CN" altLang="en-US" dirty="0">
                <a:latin typeface="等线" pitchFamily="2" charset="-122"/>
              </a:rPr>
            </a:fld>
            <a:endParaRPr lang="zh-CN" altLang="en-US" dirty="0">
              <a:latin typeface="等线" pitchFamily="2" charset="-122"/>
            </a:endParaRPr>
          </a:p>
        </p:txBody>
      </p:sp>
    </p:spTree>
  </p:cSld>
  <p:clrMapOvr>
    <a:masterClrMapping/>
  </p:clrMapOvr>
  <p:transition spd="slow" advTm="3000">
    <p:fade/>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9_自定义版式">
    <p:spTree>
      <p:nvGrpSpPr>
        <p:cNvPr id="1" name=""/>
        <p:cNvGrpSpPr/>
        <p:nvPr/>
      </p:nvGrpSpPr>
      <p:grpSpPr>
        <a:xfrm>
          <a:off x="0" y="0"/>
          <a:ext cx="0" cy="0"/>
          <a:chOff x="0" y="0"/>
          <a:chExt cx="0" cy="0"/>
        </a:xfrm>
      </p:grpSpPr>
      <p:sp>
        <p:nvSpPr>
          <p:cNvPr id="15" name="图片占位符 14"/>
          <p:cNvSpPr>
            <a:spLocks noGrp="1"/>
          </p:cNvSpPr>
          <p:nvPr>
            <p:ph type="pic" sz="quarter" idx="10"/>
          </p:nvPr>
        </p:nvSpPr>
        <p:spPr>
          <a:xfrm>
            <a:off x="1752600" y="2019300"/>
            <a:ext cx="1828800" cy="1828800"/>
          </a:xfrm>
          <a:custGeom>
            <a:avLst/>
            <a:gdLst>
              <a:gd name="connsiteX0" fmla="*/ 914400 w 1828800"/>
              <a:gd name="connsiteY0" fmla="*/ 0 h 1828800"/>
              <a:gd name="connsiteX1" fmla="*/ 1828800 w 1828800"/>
              <a:gd name="connsiteY1" fmla="*/ 914400 h 1828800"/>
              <a:gd name="connsiteX2" fmla="*/ 914400 w 1828800"/>
              <a:gd name="connsiteY2" fmla="*/ 1828800 h 1828800"/>
              <a:gd name="connsiteX3" fmla="*/ 0 w 1828800"/>
              <a:gd name="connsiteY3" fmla="*/ 914400 h 1828800"/>
              <a:gd name="connsiteX4" fmla="*/ 914400 w 1828800"/>
              <a:gd name="connsiteY4" fmla="*/ 0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 h="1828800">
                <a:moveTo>
                  <a:pt x="914400" y="0"/>
                </a:moveTo>
                <a:cubicBezTo>
                  <a:pt x="1419409" y="0"/>
                  <a:pt x="1828800" y="409391"/>
                  <a:pt x="1828800" y="914400"/>
                </a:cubicBezTo>
                <a:cubicBezTo>
                  <a:pt x="1828800" y="1419409"/>
                  <a:pt x="1419409" y="1828800"/>
                  <a:pt x="914400" y="1828800"/>
                </a:cubicBezTo>
                <a:cubicBezTo>
                  <a:pt x="409391" y="1828800"/>
                  <a:pt x="0" y="1419409"/>
                  <a:pt x="0" y="914400"/>
                </a:cubicBezTo>
                <a:cubicBezTo>
                  <a:pt x="0" y="409391"/>
                  <a:pt x="409391" y="0"/>
                  <a:pt x="914400" y="0"/>
                </a:cubicBezTo>
                <a:close/>
              </a:path>
            </a:pathLst>
          </a:custGeom>
        </p:spPr>
        <p:txBody>
          <a:bodyPr vert="horz" wrap="square" lIns="91440" tIns="45720" rIns="91440" bIns="45720" numCol="1" anchor="t" anchorCtr="0" compatLnSpc="1">
            <a:noAutofit/>
          </a:bodyPr>
          <a:lstStyle/>
          <a:p>
            <a:pPr marL="228600" marR="0" lvl="0" indent="-228600" algn="l" defTabSz="914400" rtl="0" eaLnBrk="0" fontAlgn="base" latinLnBrk="0" hangingPunct="0">
              <a:lnSpc>
                <a:spcPct val="90000"/>
              </a:lnSpc>
              <a:spcBef>
                <a:spcPts val="1000"/>
              </a:spcBef>
              <a:spcAft>
                <a:spcPct val="0"/>
              </a:spcAft>
              <a:buClrTx/>
              <a:buSzTx/>
              <a:buFont typeface="Arial" panose="020B0604020202020204" pitchFamily="34" charset="0"/>
              <a:buChar char="•"/>
              <a:defRPr/>
            </a:pPr>
            <a:endParaRPr kumimoji="0" lang="zh-CN" altLang="en-US" sz="2800" b="0" i="0" u="none" strike="noStrike" kern="1200" cap="none" spc="0" normalizeH="0" baseline="0" noProof="1">
              <a:ln>
                <a:noFill/>
              </a:ln>
              <a:solidFill>
                <a:schemeClr val="tx1"/>
              </a:solidFill>
              <a:effectLst/>
              <a:uLnTx/>
              <a:uFillTx/>
              <a:latin typeface="+mn-lt"/>
              <a:ea typeface="+mn-ea"/>
              <a:cs typeface="等线" charset="0"/>
            </a:endParaRPr>
          </a:p>
        </p:txBody>
      </p:sp>
      <p:sp>
        <p:nvSpPr>
          <p:cNvPr id="17" name="图片占位符 16"/>
          <p:cNvSpPr>
            <a:spLocks noGrp="1"/>
          </p:cNvSpPr>
          <p:nvPr>
            <p:ph type="pic" sz="quarter" idx="11"/>
          </p:nvPr>
        </p:nvSpPr>
        <p:spPr>
          <a:xfrm>
            <a:off x="3467100" y="3848100"/>
            <a:ext cx="1828800" cy="1828800"/>
          </a:xfrm>
          <a:custGeom>
            <a:avLst/>
            <a:gdLst>
              <a:gd name="connsiteX0" fmla="*/ 914400 w 1828800"/>
              <a:gd name="connsiteY0" fmla="*/ 0 h 1828800"/>
              <a:gd name="connsiteX1" fmla="*/ 1828800 w 1828800"/>
              <a:gd name="connsiteY1" fmla="*/ 914400 h 1828800"/>
              <a:gd name="connsiteX2" fmla="*/ 914400 w 1828800"/>
              <a:gd name="connsiteY2" fmla="*/ 1828800 h 1828800"/>
              <a:gd name="connsiteX3" fmla="*/ 0 w 1828800"/>
              <a:gd name="connsiteY3" fmla="*/ 914400 h 1828800"/>
              <a:gd name="connsiteX4" fmla="*/ 914400 w 1828800"/>
              <a:gd name="connsiteY4" fmla="*/ 0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 h="1828800">
                <a:moveTo>
                  <a:pt x="914400" y="0"/>
                </a:moveTo>
                <a:cubicBezTo>
                  <a:pt x="1419409" y="0"/>
                  <a:pt x="1828800" y="409391"/>
                  <a:pt x="1828800" y="914400"/>
                </a:cubicBezTo>
                <a:cubicBezTo>
                  <a:pt x="1828800" y="1419409"/>
                  <a:pt x="1419409" y="1828800"/>
                  <a:pt x="914400" y="1828800"/>
                </a:cubicBezTo>
                <a:cubicBezTo>
                  <a:pt x="409391" y="1828800"/>
                  <a:pt x="0" y="1419409"/>
                  <a:pt x="0" y="914400"/>
                </a:cubicBezTo>
                <a:cubicBezTo>
                  <a:pt x="0" y="409391"/>
                  <a:pt x="409391" y="0"/>
                  <a:pt x="914400" y="0"/>
                </a:cubicBezTo>
                <a:close/>
              </a:path>
            </a:pathLst>
          </a:custGeom>
        </p:spPr>
        <p:txBody>
          <a:bodyPr vert="horz" wrap="square" lIns="91440" tIns="45720" rIns="91440" bIns="45720" numCol="1" anchor="t" anchorCtr="0" compatLnSpc="1">
            <a:noAutofit/>
          </a:bodyPr>
          <a:lstStyle/>
          <a:p>
            <a:pPr marL="228600" marR="0" lvl="0" indent="-228600" algn="l" defTabSz="914400" rtl="0" eaLnBrk="0" fontAlgn="base" latinLnBrk="0" hangingPunct="0">
              <a:lnSpc>
                <a:spcPct val="90000"/>
              </a:lnSpc>
              <a:spcBef>
                <a:spcPts val="1000"/>
              </a:spcBef>
              <a:spcAft>
                <a:spcPct val="0"/>
              </a:spcAft>
              <a:buClrTx/>
              <a:buSzTx/>
              <a:buFont typeface="Arial" panose="020B0604020202020204" pitchFamily="34" charset="0"/>
              <a:buChar char="•"/>
              <a:defRPr/>
            </a:pPr>
            <a:endParaRPr kumimoji="0" lang="zh-CN" altLang="en-US" sz="2800" b="0" i="0" u="none" strike="noStrike" kern="1200" cap="none" spc="0" normalizeH="0" baseline="0" noProof="1">
              <a:ln>
                <a:noFill/>
              </a:ln>
              <a:solidFill>
                <a:schemeClr val="tx1"/>
              </a:solidFill>
              <a:effectLst/>
              <a:uLnTx/>
              <a:uFillTx/>
              <a:latin typeface="+mn-lt"/>
              <a:ea typeface="+mn-ea"/>
              <a:cs typeface="等线" charset="0"/>
            </a:endParaRPr>
          </a:p>
        </p:txBody>
      </p:sp>
      <p:sp>
        <p:nvSpPr>
          <p:cNvPr id="16" name="图片占位符 15"/>
          <p:cNvSpPr>
            <a:spLocks noGrp="1"/>
          </p:cNvSpPr>
          <p:nvPr>
            <p:ph type="pic" sz="quarter" idx="12"/>
          </p:nvPr>
        </p:nvSpPr>
        <p:spPr>
          <a:xfrm>
            <a:off x="5181600" y="2019300"/>
            <a:ext cx="1828800" cy="1828800"/>
          </a:xfrm>
          <a:custGeom>
            <a:avLst/>
            <a:gdLst>
              <a:gd name="connsiteX0" fmla="*/ 914400 w 1828800"/>
              <a:gd name="connsiteY0" fmla="*/ 0 h 1828800"/>
              <a:gd name="connsiteX1" fmla="*/ 1828800 w 1828800"/>
              <a:gd name="connsiteY1" fmla="*/ 914400 h 1828800"/>
              <a:gd name="connsiteX2" fmla="*/ 914400 w 1828800"/>
              <a:gd name="connsiteY2" fmla="*/ 1828800 h 1828800"/>
              <a:gd name="connsiteX3" fmla="*/ 0 w 1828800"/>
              <a:gd name="connsiteY3" fmla="*/ 914400 h 1828800"/>
              <a:gd name="connsiteX4" fmla="*/ 914400 w 1828800"/>
              <a:gd name="connsiteY4" fmla="*/ 0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 h="1828800">
                <a:moveTo>
                  <a:pt x="914400" y="0"/>
                </a:moveTo>
                <a:cubicBezTo>
                  <a:pt x="1419409" y="0"/>
                  <a:pt x="1828800" y="409391"/>
                  <a:pt x="1828800" y="914400"/>
                </a:cubicBezTo>
                <a:cubicBezTo>
                  <a:pt x="1828800" y="1419409"/>
                  <a:pt x="1419409" y="1828800"/>
                  <a:pt x="914400" y="1828800"/>
                </a:cubicBezTo>
                <a:cubicBezTo>
                  <a:pt x="409391" y="1828800"/>
                  <a:pt x="0" y="1419409"/>
                  <a:pt x="0" y="914400"/>
                </a:cubicBezTo>
                <a:cubicBezTo>
                  <a:pt x="0" y="409391"/>
                  <a:pt x="409391" y="0"/>
                  <a:pt x="914400" y="0"/>
                </a:cubicBezTo>
                <a:close/>
              </a:path>
            </a:pathLst>
          </a:custGeom>
        </p:spPr>
        <p:txBody>
          <a:bodyPr vert="horz" wrap="square" lIns="91440" tIns="45720" rIns="91440" bIns="45720" numCol="1" anchor="t" anchorCtr="0" compatLnSpc="1">
            <a:noAutofit/>
          </a:bodyPr>
          <a:lstStyle/>
          <a:p>
            <a:pPr marL="228600" marR="0" lvl="0" indent="-228600" algn="l" defTabSz="914400" rtl="0" eaLnBrk="0" fontAlgn="base" latinLnBrk="0" hangingPunct="0">
              <a:lnSpc>
                <a:spcPct val="90000"/>
              </a:lnSpc>
              <a:spcBef>
                <a:spcPts val="1000"/>
              </a:spcBef>
              <a:spcAft>
                <a:spcPct val="0"/>
              </a:spcAft>
              <a:buClrTx/>
              <a:buSzTx/>
              <a:buFont typeface="Arial" panose="020B0604020202020204" pitchFamily="34" charset="0"/>
              <a:buChar char="•"/>
              <a:defRPr/>
            </a:pPr>
            <a:endParaRPr kumimoji="0" lang="zh-CN" altLang="en-US" sz="2800" b="0" i="0" u="none" strike="noStrike" kern="1200" cap="none" spc="0" normalizeH="0" baseline="0" noProof="1">
              <a:ln>
                <a:noFill/>
              </a:ln>
              <a:solidFill>
                <a:schemeClr val="tx1"/>
              </a:solidFill>
              <a:effectLst/>
              <a:uLnTx/>
              <a:uFillTx/>
              <a:latin typeface="+mn-lt"/>
              <a:ea typeface="+mn-ea"/>
              <a:cs typeface="等线" charset="0"/>
            </a:endParaRPr>
          </a:p>
        </p:txBody>
      </p:sp>
      <p:sp>
        <p:nvSpPr>
          <p:cNvPr id="18" name="图片占位符 17"/>
          <p:cNvSpPr>
            <a:spLocks noGrp="1"/>
          </p:cNvSpPr>
          <p:nvPr>
            <p:ph type="pic" sz="quarter" idx="13"/>
          </p:nvPr>
        </p:nvSpPr>
        <p:spPr>
          <a:xfrm>
            <a:off x="7010400" y="3848100"/>
            <a:ext cx="1828800" cy="1828800"/>
          </a:xfrm>
          <a:custGeom>
            <a:avLst/>
            <a:gdLst>
              <a:gd name="connsiteX0" fmla="*/ 914400 w 1828800"/>
              <a:gd name="connsiteY0" fmla="*/ 0 h 1828800"/>
              <a:gd name="connsiteX1" fmla="*/ 1828800 w 1828800"/>
              <a:gd name="connsiteY1" fmla="*/ 914400 h 1828800"/>
              <a:gd name="connsiteX2" fmla="*/ 914400 w 1828800"/>
              <a:gd name="connsiteY2" fmla="*/ 1828800 h 1828800"/>
              <a:gd name="connsiteX3" fmla="*/ 0 w 1828800"/>
              <a:gd name="connsiteY3" fmla="*/ 914400 h 1828800"/>
              <a:gd name="connsiteX4" fmla="*/ 914400 w 1828800"/>
              <a:gd name="connsiteY4" fmla="*/ 0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 h="1828800">
                <a:moveTo>
                  <a:pt x="914400" y="0"/>
                </a:moveTo>
                <a:cubicBezTo>
                  <a:pt x="1419409" y="0"/>
                  <a:pt x="1828800" y="409391"/>
                  <a:pt x="1828800" y="914400"/>
                </a:cubicBezTo>
                <a:cubicBezTo>
                  <a:pt x="1828800" y="1419409"/>
                  <a:pt x="1419409" y="1828800"/>
                  <a:pt x="914400" y="1828800"/>
                </a:cubicBezTo>
                <a:cubicBezTo>
                  <a:pt x="409391" y="1828800"/>
                  <a:pt x="0" y="1419409"/>
                  <a:pt x="0" y="914400"/>
                </a:cubicBezTo>
                <a:cubicBezTo>
                  <a:pt x="0" y="409391"/>
                  <a:pt x="409391" y="0"/>
                  <a:pt x="914400" y="0"/>
                </a:cubicBezTo>
                <a:close/>
              </a:path>
            </a:pathLst>
          </a:custGeom>
        </p:spPr>
        <p:txBody>
          <a:bodyPr vert="horz" wrap="square" lIns="91440" tIns="45720" rIns="91440" bIns="45720" numCol="1" anchor="t" anchorCtr="0" compatLnSpc="1">
            <a:noAutofit/>
          </a:bodyPr>
          <a:lstStyle/>
          <a:p>
            <a:pPr marL="228600" marR="0" lvl="0" indent="-228600" algn="l" defTabSz="914400" rtl="0" eaLnBrk="0" fontAlgn="base" latinLnBrk="0" hangingPunct="0">
              <a:lnSpc>
                <a:spcPct val="90000"/>
              </a:lnSpc>
              <a:spcBef>
                <a:spcPts val="1000"/>
              </a:spcBef>
              <a:spcAft>
                <a:spcPct val="0"/>
              </a:spcAft>
              <a:buClrTx/>
              <a:buSzTx/>
              <a:buFont typeface="Arial" panose="020B0604020202020204" pitchFamily="34" charset="0"/>
              <a:buChar char="•"/>
              <a:defRPr/>
            </a:pPr>
            <a:endParaRPr kumimoji="0" lang="zh-CN" altLang="en-US" sz="2800" b="0" i="0" u="none" strike="noStrike" kern="1200" cap="none" spc="0" normalizeH="0" baseline="0" noProof="1">
              <a:ln>
                <a:noFill/>
              </a:ln>
              <a:solidFill>
                <a:schemeClr val="tx1"/>
              </a:solidFill>
              <a:effectLst/>
              <a:uLnTx/>
              <a:uFillTx/>
              <a:latin typeface="+mn-lt"/>
              <a:ea typeface="+mn-ea"/>
              <a:cs typeface="等线" charset="0"/>
            </a:endParaRPr>
          </a:p>
        </p:txBody>
      </p:sp>
      <p:sp>
        <p:nvSpPr>
          <p:cNvPr id="14" name="图片占位符 13"/>
          <p:cNvSpPr>
            <a:spLocks noGrp="1"/>
          </p:cNvSpPr>
          <p:nvPr>
            <p:ph type="pic" sz="quarter" idx="14"/>
          </p:nvPr>
        </p:nvSpPr>
        <p:spPr>
          <a:xfrm>
            <a:off x="8610600" y="2019300"/>
            <a:ext cx="1828800" cy="1828800"/>
          </a:xfrm>
          <a:custGeom>
            <a:avLst/>
            <a:gdLst>
              <a:gd name="connsiteX0" fmla="*/ 914400 w 1828800"/>
              <a:gd name="connsiteY0" fmla="*/ 0 h 1828800"/>
              <a:gd name="connsiteX1" fmla="*/ 1828800 w 1828800"/>
              <a:gd name="connsiteY1" fmla="*/ 914400 h 1828800"/>
              <a:gd name="connsiteX2" fmla="*/ 914400 w 1828800"/>
              <a:gd name="connsiteY2" fmla="*/ 1828800 h 1828800"/>
              <a:gd name="connsiteX3" fmla="*/ 0 w 1828800"/>
              <a:gd name="connsiteY3" fmla="*/ 914400 h 1828800"/>
              <a:gd name="connsiteX4" fmla="*/ 914400 w 1828800"/>
              <a:gd name="connsiteY4" fmla="*/ 0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 h="1828800">
                <a:moveTo>
                  <a:pt x="914400" y="0"/>
                </a:moveTo>
                <a:cubicBezTo>
                  <a:pt x="1419409" y="0"/>
                  <a:pt x="1828800" y="409391"/>
                  <a:pt x="1828800" y="914400"/>
                </a:cubicBezTo>
                <a:cubicBezTo>
                  <a:pt x="1828800" y="1419409"/>
                  <a:pt x="1419409" y="1828800"/>
                  <a:pt x="914400" y="1828800"/>
                </a:cubicBezTo>
                <a:cubicBezTo>
                  <a:pt x="409391" y="1828800"/>
                  <a:pt x="0" y="1419409"/>
                  <a:pt x="0" y="914400"/>
                </a:cubicBezTo>
                <a:cubicBezTo>
                  <a:pt x="0" y="409391"/>
                  <a:pt x="409391" y="0"/>
                  <a:pt x="914400" y="0"/>
                </a:cubicBezTo>
                <a:close/>
              </a:path>
            </a:pathLst>
          </a:custGeom>
        </p:spPr>
        <p:txBody>
          <a:bodyPr vert="horz" wrap="square" lIns="91440" tIns="45720" rIns="91440" bIns="45720" numCol="1" anchor="t" anchorCtr="0" compatLnSpc="1">
            <a:noAutofit/>
          </a:bodyPr>
          <a:lstStyle/>
          <a:p>
            <a:pPr marL="228600" marR="0" lvl="0" indent="-228600" algn="l" defTabSz="914400" rtl="0" eaLnBrk="0" fontAlgn="base" latinLnBrk="0" hangingPunct="0">
              <a:lnSpc>
                <a:spcPct val="90000"/>
              </a:lnSpc>
              <a:spcBef>
                <a:spcPts val="1000"/>
              </a:spcBef>
              <a:spcAft>
                <a:spcPct val="0"/>
              </a:spcAft>
              <a:buClrTx/>
              <a:buSzTx/>
              <a:buFont typeface="Arial" panose="020B0604020202020204" pitchFamily="34" charset="0"/>
              <a:buChar char="•"/>
              <a:defRPr/>
            </a:pPr>
            <a:endParaRPr kumimoji="0" lang="zh-CN" altLang="en-US" sz="2800" b="0" i="0" u="none" strike="noStrike" kern="1200" cap="none" spc="0" normalizeH="0" baseline="0" noProof="1">
              <a:ln>
                <a:noFill/>
              </a:ln>
              <a:solidFill>
                <a:schemeClr val="tx1"/>
              </a:solidFill>
              <a:effectLst/>
              <a:uLnTx/>
              <a:uFillTx/>
              <a:latin typeface="+mn-lt"/>
              <a:ea typeface="+mn-ea"/>
              <a:cs typeface="等线" charset="0"/>
            </a:endParaRPr>
          </a:p>
        </p:txBody>
      </p:sp>
      <p:sp>
        <p:nvSpPr>
          <p:cNvPr id="2" name="日期占位符 1"/>
          <p:cNvSpPr>
            <a:spLocks noGrp="1"/>
          </p:cNvSpPr>
          <p:nvPr>
            <p:ph type="dt" sz="half" idx="15"/>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6E00AAB5-ACD2-4173-97AD-CC903D300AD7}" type="datetime1">
              <a:rPr kumimoji="0" lang="zh-CN" altLang="en-US" sz="1200" b="0" i="0" u="none" strike="noStrike" kern="1200" cap="none" spc="0" normalizeH="0" baseline="0" noProof="0">
                <a:ln>
                  <a:noFill/>
                </a:ln>
                <a:solidFill>
                  <a:srgbClr val="898989"/>
                </a:solidFill>
                <a:effectLst/>
                <a:uLnTx/>
                <a:uFillTx/>
                <a:latin typeface="等线" charset="0"/>
                <a:ea typeface="宋体" panose="02010600030101010101" pitchFamily="2" charset="-122"/>
                <a:cs typeface="等线" charset="0"/>
              </a:rPr>
            </a:fld>
            <a:endParaRPr kumimoji="0" lang="zh-CN" altLang="en-US" sz="1200" b="0" i="0" u="none" strike="noStrike" kern="1200" cap="none" spc="0" normalizeH="0" baseline="0" noProof="0">
              <a:ln>
                <a:noFill/>
              </a:ln>
              <a:solidFill>
                <a:srgbClr val="898989"/>
              </a:solidFill>
              <a:effectLst/>
              <a:uLnTx/>
              <a:uFillTx/>
              <a:latin typeface="等线" charset="0"/>
              <a:ea typeface="宋体" panose="02010600030101010101" pitchFamily="2" charset="-122"/>
              <a:cs typeface="等线" charset="0"/>
            </a:endParaRPr>
          </a:p>
        </p:txBody>
      </p:sp>
      <p:sp>
        <p:nvSpPr>
          <p:cNvPr id="3" name="页脚占位符 2"/>
          <p:cNvSpPr>
            <a:spLocks noGrp="1"/>
          </p:cNvSpPr>
          <p:nvPr>
            <p:ph type="ftr" sz="quarter" idx="16"/>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等线" charset="0"/>
              <a:ea typeface="宋体" panose="02010600030101010101" pitchFamily="2" charset="-122"/>
              <a:cs typeface="等线" charset="0"/>
            </a:endParaRPr>
          </a:p>
        </p:txBody>
      </p:sp>
      <p:sp>
        <p:nvSpPr>
          <p:cNvPr id="4" name="灯片编号占位符 3"/>
          <p:cNvSpPr>
            <a:spLocks noGrp="1"/>
          </p:cNvSpPr>
          <p:nvPr>
            <p:ph type="sldNum" sz="quarter" idx="17"/>
          </p:nvPr>
        </p:nvSpPr>
        <p:spPr/>
        <p:txBody>
          <a:bodyPr/>
          <a:p>
            <a:pPr lvl="0" eaLnBrk="1" hangingPunct="1">
              <a:buNone/>
            </a:pPr>
            <a:fld id="{9A0DB2DC-4C9A-4742-B13C-FB6460FD3503}" type="slidenum">
              <a:rPr lang="zh-CN" altLang="en-US" dirty="0">
                <a:latin typeface="等线" pitchFamily="2" charset="-122"/>
              </a:rPr>
            </a:fld>
            <a:endParaRPr lang="zh-CN" altLang="en-US" dirty="0">
              <a:latin typeface="等线" pitchFamily="2" charset="-122"/>
            </a:endParaRPr>
          </a:p>
        </p:txBody>
      </p:sp>
    </p:spTree>
  </p:cSld>
  <p:clrMapOvr>
    <a:masterClrMapping/>
  </p:clrMapOvr>
  <p:transition spd="slow" advTm="3000">
    <p:fade/>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内页-1">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6E00AAB5-ACD2-4173-97AD-CC903D300AD7}" type="datetime1">
              <a:rPr kumimoji="0" lang="zh-CN" altLang="en-US" sz="1200" b="0" i="0" u="none" strike="noStrike" kern="1200" cap="none" spc="0" normalizeH="0" baseline="0" noProof="0">
                <a:ln>
                  <a:noFill/>
                </a:ln>
                <a:solidFill>
                  <a:srgbClr val="898989"/>
                </a:solidFill>
                <a:effectLst/>
                <a:uLnTx/>
                <a:uFillTx/>
                <a:latin typeface="等线" charset="0"/>
                <a:ea typeface="宋体" panose="02010600030101010101" pitchFamily="2" charset="-122"/>
                <a:cs typeface="等线" charset="0"/>
              </a:rPr>
            </a:fld>
            <a:endParaRPr kumimoji="0" lang="zh-CN" altLang="en-US" sz="1200" b="0" i="0" u="none" strike="noStrike" kern="1200" cap="none" spc="0" normalizeH="0" baseline="0" noProof="0">
              <a:ln>
                <a:noFill/>
              </a:ln>
              <a:solidFill>
                <a:srgbClr val="898989"/>
              </a:solidFill>
              <a:effectLst/>
              <a:uLnTx/>
              <a:uFillTx/>
              <a:latin typeface="等线" charset="0"/>
              <a:ea typeface="宋体" panose="02010600030101010101" pitchFamily="2" charset="-122"/>
              <a:cs typeface="等线" charset="0"/>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等线" charset="0"/>
              <a:ea typeface="宋体" panose="02010600030101010101" pitchFamily="2" charset="-122"/>
              <a:cs typeface="等线" charset="0"/>
            </a:endParaRPr>
          </a:p>
        </p:txBody>
      </p:sp>
      <p:sp>
        <p:nvSpPr>
          <p:cNvPr id="4" name="灯片编号占位符 3"/>
          <p:cNvSpPr>
            <a:spLocks noGrp="1"/>
          </p:cNvSpPr>
          <p:nvPr>
            <p:ph type="sldNum" sz="quarter" idx="12"/>
          </p:nvPr>
        </p:nvSpPr>
        <p:spPr/>
        <p:txBody>
          <a:bodyPr/>
          <a:p>
            <a:pPr lvl="0" eaLnBrk="1" hangingPunct="1">
              <a:buNone/>
            </a:pPr>
            <a:fld id="{9A0DB2DC-4C9A-4742-B13C-FB6460FD3503}" type="slidenum">
              <a:rPr lang="zh-CN" altLang="en-US" dirty="0">
                <a:latin typeface="等线" pitchFamily="2" charset="-122"/>
              </a:rPr>
            </a:fld>
            <a:endParaRPr lang="zh-CN" altLang="en-US" dirty="0">
              <a:latin typeface="等线" pitchFamily="2" charset="-122"/>
            </a:endParaRPr>
          </a:p>
        </p:txBody>
      </p:sp>
    </p:spTree>
  </p:cSld>
  <p:clrMapOvr>
    <a:masterClrMapping/>
  </p:clrMapOvr>
  <p:transition spd="slow" advTm="3000">
    <p:fade/>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Welcome Message">
    <p:bg>
      <p:bgPr>
        <a:solidFill>
          <a:srgbClr val="0D1637"/>
        </a:solidFill>
        <a:effectLst/>
      </p:bgPr>
    </p:bg>
    <p:spTree>
      <p:nvGrpSpPr>
        <p:cNvPr id="1" name=""/>
        <p:cNvGrpSpPr/>
        <p:nvPr/>
      </p:nvGrpSpPr>
      <p:grpSpPr>
        <a:xfrm>
          <a:off x="0" y="0"/>
          <a:ext cx="0" cy="0"/>
          <a:chOff x="0" y="0"/>
          <a:chExt cx="0" cy="0"/>
        </a:xfrm>
      </p:grpSpPr>
      <p:sp>
        <p:nvSpPr>
          <p:cNvPr id="5" name="Picture Placeholder 8"/>
          <p:cNvSpPr>
            <a:spLocks noGrp="1"/>
          </p:cNvSpPr>
          <p:nvPr>
            <p:ph type="pic" sz="quarter" idx="18"/>
          </p:nvPr>
        </p:nvSpPr>
        <p:spPr>
          <a:xfrm>
            <a:off x="1140948" y="1667631"/>
            <a:ext cx="2248875" cy="2608016"/>
          </a:xfrm>
          <a:custGeom>
            <a:avLst/>
            <a:gdLst>
              <a:gd name="connsiteX0" fmla="*/ 2522219 w 5044439"/>
              <a:gd name="connsiteY0" fmla="*/ 0 h 5851550"/>
              <a:gd name="connsiteX1" fmla="*/ 5044439 w 5044439"/>
              <a:gd name="connsiteY1" fmla="*/ 1261110 h 5851550"/>
              <a:gd name="connsiteX2" fmla="*/ 5044439 w 5044439"/>
              <a:gd name="connsiteY2" fmla="*/ 4590440 h 5851550"/>
              <a:gd name="connsiteX3" fmla="*/ 2522219 w 5044439"/>
              <a:gd name="connsiteY3" fmla="*/ 5851550 h 5851550"/>
              <a:gd name="connsiteX4" fmla="*/ 0 w 5044439"/>
              <a:gd name="connsiteY4" fmla="*/ 4590440 h 5851550"/>
              <a:gd name="connsiteX5" fmla="*/ 0 w 5044439"/>
              <a:gd name="connsiteY5" fmla="*/ 1261110 h 5851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044439" h="5851550">
                <a:moveTo>
                  <a:pt x="2522219" y="0"/>
                </a:moveTo>
                <a:lnTo>
                  <a:pt x="5044439" y="1261110"/>
                </a:lnTo>
                <a:lnTo>
                  <a:pt x="5044439" y="4590440"/>
                </a:lnTo>
                <a:lnTo>
                  <a:pt x="2522219" y="5851550"/>
                </a:lnTo>
                <a:lnTo>
                  <a:pt x="0" y="4590440"/>
                </a:lnTo>
                <a:lnTo>
                  <a:pt x="0" y="1261110"/>
                </a:lnTo>
                <a:close/>
              </a:path>
            </a:pathLst>
          </a:custGeom>
          <a:effectLst/>
        </p:spPr>
        <p:txBody>
          <a:bodyPr vert="horz" wrap="square" lIns="91440" tIns="45720" rIns="91440" bIns="45720" numCol="1" anchor="t" anchorCtr="0" compatLnSpc="1">
            <a:noAutofit/>
          </a:bodyPr>
          <a:lstStyle>
            <a:lvl1pPr marL="0" indent="0">
              <a:buNone/>
              <a:defRPr sz="1300" b="0" i="0">
                <a:ln>
                  <a:noFill/>
                </a:ln>
                <a:solidFill>
                  <a:schemeClr val="bg1">
                    <a:lumMod val="85000"/>
                  </a:schemeClr>
                </a:solidFill>
                <a:latin typeface="Poppins Light" charset="0"/>
                <a:ea typeface="Poppins Light" charset="0"/>
                <a:cs typeface="Poppins Light" charset="0"/>
              </a:defRPr>
            </a:lvl1pPr>
          </a:lstStyle>
          <a:p>
            <a:pPr marL="0" marR="0" lvl="0" indent="0" algn="l" defTabSz="914400" rtl="0" eaLnBrk="0" fontAlgn="base" latinLnBrk="0" hangingPunct="0">
              <a:lnSpc>
                <a:spcPct val="90000"/>
              </a:lnSpc>
              <a:spcBef>
                <a:spcPts val="1000"/>
              </a:spcBef>
              <a:spcAft>
                <a:spcPct val="0"/>
              </a:spcAft>
              <a:buClrTx/>
              <a:buSzTx/>
              <a:buFont typeface="Arial" panose="020B0604020202020204" pitchFamily="34" charset="0"/>
              <a:buNone/>
              <a:defRPr/>
            </a:pPr>
            <a:endParaRPr kumimoji="0" lang="en-US" sz="1300" b="0" i="0" u="none" strike="noStrike" kern="1200" cap="none" spc="0" normalizeH="0" baseline="0" noProof="0" dirty="0">
              <a:ln>
                <a:noFill/>
              </a:ln>
              <a:solidFill>
                <a:schemeClr val="bg1">
                  <a:lumMod val="85000"/>
                </a:schemeClr>
              </a:solidFill>
              <a:effectLst/>
              <a:uLnTx/>
              <a:uFillTx/>
              <a:latin typeface="Poppins Light" charset="0"/>
              <a:ea typeface="Poppins Light" charset="0"/>
              <a:cs typeface="Poppins Light" charset="0"/>
            </a:endParaRPr>
          </a:p>
        </p:txBody>
      </p:sp>
      <p:sp>
        <p:nvSpPr>
          <p:cNvPr id="2" name="日期占位符 1"/>
          <p:cNvSpPr>
            <a:spLocks noGrp="1"/>
          </p:cNvSpPr>
          <p:nvPr>
            <p:ph type="dt" sz="half" idx="19"/>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6E00AAB5-ACD2-4173-97AD-CC903D300AD7}" type="datetime1">
              <a:rPr kumimoji="0" lang="zh-CN" altLang="en-US" sz="1200" b="0" i="0" u="none" strike="noStrike" kern="1200" cap="none" spc="0" normalizeH="0" baseline="0" noProof="0">
                <a:ln>
                  <a:noFill/>
                </a:ln>
                <a:solidFill>
                  <a:srgbClr val="898989"/>
                </a:solidFill>
                <a:effectLst/>
                <a:uLnTx/>
                <a:uFillTx/>
                <a:latin typeface="等线" charset="0"/>
                <a:ea typeface="宋体" panose="02010600030101010101" pitchFamily="2" charset="-122"/>
                <a:cs typeface="等线" charset="0"/>
              </a:rPr>
            </a:fld>
            <a:endParaRPr kumimoji="0" lang="zh-CN" altLang="en-US" sz="1200" b="0" i="0" u="none" strike="noStrike" kern="1200" cap="none" spc="0" normalizeH="0" baseline="0" noProof="0">
              <a:ln>
                <a:noFill/>
              </a:ln>
              <a:solidFill>
                <a:srgbClr val="898989"/>
              </a:solidFill>
              <a:effectLst/>
              <a:uLnTx/>
              <a:uFillTx/>
              <a:latin typeface="等线" charset="0"/>
              <a:ea typeface="宋体" panose="02010600030101010101" pitchFamily="2" charset="-122"/>
              <a:cs typeface="等线" charset="0"/>
            </a:endParaRPr>
          </a:p>
        </p:txBody>
      </p:sp>
      <p:sp>
        <p:nvSpPr>
          <p:cNvPr id="3" name="页脚占位符 2"/>
          <p:cNvSpPr>
            <a:spLocks noGrp="1"/>
          </p:cNvSpPr>
          <p:nvPr>
            <p:ph type="ftr" sz="quarter" idx="2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等线" charset="0"/>
              <a:ea typeface="宋体" panose="02010600030101010101" pitchFamily="2" charset="-122"/>
              <a:cs typeface="等线" charset="0"/>
            </a:endParaRPr>
          </a:p>
        </p:txBody>
      </p:sp>
      <p:sp>
        <p:nvSpPr>
          <p:cNvPr id="4" name="灯片编号占位符 3"/>
          <p:cNvSpPr>
            <a:spLocks noGrp="1"/>
          </p:cNvSpPr>
          <p:nvPr>
            <p:ph type="sldNum" sz="quarter" idx="21"/>
          </p:nvPr>
        </p:nvSpPr>
        <p:spPr/>
        <p:txBody>
          <a:bodyPr/>
          <a:p>
            <a:pPr lvl="0" eaLnBrk="1" hangingPunct="1">
              <a:buNone/>
            </a:pPr>
            <a:fld id="{9A0DB2DC-4C9A-4742-B13C-FB6460FD3503}" type="slidenum">
              <a:rPr lang="zh-CN" altLang="en-US" dirty="0">
                <a:latin typeface="等线" pitchFamily="2" charset="-122"/>
              </a:rPr>
            </a:fld>
            <a:endParaRPr lang="zh-CN" altLang="en-US" dirty="0">
              <a:latin typeface="等线" pitchFamily="2" charset="-122"/>
            </a:endParaRPr>
          </a:p>
        </p:txBody>
      </p:sp>
    </p:spTree>
  </p:cSld>
  <p:clrMapOvr>
    <a:masterClrMapping/>
  </p:clrMapOvr>
  <p:transition spd="slow" advTm="3000">
    <p:fade/>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19_Big Image Placeholder">
    <p:bg>
      <p:bgPr>
        <a:solidFill>
          <a:srgbClr val="0D1637"/>
        </a:solidFill>
        <a:effectLst/>
      </p:bgPr>
    </p:bg>
    <p:spTree>
      <p:nvGrpSpPr>
        <p:cNvPr id="1" name=""/>
        <p:cNvGrpSpPr/>
        <p:nvPr/>
      </p:nvGrpSpPr>
      <p:grpSpPr>
        <a:xfrm>
          <a:off x="0" y="0"/>
          <a:ext cx="0" cy="0"/>
          <a:chOff x="0" y="0"/>
          <a:chExt cx="0" cy="0"/>
        </a:xfrm>
      </p:grpSpPr>
      <p:sp>
        <p:nvSpPr>
          <p:cNvPr id="5" name="Picture Placeholder 2"/>
          <p:cNvSpPr>
            <a:spLocks noGrp="1"/>
          </p:cNvSpPr>
          <p:nvPr>
            <p:ph type="pic" sz="quarter" idx="21"/>
          </p:nvPr>
        </p:nvSpPr>
        <p:spPr>
          <a:xfrm>
            <a:off x="7161944" y="3559891"/>
            <a:ext cx="3554304" cy="2250917"/>
          </a:xfrm>
          <a:solidFill>
            <a:schemeClr val="bg1">
              <a:lumMod val="95000"/>
            </a:schemeClr>
          </a:solidFill>
        </p:spPr>
        <p:txBody>
          <a:bodyPr vert="horz" wrap="square" lIns="91440" tIns="45720" rIns="91440" bIns="45720" numCol="1" anchor="t" anchorCtr="0" compatLnSpc="1">
            <a:normAutofit/>
          </a:bodyPr>
          <a:lstStyle>
            <a:lvl1pPr>
              <a:defRPr sz="1400"/>
            </a:lvl1pPr>
          </a:lstStyle>
          <a:p>
            <a:pPr marL="228600" marR="0" lvl="0" indent="-228600" algn="l" defTabSz="914400" rtl="0" eaLnBrk="0" fontAlgn="base" latinLnBrk="0" hangingPunct="0">
              <a:lnSpc>
                <a:spcPct val="90000"/>
              </a:lnSpc>
              <a:spcBef>
                <a:spcPts val="1000"/>
              </a:spcBef>
              <a:spcAft>
                <a:spcPct val="0"/>
              </a:spcAft>
              <a:buClrTx/>
              <a:buSzTx/>
              <a:buFont typeface="Arial" panose="020B0604020202020204" pitchFamily="34" charset="0"/>
              <a:buChar char="•"/>
              <a:defRPr/>
            </a:pPr>
            <a:endParaRPr kumimoji="0" lang="en-US" sz="1400" b="0" i="0" u="none" strike="noStrike" kern="1200" cap="none" spc="0" normalizeH="0" baseline="0" noProof="0">
              <a:ln>
                <a:noFill/>
              </a:ln>
              <a:solidFill>
                <a:schemeClr val="tx1"/>
              </a:solidFill>
              <a:effectLst/>
              <a:uLnTx/>
              <a:uFillTx/>
              <a:latin typeface="+mn-lt"/>
              <a:ea typeface="+mn-ea"/>
              <a:cs typeface="等线" charset="0"/>
            </a:endParaRPr>
          </a:p>
        </p:txBody>
      </p:sp>
      <p:sp>
        <p:nvSpPr>
          <p:cNvPr id="6" name="Picture Placeholder 2"/>
          <p:cNvSpPr>
            <a:spLocks noGrp="1"/>
          </p:cNvSpPr>
          <p:nvPr>
            <p:ph type="pic" sz="quarter" idx="20"/>
          </p:nvPr>
        </p:nvSpPr>
        <p:spPr>
          <a:xfrm>
            <a:off x="1480633" y="3559891"/>
            <a:ext cx="3554304" cy="2250917"/>
          </a:xfrm>
          <a:solidFill>
            <a:schemeClr val="bg1">
              <a:lumMod val="95000"/>
            </a:schemeClr>
          </a:solidFill>
        </p:spPr>
        <p:txBody>
          <a:bodyPr vert="horz" wrap="square" lIns="91440" tIns="45720" rIns="91440" bIns="45720" numCol="1" anchor="t" anchorCtr="0" compatLnSpc="1">
            <a:normAutofit/>
          </a:bodyPr>
          <a:lstStyle>
            <a:lvl1pPr>
              <a:defRPr sz="1400"/>
            </a:lvl1pPr>
          </a:lstStyle>
          <a:p>
            <a:pPr marL="228600" marR="0" lvl="0" indent="-228600" algn="l" defTabSz="914400" rtl="0" eaLnBrk="0" fontAlgn="base" latinLnBrk="0" hangingPunct="0">
              <a:lnSpc>
                <a:spcPct val="90000"/>
              </a:lnSpc>
              <a:spcBef>
                <a:spcPts val="1000"/>
              </a:spcBef>
              <a:spcAft>
                <a:spcPct val="0"/>
              </a:spcAft>
              <a:buClrTx/>
              <a:buSzTx/>
              <a:buFont typeface="Arial" panose="020B0604020202020204" pitchFamily="34" charset="0"/>
              <a:buChar char="•"/>
              <a:defRPr/>
            </a:pPr>
            <a:endParaRPr kumimoji="0" lang="en-US" sz="1400" b="0" i="0" u="none" strike="noStrike" kern="1200" cap="none" spc="0" normalizeH="0" baseline="0" noProof="0">
              <a:ln>
                <a:noFill/>
              </a:ln>
              <a:solidFill>
                <a:schemeClr val="tx1"/>
              </a:solidFill>
              <a:effectLst/>
              <a:uLnTx/>
              <a:uFillTx/>
              <a:latin typeface="+mn-lt"/>
              <a:ea typeface="+mn-ea"/>
              <a:cs typeface="等线" charset="0"/>
            </a:endParaRPr>
          </a:p>
        </p:txBody>
      </p:sp>
      <p:sp>
        <p:nvSpPr>
          <p:cNvPr id="2" name="日期占位符 1"/>
          <p:cNvSpPr>
            <a:spLocks noGrp="1"/>
          </p:cNvSpPr>
          <p:nvPr>
            <p:ph type="dt" sz="half" idx="2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6E00AAB5-ACD2-4173-97AD-CC903D300AD7}" type="datetime1">
              <a:rPr kumimoji="0" lang="zh-CN" altLang="en-US" sz="1200" b="0" i="0" u="none" strike="noStrike" kern="1200" cap="none" spc="0" normalizeH="0" baseline="0" noProof="0">
                <a:ln>
                  <a:noFill/>
                </a:ln>
                <a:solidFill>
                  <a:srgbClr val="898989"/>
                </a:solidFill>
                <a:effectLst/>
                <a:uLnTx/>
                <a:uFillTx/>
                <a:latin typeface="等线" charset="0"/>
                <a:ea typeface="宋体" panose="02010600030101010101" pitchFamily="2" charset="-122"/>
                <a:cs typeface="等线" charset="0"/>
              </a:rPr>
            </a:fld>
            <a:endParaRPr kumimoji="0" lang="zh-CN" altLang="en-US" sz="1200" b="0" i="0" u="none" strike="noStrike" kern="1200" cap="none" spc="0" normalizeH="0" baseline="0" noProof="0">
              <a:ln>
                <a:noFill/>
              </a:ln>
              <a:solidFill>
                <a:srgbClr val="898989"/>
              </a:solidFill>
              <a:effectLst/>
              <a:uLnTx/>
              <a:uFillTx/>
              <a:latin typeface="等线" charset="0"/>
              <a:ea typeface="宋体" panose="02010600030101010101" pitchFamily="2" charset="-122"/>
              <a:cs typeface="等线" charset="0"/>
            </a:endParaRPr>
          </a:p>
        </p:txBody>
      </p:sp>
      <p:sp>
        <p:nvSpPr>
          <p:cNvPr id="3" name="页脚占位符 2"/>
          <p:cNvSpPr>
            <a:spLocks noGrp="1"/>
          </p:cNvSpPr>
          <p:nvPr>
            <p:ph type="ftr" sz="quarter" idx="23"/>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等线" charset="0"/>
              <a:ea typeface="宋体" panose="02010600030101010101" pitchFamily="2" charset="-122"/>
              <a:cs typeface="等线" charset="0"/>
            </a:endParaRPr>
          </a:p>
        </p:txBody>
      </p:sp>
      <p:sp>
        <p:nvSpPr>
          <p:cNvPr id="4" name="灯片编号占位符 3"/>
          <p:cNvSpPr>
            <a:spLocks noGrp="1"/>
          </p:cNvSpPr>
          <p:nvPr>
            <p:ph type="sldNum" sz="quarter" idx="24"/>
          </p:nvPr>
        </p:nvSpPr>
        <p:spPr/>
        <p:txBody>
          <a:bodyPr/>
          <a:p>
            <a:pPr lvl="0" eaLnBrk="1" hangingPunct="1">
              <a:buNone/>
            </a:pPr>
            <a:fld id="{9A0DB2DC-4C9A-4742-B13C-FB6460FD3503}" type="slidenum">
              <a:rPr lang="zh-CN" altLang="en-US" dirty="0">
                <a:latin typeface="等线" pitchFamily="2" charset="-122"/>
              </a:rPr>
            </a:fld>
            <a:endParaRPr lang="zh-CN" altLang="en-US" dirty="0">
              <a:latin typeface="等线" pitchFamily="2" charset="-122"/>
            </a:endParaRPr>
          </a:p>
        </p:txBody>
      </p:sp>
    </p:spTree>
  </p:cSld>
  <p:clrMapOvr>
    <a:masterClrMapping/>
  </p:clrMapOvr>
  <p:transition spd="slow" advTm="3000">
    <p:fade/>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6.xml"/><Relationship Id="rId8" Type="http://schemas.openxmlformats.org/officeDocument/2006/relationships/slideLayout" Target="../slideLayouts/slideLayout25.xml"/><Relationship Id="rId7" Type="http://schemas.openxmlformats.org/officeDocument/2006/relationships/slideLayout" Target="../slideLayouts/slideLayout24.xml"/><Relationship Id="rId6" Type="http://schemas.openxmlformats.org/officeDocument/2006/relationships/slideLayout" Target="../slideLayouts/slideLayout23.xml"/><Relationship Id="rId5" Type="http://schemas.openxmlformats.org/officeDocument/2006/relationships/slideLayout" Target="../slideLayouts/slideLayout22.xml"/><Relationship Id="rId4" Type="http://schemas.openxmlformats.org/officeDocument/2006/relationships/slideLayout" Target="../slideLayouts/slideLayout21.xml"/><Relationship Id="rId3" Type="http://schemas.openxmlformats.org/officeDocument/2006/relationships/slideLayout" Target="../slideLayouts/slideLayout20.xml"/><Relationship Id="rId2" Type="http://schemas.openxmlformats.org/officeDocument/2006/relationships/slideLayout" Target="../slideLayouts/slideLayout19.xml"/><Relationship Id="rId17" Type="http://schemas.openxmlformats.org/officeDocument/2006/relationships/theme" Target="../theme/theme2.xml"/><Relationship Id="rId16" Type="http://schemas.openxmlformats.org/officeDocument/2006/relationships/slideLayout" Target="../slideLayouts/slideLayout33.xml"/><Relationship Id="rId15" Type="http://schemas.openxmlformats.org/officeDocument/2006/relationships/slideLayout" Target="../slideLayouts/slideLayout32.xml"/><Relationship Id="rId14" Type="http://schemas.openxmlformats.org/officeDocument/2006/relationships/slideLayout" Target="../slideLayouts/slideLayout31.xml"/><Relationship Id="rId13" Type="http://schemas.openxmlformats.org/officeDocument/2006/relationships/slideLayout" Target="../slideLayouts/slideLayout30.xml"/><Relationship Id="rId12" Type="http://schemas.openxmlformats.org/officeDocument/2006/relationships/slideLayout" Target="../slideLayouts/slideLayout29.xml"/><Relationship Id="rId11" Type="http://schemas.openxmlformats.org/officeDocument/2006/relationships/slideLayout" Target="../slideLayouts/slideLayout28.xml"/><Relationship Id="rId10" Type="http://schemas.openxmlformats.org/officeDocument/2006/relationships/slideLayout" Target="../slideLayouts/slideLayout27.xml"/><Relationship Id="rId1" Type="http://schemas.openxmlformats.org/officeDocument/2006/relationships/slideLayout" Target="../slideLayouts/slideLayout18.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42.xml"/><Relationship Id="rId8" Type="http://schemas.openxmlformats.org/officeDocument/2006/relationships/slideLayout" Target="../slideLayouts/slideLayout41.xml"/><Relationship Id="rId7" Type="http://schemas.openxmlformats.org/officeDocument/2006/relationships/slideLayout" Target="../slideLayouts/slideLayout40.xml"/><Relationship Id="rId6" Type="http://schemas.openxmlformats.org/officeDocument/2006/relationships/slideLayout" Target="../slideLayouts/slideLayout39.xml"/><Relationship Id="rId5" Type="http://schemas.openxmlformats.org/officeDocument/2006/relationships/slideLayout" Target="../slideLayouts/slideLayout38.xml"/><Relationship Id="rId4" Type="http://schemas.openxmlformats.org/officeDocument/2006/relationships/slideLayout" Target="../slideLayouts/slideLayout37.xml"/><Relationship Id="rId3" Type="http://schemas.openxmlformats.org/officeDocument/2006/relationships/slideLayout" Target="../slideLayouts/slideLayout36.xml"/><Relationship Id="rId2" Type="http://schemas.openxmlformats.org/officeDocument/2006/relationships/slideLayout" Target="../slideLayouts/slideLayout35.xml"/><Relationship Id="rId18" Type="http://schemas.openxmlformats.org/officeDocument/2006/relationships/theme" Target="../theme/theme3.xml"/><Relationship Id="rId17" Type="http://schemas.openxmlformats.org/officeDocument/2006/relationships/slideLayout" Target="../slideLayouts/slideLayout50.xml"/><Relationship Id="rId16" Type="http://schemas.openxmlformats.org/officeDocument/2006/relationships/slideLayout" Target="../slideLayouts/slideLayout49.xml"/><Relationship Id="rId15" Type="http://schemas.openxmlformats.org/officeDocument/2006/relationships/slideLayout" Target="../slideLayouts/slideLayout48.xml"/><Relationship Id="rId14" Type="http://schemas.openxmlformats.org/officeDocument/2006/relationships/slideLayout" Target="../slideLayouts/slideLayout47.xml"/><Relationship Id="rId13" Type="http://schemas.openxmlformats.org/officeDocument/2006/relationships/slideLayout" Target="../slideLayouts/slideLayout46.xml"/><Relationship Id="rId12" Type="http://schemas.openxmlformats.org/officeDocument/2006/relationships/slideLayout" Target="../slideLayouts/slideLayout45.xml"/><Relationship Id="rId11" Type="http://schemas.openxmlformats.org/officeDocument/2006/relationships/slideLayout" Target="../slideLayouts/slideLayout44.xml"/><Relationship Id="rId10" Type="http://schemas.openxmlformats.org/officeDocument/2006/relationships/slideLayout" Target="../slideLayouts/slideLayout43.xml"/><Relationship Id="rId1" Type="http://schemas.openxmlformats.org/officeDocument/2006/relationships/slideLayout" Target="../slideLayouts/slideLayout3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D1637"/>
        </a:solidFill>
        <a:effectLst/>
      </p:bgPr>
    </p:bg>
    <p:spTree>
      <p:nvGrpSpPr>
        <p:cNvPr id="1" name=""/>
        <p:cNvGrpSpPr/>
        <p:nvPr/>
      </p:nvGrpSpPr>
      <p:grpSpPr/>
      <p:sp>
        <p:nvSpPr>
          <p:cNvPr id="1026" name="标题占位符 1"/>
          <p:cNvSpPr>
            <a:spLocks noGrp="1"/>
          </p:cNvSpPr>
          <p:nvPr>
            <p:ph type="title"/>
          </p:nvPr>
        </p:nvSpPr>
        <p:spPr>
          <a:xfrm>
            <a:off x="838200" y="365125"/>
            <a:ext cx="10515600" cy="1325563"/>
          </a:xfrm>
          <a:prstGeom prst="rect">
            <a:avLst/>
          </a:prstGeom>
          <a:noFill/>
          <a:ln w="9525">
            <a:noFill/>
          </a:ln>
        </p:spPr>
        <p:txBody>
          <a:bodyPr anchor="ctr"/>
          <a:p>
            <a:pPr lvl="0"/>
            <a:r>
              <a:rPr lang="zh-CN" altLang="en-US" dirty="0"/>
              <a:t>单击此处编辑母版标题样式</a:t>
            </a:r>
            <a:endParaRPr lang="zh-CN" altLang="en-US" dirty="0"/>
          </a:p>
        </p:txBody>
      </p:sp>
      <p:sp>
        <p:nvSpPr>
          <p:cNvPr id="1027" name="文本占位符 2"/>
          <p:cNvSpPr>
            <a:spLocks noGrp="1"/>
          </p:cNvSpPr>
          <p:nvPr>
            <p:ph type="body"/>
          </p:nvPr>
        </p:nvSpPr>
        <p:spPr>
          <a:xfrm>
            <a:off x="838200" y="1825625"/>
            <a:ext cx="10515600" cy="4351338"/>
          </a:xfrm>
          <a:prstGeom prst="rect">
            <a:avLst/>
          </a:prstGeom>
          <a:noFill/>
          <a:ln w="9525">
            <a:noFill/>
          </a:ln>
        </p:spPr>
        <p:txBody>
          <a:bodyPr/>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838200" y="6356350"/>
            <a:ext cx="2743200" cy="365125"/>
          </a:xfrm>
          <a:prstGeom prst="rect">
            <a:avLst/>
          </a:prstGeom>
        </p:spPr>
        <p:txBody>
          <a:bodyPr vert="horz" wrap="square" lIns="91440" tIns="45720" rIns="91440" bIns="45720" numCol="1" anchor="ctr" anchorCtr="0" compatLnSpc="1"/>
          <a:lstStyle>
            <a:lvl1pPr eaLnBrk="1" hangingPunct="1">
              <a:defRPr sz="1200">
                <a:solidFill>
                  <a:srgbClr val="898989"/>
                </a:solidFill>
                <a:latin typeface="等线" charset="0"/>
                <a:ea typeface="宋体" panose="02010600030101010101" pitchFamily="2" charset="-122"/>
                <a:cs typeface="等线"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6E00AAB5-ACD2-4173-97AD-CC903D300AD7}" type="datetime1">
              <a:rPr kumimoji="0" lang="zh-CN" altLang="en-US" sz="1200" b="0" i="0" u="none" strike="noStrike" kern="1200" cap="none" spc="0" normalizeH="0" baseline="0" noProof="0">
                <a:ln>
                  <a:noFill/>
                </a:ln>
                <a:solidFill>
                  <a:srgbClr val="898989"/>
                </a:solidFill>
                <a:effectLst/>
                <a:uLnTx/>
                <a:uFillTx/>
                <a:latin typeface="等线" charset="0"/>
                <a:ea typeface="宋体" panose="02010600030101010101" pitchFamily="2" charset="-122"/>
                <a:cs typeface="等线" charset="0"/>
              </a:rPr>
            </a:fld>
            <a:endParaRPr kumimoji="0" lang="zh-CN" altLang="en-US" sz="1200" b="0" i="0" u="none" strike="noStrike" kern="1200" cap="none" spc="0" normalizeH="0" baseline="0" noProof="0">
              <a:ln>
                <a:noFill/>
              </a:ln>
              <a:solidFill>
                <a:srgbClr val="898989"/>
              </a:solidFill>
              <a:effectLst/>
              <a:uLnTx/>
              <a:uFillTx/>
              <a:latin typeface="等线" charset="0"/>
              <a:ea typeface="宋体" panose="02010600030101010101" pitchFamily="2" charset="-122"/>
              <a:cs typeface="等线" charset="0"/>
            </a:endParaRPr>
          </a:p>
        </p:txBody>
      </p:sp>
      <p:sp>
        <p:nvSpPr>
          <p:cNvPr id="5" name="页脚占位符 4"/>
          <p:cNvSpPr>
            <a:spLocks noGrp="1"/>
          </p:cNvSpPr>
          <p:nvPr>
            <p:ph type="ftr" sz="quarter" idx="3"/>
          </p:nvPr>
        </p:nvSpPr>
        <p:spPr>
          <a:xfrm>
            <a:off x="4038600" y="6356350"/>
            <a:ext cx="4114800" cy="365125"/>
          </a:xfrm>
          <a:prstGeom prst="rect">
            <a:avLst/>
          </a:prstGeom>
        </p:spPr>
        <p:txBody>
          <a:bodyPr vert="horz" wrap="square" lIns="91440" tIns="45720" rIns="91440" bIns="45720" numCol="1" anchor="ctr" anchorCtr="0" compatLnSpc="1"/>
          <a:lstStyle>
            <a:lvl1pPr algn="ctr" eaLnBrk="1" hangingPunct="1">
              <a:defRPr sz="1200">
                <a:solidFill>
                  <a:srgbClr val="898989"/>
                </a:solidFill>
                <a:latin typeface="等线" charset="0"/>
                <a:ea typeface="宋体" panose="02010600030101010101" pitchFamily="2" charset="-122"/>
                <a:cs typeface="等线" charset="0"/>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等线" charset="0"/>
              <a:ea typeface="宋体" panose="02010600030101010101" pitchFamily="2" charset="-122"/>
              <a:cs typeface="等线" charset="0"/>
            </a:endParaRPr>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wrap="square" lIns="91440" tIns="45720" rIns="91440" bIns="45720" numCol="1" anchor="ctr" anchorCtr="0" compatLnSpc="1"/>
          <a:lstStyle>
            <a:lvl1pPr algn="r">
              <a:defRPr sz="1200">
                <a:solidFill>
                  <a:srgbClr val="898989"/>
                </a:solidFill>
                <a:ea typeface="宋体" panose="02010600030101010101" pitchFamily="2" charset="-122"/>
              </a:defRPr>
            </a:lvl1pPr>
          </a:lstStyle>
          <a:p>
            <a:pPr lvl="0" eaLnBrk="1" hangingPunct="1">
              <a:buNone/>
            </a:pPr>
            <a:fld id="{9A0DB2DC-4C9A-4742-B13C-FB6460FD3503}" type="slidenum">
              <a:rPr lang="zh-CN" altLang="en-US" dirty="0">
                <a:latin typeface="等线" pitchFamily="2" charset="-122"/>
              </a:rPr>
            </a:fld>
            <a:endParaRPr lang="zh-CN" altLang="en-US" dirty="0">
              <a:latin typeface="等线" pitchFamily="2" charset="-122"/>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transition spd="slow" advTm="3000">
    <p:fade/>
  </p:transition>
  <p:hf sldNum="0" hdr="0" ftr="0" dt="0"/>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等线 Light" charset="0"/>
        </a:defRPr>
      </a:lvl1pPr>
      <a:lvl2pPr algn="l" rtl="0" eaLnBrk="0" fontAlgn="base" hangingPunct="0">
        <a:lnSpc>
          <a:spcPct val="90000"/>
        </a:lnSpc>
        <a:spcBef>
          <a:spcPct val="0"/>
        </a:spcBef>
        <a:spcAft>
          <a:spcPct val="0"/>
        </a:spcAft>
        <a:defRPr sz="4400">
          <a:solidFill>
            <a:schemeClr val="tx1"/>
          </a:solidFill>
          <a:latin typeface="等线 Light" charset="0"/>
          <a:ea typeface="等线 Light" charset="0"/>
          <a:cs typeface="等线 Light" charset="0"/>
        </a:defRPr>
      </a:lvl2pPr>
      <a:lvl3pPr algn="l" rtl="0" eaLnBrk="0" fontAlgn="base" hangingPunct="0">
        <a:lnSpc>
          <a:spcPct val="90000"/>
        </a:lnSpc>
        <a:spcBef>
          <a:spcPct val="0"/>
        </a:spcBef>
        <a:spcAft>
          <a:spcPct val="0"/>
        </a:spcAft>
        <a:defRPr sz="4400">
          <a:solidFill>
            <a:schemeClr val="tx1"/>
          </a:solidFill>
          <a:latin typeface="等线 Light" charset="0"/>
          <a:ea typeface="等线 Light" charset="0"/>
          <a:cs typeface="等线 Light" charset="0"/>
        </a:defRPr>
      </a:lvl3pPr>
      <a:lvl4pPr algn="l" rtl="0" eaLnBrk="0" fontAlgn="base" hangingPunct="0">
        <a:lnSpc>
          <a:spcPct val="90000"/>
        </a:lnSpc>
        <a:spcBef>
          <a:spcPct val="0"/>
        </a:spcBef>
        <a:spcAft>
          <a:spcPct val="0"/>
        </a:spcAft>
        <a:defRPr sz="4400">
          <a:solidFill>
            <a:schemeClr val="tx1"/>
          </a:solidFill>
          <a:latin typeface="等线 Light" charset="0"/>
          <a:ea typeface="等线 Light" charset="0"/>
          <a:cs typeface="等线 Light" charset="0"/>
        </a:defRPr>
      </a:lvl4pPr>
      <a:lvl5pPr algn="l" rtl="0" eaLnBrk="0" fontAlgn="base" hangingPunct="0">
        <a:lnSpc>
          <a:spcPct val="90000"/>
        </a:lnSpc>
        <a:spcBef>
          <a:spcPct val="0"/>
        </a:spcBef>
        <a:spcAft>
          <a:spcPct val="0"/>
        </a:spcAft>
        <a:defRPr sz="4400">
          <a:solidFill>
            <a:schemeClr val="tx1"/>
          </a:solidFill>
          <a:latin typeface="等线 Light" charset="0"/>
          <a:ea typeface="等线 Light" charset="0"/>
          <a:cs typeface="等线 Light" charset="0"/>
        </a:defRPr>
      </a:lvl5pPr>
      <a:lvl6pPr marL="457200" algn="l" rtl="0" fontAlgn="base">
        <a:lnSpc>
          <a:spcPct val="90000"/>
        </a:lnSpc>
        <a:spcBef>
          <a:spcPct val="0"/>
        </a:spcBef>
        <a:spcAft>
          <a:spcPct val="0"/>
        </a:spcAft>
        <a:defRPr sz="4400">
          <a:solidFill>
            <a:schemeClr val="tx1"/>
          </a:solidFill>
          <a:latin typeface="等线 Light" charset="0"/>
          <a:ea typeface="等线 Light" charset="0"/>
          <a:cs typeface="等线 Light" charset="0"/>
        </a:defRPr>
      </a:lvl6pPr>
      <a:lvl7pPr marL="914400" algn="l" rtl="0" fontAlgn="base">
        <a:lnSpc>
          <a:spcPct val="90000"/>
        </a:lnSpc>
        <a:spcBef>
          <a:spcPct val="0"/>
        </a:spcBef>
        <a:spcAft>
          <a:spcPct val="0"/>
        </a:spcAft>
        <a:defRPr sz="4400">
          <a:solidFill>
            <a:schemeClr val="tx1"/>
          </a:solidFill>
          <a:latin typeface="等线 Light" charset="0"/>
          <a:ea typeface="等线 Light" charset="0"/>
          <a:cs typeface="等线 Light" charset="0"/>
        </a:defRPr>
      </a:lvl7pPr>
      <a:lvl8pPr marL="1371600" algn="l" rtl="0" fontAlgn="base">
        <a:lnSpc>
          <a:spcPct val="90000"/>
        </a:lnSpc>
        <a:spcBef>
          <a:spcPct val="0"/>
        </a:spcBef>
        <a:spcAft>
          <a:spcPct val="0"/>
        </a:spcAft>
        <a:defRPr sz="4400">
          <a:solidFill>
            <a:schemeClr val="tx1"/>
          </a:solidFill>
          <a:latin typeface="等线 Light" charset="0"/>
          <a:ea typeface="等线 Light" charset="0"/>
          <a:cs typeface="等线 Light" charset="0"/>
        </a:defRPr>
      </a:lvl8pPr>
      <a:lvl9pPr marL="1828800" algn="l" rtl="0" fontAlgn="base">
        <a:lnSpc>
          <a:spcPct val="90000"/>
        </a:lnSpc>
        <a:spcBef>
          <a:spcPct val="0"/>
        </a:spcBef>
        <a:spcAft>
          <a:spcPct val="0"/>
        </a:spcAft>
        <a:defRPr sz="4400">
          <a:solidFill>
            <a:schemeClr val="tx1"/>
          </a:solidFill>
          <a:latin typeface="等线 Light" charset="0"/>
          <a:ea typeface="等线 Light" charset="0"/>
          <a:cs typeface="等线 Light" charset="0"/>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charset="0"/>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charset="0"/>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charset="0"/>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等线" charset="0"/>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等线"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050" name="标题占位符 1"/>
          <p:cNvSpPr>
            <a:spLocks noGrp="1"/>
          </p:cNvSpPr>
          <p:nvPr>
            <p:ph type="title"/>
          </p:nvPr>
        </p:nvSpPr>
        <p:spPr>
          <a:xfrm>
            <a:off x="838200" y="365125"/>
            <a:ext cx="10515600" cy="1325563"/>
          </a:xfrm>
          <a:prstGeom prst="rect">
            <a:avLst/>
          </a:prstGeom>
          <a:noFill/>
          <a:ln w="9525">
            <a:noFill/>
          </a:ln>
        </p:spPr>
        <p:txBody>
          <a:bodyPr anchor="ctr"/>
          <a:p>
            <a:pPr lvl="0"/>
            <a:r>
              <a:rPr lang="zh-CN" altLang="en-US" dirty="0"/>
              <a:t>单击此处编辑母版标题样式</a:t>
            </a:r>
            <a:endParaRPr lang="zh-CN" altLang="en-US" dirty="0"/>
          </a:p>
        </p:txBody>
      </p:sp>
      <p:sp>
        <p:nvSpPr>
          <p:cNvPr id="2051" name="文本占位符 2"/>
          <p:cNvSpPr>
            <a:spLocks noGrp="1"/>
          </p:cNvSpPr>
          <p:nvPr>
            <p:ph type="body"/>
          </p:nvPr>
        </p:nvSpPr>
        <p:spPr>
          <a:xfrm>
            <a:off x="838200" y="1825625"/>
            <a:ext cx="10515600" cy="4351338"/>
          </a:xfrm>
          <a:prstGeom prst="rect">
            <a:avLst/>
          </a:prstGeom>
          <a:noFill/>
          <a:ln w="9525">
            <a:noFill/>
          </a:ln>
        </p:spPr>
        <p:txBody>
          <a:bodyPr/>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838200" y="6356350"/>
            <a:ext cx="2743200" cy="365125"/>
          </a:xfrm>
          <a:prstGeom prst="rect">
            <a:avLst/>
          </a:prstGeom>
        </p:spPr>
        <p:txBody>
          <a:bodyPr vert="horz" wrap="square" lIns="91440" tIns="45720" rIns="91440" bIns="45720" numCol="1" anchor="ctr" anchorCtr="0" compatLnSpc="1"/>
          <a:lstStyle>
            <a:lvl1pPr eaLnBrk="1" hangingPunct="1">
              <a:defRPr sz="1200">
                <a:solidFill>
                  <a:srgbClr val="898989"/>
                </a:solidFill>
                <a:latin typeface="等线" charset="0"/>
                <a:ea typeface="宋体" panose="02010600030101010101" pitchFamily="2" charset="-122"/>
                <a:cs typeface="等线"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95B2BE2D-0FB5-473B-9DAF-4EF82995337E}" type="datetime1">
              <a:rPr kumimoji="0" lang="zh-CN" altLang="en-US" sz="1200" b="0" i="0" u="none" strike="noStrike" kern="1200" cap="none" spc="0" normalizeH="0" baseline="0" noProof="0">
                <a:ln>
                  <a:noFill/>
                </a:ln>
                <a:solidFill>
                  <a:srgbClr val="898989"/>
                </a:solidFill>
                <a:effectLst/>
                <a:uLnTx/>
                <a:uFillTx/>
                <a:latin typeface="等线" charset="0"/>
                <a:ea typeface="宋体" panose="02010600030101010101" pitchFamily="2" charset="-122"/>
                <a:cs typeface="等线" charset="0"/>
              </a:rPr>
            </a:fld>
            <a:endParaRPr kumimoji="0" lang="zh-CN" altLang="en-US" sz="1200" b="0" i="0" u="none" strike="noStrike" kern="1200" cap="none" spc="0" normalizeH="0" baseline="0" noProof="0">
              <a:ln>
                <a:noFill/>
              </a:ln>
              <a:solidFill>
                <a:srgbClr val="898989"/>
              </a:solidFill>
              <a:effectLst/>
              <a:uLnTx/>
              <a:uFillTx/>
              <a:latin typeface="等线" charset="0"/>
              <a:ea typeface="宋体" panose="02010600030101010101" pitchFamily="2" charset="-122"/>
              <a:cs typeface="等线" charset="0"/>
            </a:endParaRPr>
          </a:p>
        </p:txBody>
      </p:sp>
      <p:sp>
        <p:nvSpPr>
          <p:cNvPr id="5" name="页脚占位符 4"/>
          <p:cNvSpPr>
            <a:spLocks noGrp="1"/>
          </p:cNvSpPr>
          <p:nvPr>
            <p:ph type="ftr" sz="quarter" idx="3"/>
          </p:nvPr>
        </p:nvSpPr>
        <p:spPr>
          <a:xfrm>
            <a:off x="4038600" y="6356350"/>
            <a:ext cx="4114800" cy="365125"/>
          </a:xfrm>
          <a:prstGeom prst="rect">
            <a:avLst/>
          </a:prstGeom>
        </p:spPr>
        <p:txBody>
          <a:bodyPr vert="horz" wrap="square" lIns="91440" tIns="45720" rIns="91440" bIns="45720" numCol="1" anchor="ctr" anchorCtr="0" compatLnSpc="1"/>
          <a:lstStyle>
            <a:lvl1pPr algn="ctr" eaLnBrk="1" hangingPunct="1">
              <a:defRPr sz="1200">
                <a:solidFill>
                  <a:srgbClr val="898989"/>
                </a:solidFill>
                <a:latin typeface="等线" charset="0"/>
                <a:ea typeface="宋体" panose="02010600030101010101" pitchFamily="2" charset="-122"/>
                <a:cs typeface="等线" charset="0"/>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等线" charset="0"/>
              <a:ea typeface="宋体" panose="02010600030101010101" pitchFamily="2" charset="-122"/>
              <a:cs typeface="等线" charset="0"/>
            </a:endParaRPr>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wrap="square" lIns="91440" tIns="45720" rIns="91440" bIns="45720" numCol="1" anchor="ctr" anchorCtr="0" compatLnSpc="1"/>
          <a:lstStyle>
            <a:lvl1pPr algn="r">
              <a:defRPr sz="1200">
                <a:solidFill>
                  <a:srgbClr val="898989"/>
                </a:solidFill>
                <a:ea typeface="宋体" panose="02010600030101010101" pitchFamily="2" charset="-122"/>
              </a:defRPr>
            </a:lvl1pPr>
          </a:lstStyle>
          <a:p>
            <a:pPr lvl="0" eaLnBrk="1" hangingPunct="1">
              <a:buNone/>
            </a:pPr>
            <a:fld id="{9A0DB2DC-4C9A-4742-B13C-FB6460FD3503}" type="slidenum">
              <a:rPr lang="zh-CN" altLang="en-US" dirty="0">
                <a:latin typeface="等线" pitchFamily="2" charset="-122"/>
              </a:rPr>
            </a:fld>
            <a:endParaRPr lang="zh-CN" altLang="en-US" dirty="0">
              <a:latin typeface="等线" pitchFamily="2" charset="-122"/>
            </a:endParaRPr>
          </a:p>
        </p:txBody>
      </p:sp>
    </p:spTree>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Lst>
  <p:transition spd="slow" advTm="3000">
    <p:fade/>
  </p:transition>
  <p:hf sldNum="0" hdr="0" ftr="0" dt="0"/>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等线 Light" charset="0"/>
        </a:defRPr>
      </a:lvl1pPr>
      <a:lvl2pPr algn="l" rtl="0" eaLnBrk="0" fontAlgn="base" hangingPunct="0">
        <a:lnSpc>
          <a:spcPct val="90000"/>
        </a:lnSpc>
        <a:spcBef>
          <a:spcPct val="0"/>
        </a:spcBef>
        <a:spcAft>
          <a:spcPct val="0"/>
        </a:spcAft>
        <a:defRPr sz="4400">
          <a:solidFill>
            <a:schemeClr val="tx1"/>
          </a:solidFill>
          <a:latin typeface="等线 Light" charset="0"/>
          <a:ea typeface="等线 Light" charset="0"/>
          <a:cs typeface="等线 Light" charset="0"/>
        </a:defRPr>
      </a:lvl2pPr>
      <a:lvl3pPr algn="l" rtl="0" eaLnBrk="0" fontAlgn="base" hangingPunct="0">
        <a:lnSpc>
          <a:spcPct val="90000"/>
        </a:lnSpc>
        <a:spcBef>
          <a:spcPct val="0"/>
        </a:spcBef>
        <a:spcAft>
          <a:spcPct val="0"/>
        </a:spcAft>
        <a:defRPr sz="4400">
          <a:solidFill>
            <a:schemeClr val="tx1"/>
          </a:solidFill>
          <a:latin typeface="等线 Light" charset="0"/>
          <a:ea typeface="等线 Light" charset="0"/>
          <a:cs typeface="等线 Light" charset="0"/>
        </a:defRPr>
      </a:lvl3pPr>
      <a:lvl4pPr algn="l" rtl="0" eaLnBrk="0" fontAlgn="base" hangingPunct="0">
        <a:lnSpc>
          <a:spcPct val="90000"/>
        </a:lnSpc>
        <a:spcBef>
          <a:spcPct val="0"/>
        </a:spcBef>
        <a:spcAft>
          <a:spcPct val="0"/>
        </a:spcAft>
        <a:defRPr sz="4400">
          <a:solidFill>
            <a:schemeClr val="tx1"/>
          </a:solidFill>
          <a:latin typeface="等线 Light" charset="0"/>
          <a:ea typeface="等线 Light" charset="0"/>
          <a:cs typeface="等线 Light" charset="0"/>
        </a:defRPr>
      </a:lvl4pPr>
      <a:lvl5pPr algn="l" rtl="0" eaLnBrk="0" fontAlgn="base" hangingPunct="0">
        <a:lnSpc>
          <a:spcPct val="90000"/>
        </a:lnSpc>
        <a:spcBef>
          <a:spcPct val="0"/>
        </a:spcBef>
        <a:spcAft>
          <a:spcPct val="0"/>
        </a:spcAft>
        <a:defRPr sz="4400">
          <a:solidFill>
            <a:schemeClr val="tx1"/>
          </a:solidFill>
          <a:latin typeface="等线 Light" charset="0"/>
          <a:ea typeface="等线 Light" charset="0"/>
          <a:cs typeface="等线 Light" charset="0"/>
        </a:defRPr>
      </a:lvl5pPr>
      <a:lvl6pPr marL="457200" algn="l" rtl="0" fontAlgn="base">
        <a:lnSpc>
          <a:spcPct val="90000"/>
        </a:lnSpc>
        <a:spcBef>
          <a:spcPct val="0"/>
        </a:spcBef>
        <a:spcAft>
          <a:spcPct val="0"/>
        </a:spcAft>
        <a:defRPr sz="4400">
          <a:solidFill>
            <a:schemeClr val="tx1"/>
          </a:solidFill>
          <a:latin typeface="等线 Light" charset="0"/>
          <a:ea typeface="等线 Light" charset="0"/>
          <a:cs typeface="等线 Light" charset="0"/>
        </a:defRPr>
      </a:lvl6pPr>
      <a:lvl7pPr marL="914400" algn="l" rtl="0" fontAlgn="base">
        <a:lnSpc>
          <a:spcPct val="90000"/>
        </a:lnSpc>
        <a:spcBef>
          <a:spcPct val="0"/>
        </a:spcBef>
        <a:spcAft>
          <a:spcPct val="0"/>
        </a:spcAft>
        <a:defRPr sz="4400">
          <a:solidFill>
            <a:schemeClr val="tx1"/>
          </a:solidFill>
          <a:latin typeface="等线 Light" charset="0"/>
          <a:ea typeface="等线 Light" charset="0"/>
          <a:cs typeface="等线 Light" charset="0"/>
        </a:defRPr>
      </a:lvl7pPr>
      <a:lvl8pPr marL="1371600" algn="l" rtl="0" fontAlgn="base">
        <a:lnSpc>
          <a:spcPct val="90000"/>
        </a:lnSpc>
        <a:spcBef>
          <a:spcPct val="0"/>
        </a:spcBef>
        <a:spcAft>
          <a:spcPct val="0"/>
        </a:spcAft>
        <a:defRPr sz="4400">
          <a:solidFill>
            <a:schemeClr val="tx1"/>
          </a:solidFill>
          <a:latin typeface="等线 Light" charset="0"/>
          <a:ea typeface="等线 Light" charset="0"/>
          <a:cs typeface="等线 Light" charset="0"/>
        </a:defRPr>
      </a:lvl8pPr>
      <a:lvl9pPr marL="1828800" algn="l" rtl="0" fontAlgn="base">
        <a:lnSpc>
          <a:spcPct val="90000"/>
        </a:lnSpc>
        <a:spcBef>
          <a:spcPct val="0"/>
        </a:spcBef>
        <a:spcAft>
          <a:spcPct val="0"/>
        </a:spcAft>
        <a:defRPr sz="4400">
          <a:solidFill>
            <a:schemeClr val="tx1"/>
          </a:solidFill>
          <a:latin typeface="等线 Light" charset="0"/>
          <a:ea typeface="等线 Light" charset="0"/>
          <a:cs typeface="等线 Light" charset="0"/>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charset="0"/>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charset="0"/>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charset="0"/>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等线" charset="0"/>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等线"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0D1637"/>
        </a:solidFill>
        <a:effectLst/>
      </p:bgPr>
    </p:bg>
    <p:spTree>
      <p:nvGrpSpPr>
        <p:cNvPr id="1" name=""/>
        <p:cNvGrpSpPr/>
        <p:nvPr/>
      </p:nvGrpSpPr>
      <p:grpSpPr/>
      <p:sp>
        <p:nvSpPr>
          <p:cNvPr id="1026" name="标题占位符 1"/>
          <p:cNvSpPr>
            <a:spLocks noGrp="1"/>
          </p:cNvSpPr>
          <p:nvPr>
            <p:ph type="title"/>
          </p:nvPr>
        </p:nvSpPr>
        <p:spPr>
          <a:xfrm>
            <a:off x="838200" y="365125"/>
            <a:ext cx="10515600" cy="1325563"/>
          </a:xfrm>
          <a:prstGeom prst="rect">
            <a:avLst/>
          </a:prstGeom>
          <a:noFill/>
          <a:ln w="9525">
            <a:noFill/>
          </a:ln>
        </p:spPr>
        <p:txBody>
          <a:bodyPr anchor="ctr"/>
          <a:p>
            <a:pPr lvl="0"/>
            <a:r>
              <a:rPr lang="zh-CN" altLang="en-US" dirty="0"/>
              <a:t>单击此处编辑母版标题样式</a:t>
            </a:r>
            <a:endParaRPr lang="zh-CN" altLang="en-US" dirty="0"/>
          </a:p>
        </p:txBody>
      </p:sp>
      <p:sp>
        <p:nvSpPr>
          <p:cNvPr id="1027" name="文本占位符 2"/>
          <p:cNvSpPr>
            <a:spLocks noGrp="1"/>
          </p:cNvSpPr>
          <p:nvPr>
            <p:ph type="body"/>
          </p:nvPr>
        </p:nvSpPr>
        <p:spPr>
          <a:xfrm>
            <a:off x="838200" y="1825625"/>
            <a:ext cx="10515600" cy="4351338"/>
          </a:xfrm>
          <a:prstGeom prst="rect">
            <a:avLst/>
          </a:prstGeom>
          <a:noFill/>
          <a:ln w="9525">
            <a:noFill/>
          </a:ln>
        </p:spPr>
        <p:txBody>
          <a:bodyPr/>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838200" y="6356350"/>
            <a:ext cx="2743200" cy="365125"/>
          </a:xfrm>
          <a:prstGeom prst="rect">
            <a:avLst/>
          </a:prstGeom>
        </p:spPr>
        <p:txBody>
          <a:bodyPr vert="horz" wrap="square" lIns="91440" tIns="45720" rIns="91440" bIns="45720" numCol="1" anchor="ctr" anchorCtr="0" compatLnSpc="1"/>
          <a:lstStyle>
            <a:lvl1pPr eaLnBrk="1" hangingPunct="1">
              <a:defRPr sz="1200">
                <a:solidFill>
                  <a:srgbClr val="898989"/>
                </a:solidFill>
                <a:latin typeface="等线" charset="0"/>
                <a:ea typeface="宋体" panose="02010600030101010101" pitchFamily="2" charset="-122"/>
                <a:cs typeface="等线"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6E00AAB5-ACD2-4173-97AD-CC903D300AD7}" type="datetime1">
              <a:rPr kumimoji="0" lang="zh-CN" altLang="en-US" sz="1200" b="0" i="0" u="none" strike="noStrike" kern="1200" cap="none" spc="0" normalizeH="0" baseline="0" noProof="0">
                <a:ln>
                  <a:noFill/>
                </a:ln>
                <a:solidFill>
                  <a:srgbClr val="898989"/>
                </a:solidFill>
                <a:effectLst/>
                <a:uLnTx/>
                <a:uFillTx/>
                <a:latin typeface="等线" charset="0"/>
                <a:ea typeface="宋体" panose="02010600030101010101" pitchFamily="2" charset="-122"/>
                <a:cs typeface="等线" charset="0"/>
              </a:rPr>
            </a:fld>
            <a:endParaRPr kumimoji="0" lang="zh-CN" altLang="en-US" sz="1200" b="0" i="0" u="none" strike="noStrike" kern="1200" cap="none" spc="0" normalizeH="0" baseline="0" noProof="0">
              <a:ln>
                <a:noFill/>
              </a:ln>
              <a:solidFill>
                <a:srgbClr val="898989"/>
              </a:solidFill>
              <a:effectLst/>
              <a:uLnTx/>
              <a:uFillTx/>
              <a:latin typeface="等线" charset="0"/>
              <a:ea typeface="宋体" panose="02010600030101010101" pitchFamily="2" charset="-122"/>
              <a:cs typeface="等线" charset="0"/>
            </a:endParaRPr>
          </a:p>
        </p:txBody>
      </p:sp>
      <p:sp>
        <p:nvSpPr>
          <p:cNvPr id="5" name="页脚占位符 4"/>
          <p:cNvSpPr>
            <a:spLocks noGrp="1"/>
          </p:cNvSpPr>
          <p:nvPr>
            <p:ph type="ftr" sz="quarter" idx="3"/>
          </p:nvPr>
        </p:nvSpPr>
        <p:spPr>
          <a:xfrm>
            <a:off x="4038600" y="6356350"/>
            <a:ext cx="4114800" cy="365125"/>
          </a:xfrm>
          <a:prstGeom prst="rect">
            <a:avLst/>
          </a:prstGeom>
        </p:spPr>
        <p:txBody>
          <a:bodyPr vert="horz" wrap="square" lIns="91440" tIns="45720" rIns="91440" bIns="45720" numCol="1" anchor="ctr" anchorCtr="0" compatLnSpc="1"/>
          <a:lstStyle>
            <a:lvl1pPr algn="ctr" eaLnBrk="1" hangingPunct="1">
              <a:defRPr sz="1200">
                <a:solidFill>
                  <a:srgbClr val="898989"/>
                </a:solidFill>
                <a:latin typeface="等线" charset="0"/>
                <a:ea typeface="宋体" panose="02010600030101010101" pitchFamily="2" charset="-122"/>
                <a:cs typeface="等线" charset="0"/>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等线" charset="0"/>
              <a:ea typeface="宋体" panose="02010600030101010101" pitchFamily="2" charset="-122"/>
              <a:cs typeface="等线" charset="0"/>
            </a:endParaRPr>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wrap="square" lIns="91440" tIns="45720" rIns="91440" bIns="45720" numCol="1" anchor="ctr" anchorCtr="0" compatLnSpc="1"/>
          <a:lstStyle>
            <a:lvl1pPr algn="r">
              <a:defRPr sz="1200">
                <a:solidFill>
                  <a:srgbClr val="898989"/>
                </a:solidFill>
                <a:ea typeface="宋体" panose="02010600030101010101" pitchFamily="2" charset="-122"/>
              </a:defRPr>
            </a:lvl1pPr>
          </a:lstStyle>
          <a:p>
            <a:pPr lvl="0" eaLnBrk="1" hangingPunct="1">
              <a:buNone/>
            </a:pPr>
            <a:fld id="{9A0DB2DC-4C9A-4742-B13C-FB6460FD3503}" type="slidenum">
              <a:rPr lang="zh-CN" altLang="en-US" dirty="0">
                <a:latin typeface="等线" pitchFamily="2" charset="-122"/>
              </a:rPr>
            </a:fld>
            <a:endParaRPr lang="zh-CN" altLang="en-US" dirty="0">
              <a:latin typeface="等线" pitchFamily="2" charset="-122"/>
            </a:endParaRPr>
          </a:p>
        </p:txBody>
      </p:sp>
    </p:spTree>
  </p:cSld>
  <p:clrMap bg1="lt1" tx1="dk1" bg2="lt2" tx2="dk2" accent1="accent1" accent2="accent2" accent3="accent3" accent4="accent4" accent5="accent5" accent6="accent6" hlink="hlink" folHlink="folHlink"/>
  <p:sldLayoutIdLst>
    <p:sldLayoutId id="2147483684" r:id="rId1"/>
    <p:sldLayoutId id="2147483685" r:id="rId2"/>
    <p:sldLayoutId id="2147483686" r:id="rId3"/>
    <p:sldLayoutId id="2147483687" r:id="rId4"/>
    <p:sldLayoutId id="2147483688" r:id="rId5"/>
    <p:sldLayoutId id="2147483689" r:id="rId6"/>
    <p:sldLayoutId id="2147483690" r:id="rId7"/>
    <p:sldLayoutId id="2147483691" r:id="rId8"/>
    <p:sldLayoutId id="2147483692" r:id="rId9"/>
    <p:sldLayoutId id="2147483693" r:id="rId10"/>
    <p:sldLayoutId id="2147483694" r:id="rId11"/>
    <p:sldLayoutId id="2147483695" r:id="rId12"/>
    <p:sldLayoutId id="2147483696" r:id="rId13"/>
    <p:sldLayoutId id="2147483697" r:id="rId14"/>
    <p:sldLayoutId id="2147483698" r:id="rId15"/>
    <p:sldLayoutId id="2147483699" r:id="rId16"/>
    <p:sldLayoutId id="2147483700" r:id="rId17"/>
  </p:sldLayoutIdLst>
  <p:transition spd="slow" advTm="3000">
    <p:fade/>
  </p:transition>
  <p:hf sldNum="0" hdr="0" ftr="0" dt="0"/>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等线 Light" charset="0"/>
        </a:defRPr>
      </a:lvl1pPr>
      <a:lvl2pPr algn="l" rtl="0" eaLnBrk="0" fontAlgn="base" hangingPunct="0">
        <a:lnSpc>
          <a:spcPct val="90000"/>
        </a:lnSpc>
        <a:spcBef>
          <a:spcPct val="0"/>
        </a:spcBef>
        <a:spcAft>
          <a:spcPct val="0"/>
        </a:spcAft>
        <a:defRPr sz="4400">
          <a:solidFill>
            <a:schemeClr val="tx1"/>
          </a:solidFill>
          <a:latin typeface="等线 Light" charset="0"/>
          <a:ea typeface="等线 Light" charset="0"/>
          <a:cs typeface="等线 Light" charset="0"/>
        </a:defRPr>
      </a:lvl2pPr>
      <a:lvl3pPr algn="l" rtl="0" eaLnBrk="0" fontAlgn="base" hangingPunct="0">
        <a:lnSpc>
          <a:spcPct val="90000"/>
        </a:lnSpc>
        <a:spcBef>
          <a:spcPct val="0"/>
        </a:spcBef>
        <a:spcAft>
          <a:spcPct val="0"/>
        </a:spcAft>
        <a:defRPr sz="4400">
          <a:solidFill>
            <a:schemeClr val="tx1"/>
          </a:solidFill>
          <a:latin typeface="等线 Light" charset="0"/>
          <a:ea typeface="等线 Light" charset="0"/>
          <a:cs typeface="等线 Light" charset="0"/>
        </a:defRPr>
      </a:lvl3pPr>
      <a:lvl4pPr algn="l" rtl="0" eaLnBrk="0" fontAlgn="base" hangingPunct="0">
        <a:lnSpc>
          <a:spcPct val="90000"/>
        </a:lnSpc>
        <a:spcBef>
          <a:spcPct val="0"/>
        </a:spcBef>
        <a:spcAft>
          <a:spcPct val="0"/>
        </a:spcAft>
        <a:defRPr sz="4400">
          <a:solidFill>
            <a:schemeClr val="tx1"/>
          </a:solidFill>
          <a:latin typeface="等线 Light" charset="0"/>
          <a:ea typeface="等线 Light" charset="0"/>
          <a:cs typeface="等线 Light" charset="0"/>
        </a:defRPr>
      </a:lvl4pPr>
      <a:lvl5pPr algn="l" rtl="0" eaLnBrk="0" fontAlgn="base" hangingPunct="0">
        <a:lnSpc>
          <a:spcPct val="90000"/>
        </a:lnSpc>
        <a:spcBef>
          <a:spcPct val="0"/>
        </a:spcBef>
        <a:spcAft>
          <a:spcPct val="0"/>
        </a:spcAft>
        <a:defRPr sz="4400">
          <a:solidFill>
            <a:schemeClr val="tx1"/>
          </a:solidFill>
          <a:latin typeface="等线 Light" charset="0"/>
          <a:ea typeface="等线 Light" charset="0"/>
          <a:cs typeface="等线 Light" charset="0"/>
        </a:defRPr>
      </a:lvl5pPr>
      <a:lvl6pPr marL="457200" algn="l" rtl="0" fontAlgn="base">
        <a:lnSpc>
          <a:spcPct val="90000"/>
        </a:lnSpc>
        <a:spcBef>
          <a:spcPct val="0"/>
        </a:spcBef>
        <a:spcAft>
          <a:spcPct val="0"/>
        </a:spcAft>
        <a:defRPr sz="4400">
          <a:solidFill>
            <a:schemeClr val="tx1"/>
          </a:solidFill>
          <a:latin typeface="等线 Light" charset="0"/>
          <a:ea typeface="等线 Light" charset="0"/>
          <a:cs typeface="等线 Light" charset="0"/>
        </a:defRPr>
      </a:lvl6pPr>
      <a:lvl7pPr marL="914400" algn="l" rtl="0" fontAlgn="base">
        <a:lnSpc>
          <a:spcPct val="90000"/>
        </a:lnSpc>
        <a:spcBef>
          <a:spcPct val="0"/>
        </a:spcBef>
        <a:spcAft>
          <a:spcPct val="0"/>
        </a:spcAft>
        <a:defRPr sz="4400">
          <a:solidFill>
            <a:schemeClr val="tx1"/>
          </a:solidFill>
          <a:latin typeface="等线 Light" charset="0"/>
          <a:ea typeface="等线 Light" charset="0"/>
          <a:cs typeface="等线 Light" charset="0"/>
        </a:defRPr>
      </a:lvl7pPr>
      <a:lvl8pPr marL="1371600" algn="l" rtl="0" fontAlgn="base">
        <a:lnSpc>
          <a:spcPct val="90000"/>
        </a:lnSpc>
        <a:spcBef>
          <a:spcPct val="0"/>
        </a:spcBef>
        <a:spcAft>
          <a:spcPct val="0"/>
        </a:spcAft>
        <a:defRPr sz="4400">
          <a:solidFill>
            <a:schemeClr val="tx1"/>
          </a:solidFill>
          <a:latin typeface="等线 Light" charset="0"/>
          <a:ea typeface="等线 Light" charset="0"/>
          <a:cs typeface="等线 Light" charset="0"/>
        </a:defRPr>
      </a:lvl8pPr>
      <a:lvl9pPr marL="1828800" algn="l" rtl="0" fontAlgn="base">
        <a:lnSpc>
          <a:spcPct val="90000"/>
        </a:lnSpc>
        <a:spcBef>
          <a:spcPct val="0"/>
        </a:spcBef>
        <a:spcAft>
          <a:spcPct val="0"/>
        </a:spcAft>
        <a:defRPr sz="4400">
          <a:solidFill>
            <a:schemeClr val="tx1"/>
          </a:solidFill>
          <a:latin typeface="等线 Light" charset="0"/>
          <a:ea typeface="等线 Light" charset="0"/>
          <a:cs typeface="等线 Light" charset="0"/>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charset="0"/>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charset="0"/>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charset="0"/>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等线" charset="0"/>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等线"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1.xml"/><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6.xml"/><Relationship Id="rId1"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7.xml"/><Relationship Id="rId1" Type="http://schemas.openxmlformats.org/officeDocument/2006/relationships/image" Target="../media/image6.jpe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7.xml"/><Relationship Id="rId1"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5.xml"/><Relationship Id="rId1"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5.xml"/><Relationship Id="rId1" Type="http://schemas.openxmlformats.org/officeDocument/2006/relationships/image" Target="../media/image9.png"/></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15.xml"/><Relationship Id="rId2" Type="http://schemas.openxmlformats.org/officeDocument/2006/relationships/image" Target="../media/image11.png"/><Relationship Id="rId1"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48.xml"/><Relationship Id="rId1"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48.xml"/><Relationship Id="rId1"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7.xml"/><Relationship Id="rId1" Type="http://schemas.openxmlformats.org/officeDocument/2006/relationships/image" Target="../media/image14.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6" Type="http://schemas.openxmlformats.org/officeDocument/2006/relationships/notesSlide" Target="../notesSlides/notesSlide12.xml"/><Relationship Id="rId5" Type="http://schemas.openxmlformats.org/officeDocument/2006/relationships/slideLayout" Target="../slideLayouts/slideLayout17.xml"/><Relationship Id="rId4" Type="http://schemas.openxmlformats.org/officeDocument/2006/relationships/image" Target="../media/image18.jpeg"/><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image" Target="../media/image15.jpeg"/></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7.xml"/><Relationship Id="rId2" Type="http://schemas.openxmlformats.org/officeDocument/2006/relationships/image" Target="../media/image19.png"/><Relationship Id="rId1" Type="http://schemas.openxmlformats.org/officeDocument/2006/relationships/image" Target="../media/image7.png"/></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48.xml"/><Relationship Id="rId2" Type="http://schemas.openxmlformats.org/officeDocument/2006/relationships/image" Target="../media/image20.png"/><Relationship Id="rId1" Type="http://schemas.openxmlformats.org/officeDocument/2006/relationships/image" Target="../media/image10.png"/></Relationships>
</file>

<file path=ppt/slides/_rels/slide15.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48.xml"/><Relationship Id="rId2" Type="http://schemas.openxmlformats.org/officeDocument/2006/relationships/image" Target="../media/image21.png"/><Relationship Id="rId1" Type="http://schemas.openxmlformats.org/officeDocument/2006/relationships/image" Target="../media/image10.png"/></Relationships>
</file>

<file path=ppt/slides/_rels/slide16.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15.xml"/><Relationship Id="rId2" Type="http://schemas.openxmlformats.org/officeDocument/2006/relationships/image" Target="../media/image22.png"/><Relationship Id="rId1" Type="http://schemas.openxmlformats.org/officeDocument/2006/relationships/image" Target="../media/image10.png"/></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17.xml"/><Relationship Id="rId3" Type="http://schemas.openxmlformats.org/officeDocument/2006/relationships/slideLayout" Target="../slideLayouts/slideLayout15.xml"/><Relationship Id="rId2" Type="http://schemas.openxmlformats.org/officeDocument/2006/relationships/image" Target="../media/image23.png"/><Relationship Id="rId1" Type="http://schemas.openxmlformats.org/officeDocument/2006/relationships/image" Target="../media/image10.png"/></Relationships>
</file>

<file path=ppt/slides/_rels/slide18.xml.rels><?xml version="1.0" encoding="UTF-8" standalone="yes"?>
<Relationships xmlns="http://schemas.openxmlformats.org/package/2006/relationships"><Relationship Id="rId5" Type="http://schemas.openxmlformats.org/officeDocument/2006/relationships/notesSlide" Target="../notesSlides/notesSlide18.xml"/><Relationship Id="rId4" Type="http://schemas.openxmlformats.org/officeDocument/2006/relationships/slideLayout" Target="../slideLayouts/slideLayout15.xml"/><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image" Target="../media/image10.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7.xml"/></Relationships>
</file>

<file path=ppt/slides/_rels/slide20.xml.rels><?xml version="1.0" encoding="UTF-8" standalone="yes"?>
<Relationships xmlns="http://schemas.openxmlformats.org/package/2006/relationships"><Relationship Id="rId5" Type="http://schemas.openxmlformats.org/officeDocument/2006/relationships/notesSlide" Target="../notesSlides/notesSlide20.xml"/><Relationship Id="rId4" Type="http://schemas.openxmlformats.org/officeDocument/2006/relationships/slideLayout" Target="../slideLayouts/slideLayout17.xml"/><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image" Target="../media/image15.jpe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7.xml"/><Relationship Id="rId1" Type="http://schemas.openxmlformats.org/officeDocument/2006/relationships/image" Target="../media/image7.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5.xml"/><Relationship Id="rId1" Type="http://schemas.openxmlformats.org/officeDocument/2006/relationships/image" Target="../media/image26.png"/></Relationships>
</file>

<file path=ppt/slides/_rels/slide23.xml.rels><?xml version="1.0" encoding="UTF-8" standalone="yes"?>
<Relationships xmlns="http://schemas.openxmlformats.org/package/2006/relationships"><Relationship Id="rId4" Type="http://schemas.openxmlformats.org/officeDocument/2006/relationships/notesSlide" Target="../notesSlides/notesSlide23.xml"/><Relationship Id="rId3" Type="http://schemas.openxmlformats.org/officeDocument/2006/relationships/slideLayout" Target="../slideLayouts/slideLayout15.xml"/><Relationship Id="rId2" Type="http://schemas.openxmlformats.org/officeDocument/2006/relationships/image" Target="../media/image28.png"/><Relationship Id="rId1" Type="http://schemas.openxmlformats.org/officeDocument/2006/relationships/image" Target="../media/image27.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7.xml"/><Relationship Id="rId1" Type="http://schemas.openxmlformats.org/officeDocument/2006/relationships/image" Target="../media/image7.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5.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15.xml"/><Relationship Id="rId1" Type="http://schemas.openxmlformats.org/officeDocument/2006/relationships/tags" Target="../tags/tag1.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15.xml"/><Relationship Id="rId1" Type="http://schemas.openxmlformats.org/officeDocument/2006/relationships/tags" Target="../tags/tag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5.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15.xml"/><Relationship Id="rId1" Type="http://schemas.openxmlformats.org/officeDocument/2006/relationships/tags" Target="../tags/tag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5.xml"/></Relationships>
</file>

<file path=ppt/slides/_rels/slide35.xml.rels><?xml version="1.0" encoding="UTF-8" standalone="yes"?>
<Relationships xmlns="http://schemas.openxmlformats.org/package/2006/relationships"><Relationship Id="rId4" Type="http://schemas.openxmlformats.org/officeDocument/2006/relationships/slideLayout" Target="../slideLayouts/slideLayout33.xml"/><Relationship Id="rId3" Type="http://schemas.openxmlformats.org/officeDocument/2006/relationships/image" Target="../media/image31.jpeg"/><Relationship Id="rId2" Type="http://schemas.openxmlformats.org/officeDocument/2006/relationships/image" Target="../media/image30.jpeg"/><Relationship Id="rId1" Type="http://schemas.openxmlformats.org/officeDocument/2006/relationships/image" Target="../media/image29.jpeg"/></Relationships>
</file>

<file path=ppt/slides/_rels/slide36.xml.rels><?xml version="1.0" encoding="UTF-8" standalone="yes"?>
<Relationships xmlns="http://schemas.openxmlformats.org/package/2006/relationships"><Relationship Id="rId4" Type="http://schemas.openxmlformats.org/officeDocument/2006/relationships/slideLayout" Target="../slideLayouts/slideLayout33.xml"/><Relationship Id="rId3" Type="http://schemas.openxmlformats.org/officeDocument/2006/relationships/image" Target="../media/image34.jpeg"/><Relationship Id="rId2" Type="http://schemas.openxmlformats.org/officeDocument/2006/relationships/image" Target="../media/image33.jpeg"/><Relationship Id="rId1" Type="http://schemas.openxmlformats.org/officeDocument/2006/relationships/image" Target="../media/image32.jpeg"/></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矩形 2"/>
          <p:cNvSpPr/>
          <p:nvPr/>
        </p:nvSpPr>
        <p:spPr>
          <a:xfrm>
            <a:off x="-1416" y="-1"/>
            <a:ext cx="12193416" cy="6858000"/>
          </a:xfrm>
          <a:prstGeom prst="rect">
            <a:avLst/>
          </a:prstGeom>
          <a:blipFill dpi="0" rotWithShape="1">
            <a:blip r:embed="rId1" cstate="print">
              <a:alphaModFix amt="60000"/>
            </a:blip>
            <a:srcRect/>
            <a:tile tx="0" ty="0" sx="18000" sy="18000" flip="none" algn="ctr"/>
          </a:bli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4" name="矩形 13"/>
          <p:cNvSpPr/>
          <p:nvPr/>
        </p:nvSpPr>
        <p:spPr>
          <a:xfrm>
            <a:off x="0" y="0"/>
            <a:ext cx="12193588" cy="6858000"/>
          </a:xfrm>
          <a:prstGeom prst="rect">
            <a:avLst/>
          </a:prstGeom>
          <a:solidFill>
            <a:schemeClr val="tx1">
              <a:alpha val="6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pic>
        <p:nvPicPr>
          <p:cNvPr id="7174" name="图片 6"/>
          <p:cNvPicPr>
            <a:picLocks noChangeAspect="1"/>
          </p:cNvPicPr>
          <p:nvPr/>
        </p:nvPicPr>
        <p:blipFill>
          <a:blip r:embed="rId2"/>
          <a:stretch>
            <a:fillRect/>
          </a:stretch>
        </p:blipFill>
        <p:spPr>
          <a:xfrm>
            <a:off x="2719388" y="0"/>
            <a:ext cx="6753225" cy="6761163"/>
          </a:xfrm>
          <a:prstGeom prst="rect">
            <a:avLst/>
          </a:prstGeom>
          <a:noFill/>
          <a:ln w="9525">
            <a:noFill/>
          </a:ln>
        </p:spPr>
      </p:pic>
      <p:sp>
        <p:nvSpPr>
          <p:cNvPr id="7175" name="文本框 15"/>
          <p:cNvSpPr txBox="1"/>
          <p:nvPr/>
        </p:nvSpPr>
        <p:spPr>
          <a:xfrm>
            <a:off x="2432050" y="2973388"/>
            <a:ext cx="7327900" cy="706755"/>
          </a:xfrm>
          <a:prstGeom prst="rect">
            <a:avLst/>
          </a:prstGeom>
          <a:noFill/>
          <a:ln w="9525">
            <a:noFill/>
          </a:ln>
        </p:spPr>
        <p:txBody>
          <a:bodyPr>
            <a:spAutoFit/>
          </a:bodyPr>
          <a:p>
            <a:pPr algn="ctr" eaLnBrk="1" hangingPunct="1"/>
            <a:r>
              <a:rPr lang="zh-CN" altLang="en-US" sz="4000" b="1" dirty="0">
                <a:solidFill>
                  <a:srgbClr val="FFFFFF"/>
                </a:solidFill>
                <a:latin typeface="Arial" panose="020B0604020202020204" pitchFamily="34" charset="0"/>
                <a:ea typeface="微软雅黑" panose="020B0503020204020204" pitchFamily="34" charset="-122"/>
                <a:sym typeface="+mn-ea"/>
              </a:rPr>
              <a:t>bikini运营方案</a:t>
            </a:r>
            <a:endParaRPr lang="zh-CN" altLang="en-US" sz="4000" b="1" dirty="0">
              <a:solidFill>
                <a:srgbClr val="FFFFFF"/>
              </a:solidFill>
              <a:latin typeface="Arial" panose="020B0604020202020204" pitchFamily="34" charset="0"/>
              <a:ea typeface="微软雅黑" panose="020B0503020204020204" pitchFamily="34" charset="-122"/>
              <a:sym typeface="Arial" panose="020B0604020202020204" pitchFamily="34" charset="0"/>
            </a:endParaRPr>
          </a:p>
        </p:txBody>
      </p:sp>
      <p:pic>
        <p:nvPicPr>
          <p:cNvPr id="7177" name="图片 5"/>
          <p:cNvPicPr>
            <a:picLocks noChangeAspect="1"/>
          </p:cNvPicPr>
          <p:nvPr/>
        </p:nvPicPr>
        <p:blipFill>
          <a:blip r:embed="rId3"/>
          <a:stretch>
            <a:fillRect/>
          </a:stretch>
        </p:blipFill>
        <p:spPr>
          <a:xfrm>
            <a:off x="5505450" y="1320800"/>
            <a:ext cx="1181100" cy="1179513"/>
          </a:xfrm>
          <a:prstGeom prst="rect">
            <a:avLst/>
          </a:prstGeom>
          <a:noFill/>
          <a:ln w="9525">
            <a:noFill/>
          </a:ln>
        </p:spPr>
      </p:pic>
    </p:spTree>
  </p:cSld>
  <p:clrMapOvr>
    <a:masterClrMapping/>
  </p:clrMapOvr>
  <p:transition spd="slow" advTm="3000">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9" name="Rectangle 58"/>
          <p:cNvSpPr/>
          <p:nvPr/>
        </p:nvSpPr>
        <p:spPr>
          <a:xfrm>
            <a:off x="2686050" y="4914900"/>
            <a:ext cx="2794000" cy="574675"/>
          </a:xfrm>
          <a:prstGeom prst="rect">
            <a:avLst/>
          </a:prstGeom>
          <a:noFill/>
          <a:ln w="444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900" b="0" i="0" u="none" strike="noStrike" kern="1200" cap="none" spc="0" normalizeH="0" baseline="0" noProof="0">
              <a:ln>
                <a:noFill/>
              </a:ln>
              <a:solidFill>
                <a:schemeClr val="lt1"/>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sp>
        <p:nvSpPr>
          <p:cNvPr id="8195" name="TextBox 59"/>
          <p:cNvSpPr txBox="1"/>
          <p:nvPr/>
        </p:nvSpPr>
        <p:spPr>
          <a:xfrm>
            <a:off x="2754313" y="4949191"/>
            <a:ext cx="2657475" cy="521970"/>
          </a:xfrm>
          <a:prstGeom prst="rect">
            <a:avLst/>
          </a:prstGeom>
          <a:noFill/>
          <a:ln w="9525">
            <a:noFill/>
          </a:ln>
        </p:spPr>
        <p:txBody>
          <a:bodyPr anchor="ctr">
            <a:spAutoFit/>
          </a:bodyPr>
          <a:p>
            <a:pPr algn="ctr" eaLnBrk="1" hangingPunct="1"/>
            <a:r>
              <a:rPr lang="en-US" altLang="zh-CN" sz="2800" b="1" dirty="0">
                <a:solidFill>
                  <a:schemeClr val="bg1"/>
                </a:solidFill>
                <a:latin typeface="Arial" panose="020B0604020202020204" pitchFamily="34" charset="0"/>
                <a:ea typeface="微软雅黑" panose="020B0503020204020204" pitchFamily="34" charset="-122"/>
                <a:sym typeface="Arial" panose="020B0604020202020204" pitchFamily="34" charset="0"/>
              </a:rPr>
              <a:t>bikinis</a:t>
            </a:r>
            <a:endParaRPr lang="en-US" altLang="zh-CN" sz="2800" b="1"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sp>
        <p:nvSpPr>
          <p:cNvPr id="8196" name="TextBox 12"/>
          <p:cNvSpPr txBox="1"/>
          <p:nvPr/>
        </p:nvSpPr>
        <p:spPr>
          <a:xfrm>
            <a:off x="5946775" y="2005013"/>
            <a:ext cx="2338388" cy="738187"/>
          </a:xfrm>
          <a:prstGeom prst="rect">
            <a:avLst/>
          </a:prstGeom>
          <a:noFill/>
          <a:ln w="9525">
            <a:noFill/>
          </a:ln>
        </p:spPr>
        <p:txBody>
          <a:bodyPr wrap="none">
            <a:spAutoFit/>
          </a:bodyPr>
          <a:p>
            <a:pPr eaLnBrk="1" hangingPunct="1"/>
            <a:r>
              <a:rPr lang="zh-CN" altLang="en-US" sz="4200" b="1" dirty="0">
                <a:solidFill>
                  <a:schemeClr val="bg1"/>
                </a:solidFill>
                <a:latin typeface="Arial" panose="020B0604020202020204" pitchFamily="34" charset="0"/>
                <a:ea typeface="微软雅黑" panose="020B0503020204020204" pitchFamily="34" charset="-122"/>
                <a:sym typeface="Arial" panose="020B0604020202020204" pitchFamily="34" charset="0"/>
              </a:rPr>
              <a:t>产品介绍</a:t>
            </a:r>
            <a:endParaRPr lang="zh-CN" altLang="en-US" sz="4200" b="1"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sp>
        <p:nvSpPr>
          <p:cNvPr id="8197" name="TextBox 13"/>
          <p:cNvSpPr txBox="1"/>
          <p:nvPr/>
        </p:nvSpPr>
        <p:spPr>
          <a:xfrm>
            <a:off x="5988050" y="2860675"/>
            <a:ext cx="2462213" cy="369888"/>
          </a:xfrm>
          <a:prstGeom prst="rect">
            <a:avLst/>
          </a:prstGeom>
          <a:noFill/>
          <a:ln w="9525">
            <a:noFill/>
          </a:ln>
        </p:spPr>
        <p:txBody>
          <a:bodyPr wrap="none" anchor="ctr">
            <a:spAutoFit/>
          </a:bodyPr>
          <a:p>
            <a:pPr eaLnBrk="1" hangingPunct="1"/>
            <a:r>
              <a:rPr lang="en-US" altLang="zh-CN" b="1" dirty="0">
                <a:solidFill>
                  <a:schemeClr val="bg1"/>
                </a:solidFill>
                <a:latin typeface="Arial" panose="020B0604020202020204" pitchFamily="34" charset="0"/>
                <a:ea typeface="微软雅黑" panose="020B0503020204020204" pitchFamily="34" charset="-122"/>
                <a:sym typeface="Arial" panose="020B0604020202020204" pitchFamily="34" charset="0"/>
              </a:rPr>
              <a:t>Product introduction</a:t>
            </a:r>
            <a:endParaRPr lang="en-US" altLang="zh-CN" b="1"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cxnSp>
        <p:nvCxnSpPr>
          <p:cNvPr id="15" name="Straight Connector 14"/>
          <p:cNvCxnSpPr/>
          <p:nvPr/>
        </p:nvCxnSpPr>
        <p:spPr>
          <a:xfrm>
            <a:off x="6096000" y="1800225"/>
            <a:ext cx="741363" cy="0"/>
          </a:xfrm>
          <a:prstGeom prst="line">
            <a:avLst/>
          </a:prstGeom>
          <a:ln w="57150">
            <a:solidFill>
              <a:srgbClr val="00B0F0"/>
            </a:solidFill>
          </a:ln>
        </p:spPr>
        <p:style>
          <a:lnRef idx="1">
            <a:schemeClr val="accent1"/>
          </a:lnRef>
          <a:fillRef idx="0">
            <a:schemeClr val="accent1"/>
          </a:fillRef>
          <a:effectRef idx="0">
            <a:schemeClr val="accent1"/>
          </a:effectRef>
          <a:fontRef idx="minor">
            <a:schemeClr val="tx1"/>
          </a:fontRef>
        </p:style>
      </p:cxnSp>
      <p:sp>
        <p:nvSpPr>
          <p:cNvPr id="8199" name="矩形 10"/>
          <p:cNvSpPr/>
          <p:nvPr/>
        </p:nvSpPr>
        <p:spPr>
          <a:xfrm>
            <a:off x="6096000" y="3632200"/>
            <a:ext cx="5072063" cy="1753235"/>
          </a:xfrm>
          <a:prstGeom prst="rect">
            <a:avLst/>
          </a:prstGeom>
          <a:noFill/>
          <a:ln w="9525">
            <a:noFill/>
          </a:ln>
        </p:spPr>
        <p:txBody>
          <a:bodyPr>
            <a:spAutoFit/>
          </a:bodyPr>
          <a:p>
            <a:pPr eaLnBrk="1" hangingPunct="1">
              <a:lnSpc>
                <a:spcPct val="150000"/>
              </a:lnSpc>
            </a:pPr>
            <a:r>
              <a:rPr lang="zh-CN" altLang="en-US" dirty="0">
                <a:solidFill>
                  <a:schemeClr val="bg1"/>
                </a:solidFill>
                <a:latin typeface="Arial" panose="020B0604020202020204" pitchFamily="34" charset="0"/>
                <a:ea typeface="微软雅黑" panose="020B0503020204020204" pitchFamily="34" charset="-122"/>
                <a:sym typeface="Arial" panose="020B0604020202020204" pitchFamily="34" charset="0"/>
              </a:rPr>
              <a:t>泳衣</a:t>
            </a:r>
            <a:endParaRPr lang="zh-CN" altLang="en-US"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a:p>
            <a:pPr eaLnBrk="1" hangingPunct="1">
              <a:lnSpc>
                <a:spcPct val="150000"/>
              </a:lnSpc>
            </a:pPr>
            <a:r>
              <a:rPr lang="zh-CN" altLang="en-US" dirty="0">
                <a:solidFill>
                  <a:schemeClr val="bg1"/>
                </a:solidFill>
                <a:latin typeface="Arial" panose="020B0604020202020204" pitchFamily="34" charset="0"/>
                <a:ea typeface="微软雅黑" panose="020B0503020204020204" pitchFamily="34" charset="-122"/>
                <a:sym typeface="Arial" panose="020B0604020202020204" pitchFamily="34" charset="0"/>
              </a:rPr>
              <a:t>分为连体泳衣，分体式泳衣，两件式泳衣，比基尼泳衣，三件式泳衣，高腰式泳衣，裙摆式泳衣，</a:t>
            </a:r>
            <a:endParaRPr lang="zh-CN" altLang="en-US"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a:p>
            <a:pPr eaLnBrk="1" hangingPunct="1">
              <a:lnSpc>
                <a:spcPct val="150000"/>
              </a:lnSpc>
            </a:pPr>
            <a:r>
              <a:rPr lang="zh-CN" altLang="en-US" dirty="0">
                <a:solidFill>
                  <a:schemeClr val="bg1"/>
                </a:solidFill>
                <a:latin typeface="Arial" panose="020B0604020202020204" pitchFamily="34" charset="0"/>
                <a:ea typeface="微软雅黑" panose="020B0503020204020204" pitchFamily="34" charset="-122"/>
                <a:sym typeface="Arial" panose="020B0604020202020204" pitchFamily="34" charset="0"/>
              </a:rPr>
              <a:t>大</a:t>
            </a:r>
            <a:r>
              <a:rPr lang="en-US" altLang="zh-CN" dirty="0">
                <a:solidFill>
                  <a:schemeClr val="bg1"/>
                </a:solidFill>
                <a:latin typeface="Arial" panose="020B0604020202020204" pitchFamily="34" charset="0"/>
                <a:ea typeface="微软雅黑" panose="020B0503020204020204" pitchFamily="34" charset="-122"/>
                <a:sym typeface="Arial" panose="020B0604020202020204" pitchFamily="34" charset="0"/>
              </a:rPr>
              <a:t>V</a:t>
            </a:r>
            <a:r>
              <a:rPr lang="zh-CN" altLang="en-US" dirty="0">
                <a:solidFill>
                  <a:schemeClr val="bg1"/>
                </a:solidFill>
                <a:latin typeface="Arial" panose="020B0604020202020204" pitchFamily="34" charset="0"/>
                <a:ea typeface="微软雅黑" panose="020B0503020204020204" pitchFamily="34" charset="-122"/>
                <a:sym typeface="Arial" panose="020B0604020202020204" pitchFamily="34" charset="0"/>
              </a:rPr>
              <a:t>领连身式泳衣，平角式泳衣</a:t>
            </a:r>
            <a:endParaRPr lang="zh-CN" altLang="en-US"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pic>
        <p:nvPicPr>
          <p:cNvPr id="2" name="图片 1"/>
          <p:cNvPicPr>
            <a:picLocks noChangeAspect="1"/>
          </p:cNvPicPr>
          <p:nvPr/>
        </p:nvPicPr>
        <p:blipFill>
          <a:blip r:embed="rId1"/>
          <a:stretch>
            <a:fillRect/>
          </a:stretch>
        </p:blipFill>
        <p:spPr>
          <a:xfrm>
            <a:off x="2215515" y="979805"/>
            <a:ext cx="3736340" cy="3736340"/>
          </a:xfrm>
          <a:prstGeom prst="rect">
            <a:avLst/>
          </a:prstGeom>
        </p:spPr>
      </p:pic>
    </p:spTree>
  </p:cSld>
  <p:clrMapOvr>
    <a:masterClrMapping/>
  </p:clrMapOvr>
  <p:transition spd="slow" advTm="30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D1637"/>
        </a:solidFill>
        <a:effectLst/>
      </p:bgPr>
    </p:bg>
    <p:spTree>
      <p:nvGrpSpPr>
        <p:cNvPr id="1" name=""/>
        <p:cNvGrpSpPr/>
        <p:nvPr/>
      </p:nvGrpSpPr>
      <p:grpSpPr/>
      <p:sp>
        <p:nvSpPr>
          <p:cNvPr id="17" name="矩形 16"/>
          <p:cNvSpPr/>
          <p:nvPr/>
        </p:nvSpPr>
        <p:spPr>
          <a:xfrm>
            <a:off x="3175" y="1588"/>
            <a:ext cx="12185650" cy="6854825"/>
          </a:xfrm>
          <a:prstGeom prst="rect">
            <a:avLst/>
          </a:prstGeom>
          <a:blipFill dpi="0" rotWithShape="1">
            <a:blip r:embed="rId1" cstate="print">
              <a:alphaModFix amt="50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4800" b="0" i="0" u="none" strike="noStrike" kern="1200" cap="none" spc="0" normalizeH="0" baseline="0" noProof="0">
              <a:ln>
                <a:noFill/>
              </a:ln>
              <a:solidFill>
                <a:schemeClr val="lt1"/>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sp>
        <p:nvSpPr>
          <p:cNvPr id="15" name="矩形 14"/>
          <p:cNvSpPr/>
          <p:nvPr/>
        </p:nvSpPr>
        <p:spPr>
          <a:xfrm>
            <a:off x="3592513" y="1588"/>
            <a:ext cx="5162550" cy="6854825"/>
          </a:xfrm>
          <a:prstGeom prst="rect">
            <a:avLst/>
          </a:prstGeom>
          <a:solidFill>
            <a:srgbClr val="141E41"/>
          </a:solidFill>
          <a:ln>
            <a:noFill/>
          </a:ln>
          <a:effectLst>
            <a:outerShdw blurRad="508000" algn="c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4800" b="0" i="0" u="none" strike="noStrike" kern="1200" cap="none" spc="0" normalizeH="0" baseline="0" noProof="0">
              <a:ln>
                <a:noFill/>
              </a:ln>
              <a:solidFill>
                <a:schemeClr val="lt1"/>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sp>
        <p:nvSpPr>
          <p:cNvPr id="9220" name="TextBox 1"/>
          <p:cNvSpPr txBox="1"/>
          <p:nvPr/>
        </p:nvSpPr>
        <p:spPr>
          <a:xfrm>
            <a:off x="4581525" y="1190625"/>
            <a:ext cx="2860675" cy="647700"/>
          </a:xfrm>
          <a:prstGeom prst="rect">
            <a:avLst/>
          </a:prstGeom>
          <a:noFill/>
          <a:ln w="9525">
            <a:noFill/>
          </a:ln>
        </p:spPr>
        <p:txBody>
          <a:bodyPr>
            <a:spAutoFit/>
          </a:bodyPr>
          <a:p>
            <a:pPr eaLnBrk="1" hangingPunct="1"/>
            <a:r>
              <a:rPr lang="zh-CN" altLang="en-US" sz="3600" b="1" dirty="0">
                <a:solidFill>
                  <a:srgbClr val="FFFFFF"/>
                </a:solidFill>
                <a:latin typeface="Arial" panose="020B0604020202020204" pitchFamily="34" charset="0"/>
                <a:ea typeface="微软雅黑" panose="020B0503020204020204" pitchFamily="34" charset="-122"/>
                <a:sym typeface="Arial" panose="020B0604020202020204" pitchFamily="34" charset="0"/>
              </a:rPr>
              <a:t>目录</a:t>
            </a:r>
            <a:endParaRPr lang="zh-CN" altLang="en-US" sz="3600" b="1" dirty="0">
              <a:solidFill>
                <a:srgbClr val="FFFFFF"/>
              </a:solidFill>
              <a:latin typeface="Arial" panose="020B0604020202020204" pitchFamily="34" charset="0"/>
              <a:ea typeface="微软雅黑" panose="020B0503020204020204" pitchFamily="34" charset="-122"/>
              <a:sym typeface="Arial" panose="020B0604020202020204" pitchFamily="34" charset="0"/>
            </a:endParaRPr>
          </a:p>
        </p:txBody>
      </p:sp>
      <p:cxnSp>
        <p:nvCxnSpPr>
          <p:cNvPr id="9221" name="Straight Connector 2"/>
          <p:cNvCxnSpPr/>
          <p:nvPr/>
        </p:nvCxnSpPr>
        <p:spPr>
          <a:xfrm>
            <a:off x="3817938" y="1538288"/>
            <a:ext cx="628650" cy="0"/>
          </a:xfrm>
          <a:prstGeom prst="line">
            <a:avLst/>
          </a:prstGeom>
          <a:ln w="38100" cap="rnd" cmpd="sng">
            <a:solidFill>
              <a:srgbClr val="FFFFFF"/>
            </a:solidFill>
            <a:prstDash val="solid"/>
            <a:headEnd type="none" w="med" len="med"/>
            <a:tailEnd type="none" w="med" len="med"/>
          </a:ln>
        </p:spPr>
      </p:cxnSp>
      <p:sp>
        <p:nvSpPr>
          <p:cNvPr id="4" name="TextBox 3"/>
          <p:cNvSpPr txBox="1"/>
          <p:nvPr/>
        </p:nvSpPr>
        <p:spPr>
          <a:xfrm>
            <a:off x="4629150" y="1857375"/>
            <a:ext cx="1873250" cy="307975"/>
          </a:xfrm>
          <a:prstGeom prst="rect">
            <a:avLst/>
          </a:prstGeom>
          <a:noFill/>
        </p:spPr>
        <p:txBody>
          <a:bodyPr>
            <a:spAutoFit/>
          </a:bodyPr>
          <a:lstStyle/>
          <a:p>
            <a:pPr marR="0" defTabSz="914400" eaLnBrk="1" hangingPunct="1">
              <a:buClrTx/>
              <a:buSzTx/>
              <a:buFontTx/>
              <a:defRPr/>
            </a:pPr>
            <a:r>
              <a:rPr kumimoji="0" lang="en-US" sz="1400" b="1" kern="1200" cap="none" spc="300" normalizeH="0" baseline="0" noProof="0" dirty="0">
                <a:solidFill>
                  <a:prstClr val="white">
                    <a:lumMod val="65000"/>
                  </a:prstClr>
                </a:solidFill>
                <a:latin typeface="Arial" panose="020B0604020202020204" pitchFamily="34" charset="0"/>
                <a:ea typeface="微软雅黑" panose="020B0503020204020204" pitchFamily="34" charset="-122"/>
                <a:cs typeface="+mn-cs"/>
                <a:sym typeface="Arial" panose="020B0604020202020204" pitchFamily="34" charset="0"/>
              </a:rPr>
              <a:t>CONTENTS</a:t>
            </a:r>
            <a:endParaRPr kumimoji="0" lang="en-US" sz="1400" b="1" kern="1200" cap="none" spc="300" normalizeH="0" baseline="0" noProof="0" dirty="0">
              <a:solidFill>
                <a:prstClr val="white">
                  <a:lumMod val="65000"/>
                </a:prstClr>
              </a:solidFill>
              <a:latin typeface="Arial" panose="020B0604020202020204" pitchFamily="34" charset="0"/>
              <a:ea typeface="微软雅黑" panose="020B0503020204020204" pitchFamily="34" charset="-122"/>
              <a:cs typeface="+mn-cs"/>
              <a:sym typeface="Arial" panose="020B0604020202020204" pitchFamily="34" charset="0"/>
            </a:endParaRPr>
          </a:p>
        </p:txBody>
      </p:sp>
      <p:sp>
        <p:nvSpPr>
          <p:cNvPr id="5" name="TextBox 4"/>
          <p:cNvSpPr txBox="1"/>
          <p:nvPr/>
        </p:nvSpPr>
        <p:spPr>
          <a:xfrm>
            <a:off x="3730802" y="2459976"/>
            <a:ext cx="2861652" cy="430887"/>
          </a:xfrm>
          <a:prstGeom prst="rect">
            <a:avLst/>
          </a:prstGeom>
          <a:noFill/>
        </p:spPr>
        <p:txBody>
          <a:bodyPr>
            <a:spAutoFit/>
          </a:bodyPr>
          <a:lstStyle/>
          <a:p>
            <a:pPr marR="0" defTabSz="914400" eaLnBrk="1" hangingPunct="1">
              <a:buClrTx/>
              <a:buSzTx/>
              <a:buFontTx/>
              <a:defRPr/>
            </a:pPr>
            <a:r>
              <a:rPr kumimoji="0" lang="en-US" sz="2200" b="1" kern="1200" cap="none" spc="0" normalizeH="0" baseline="0" noProof="0" dirty="0">
                <a:gradFill flip="none" rotWithShape="1">
                  <a:gsLst>
                    <a:gs pos="0">
                      <a:srgbClr val="00C6FB"/>
                    </a:gs>
                    <a:gs pos="100000">
                      <a:srgbClr val="005BEA"/>
                    </a:gs>
                  </a:gsLst>
                  <a:lin ang="0" scaled="1"/>
                  <a:tileRect/>
                </a:gradFill>
                <a:latin typeface="Arial" panose="020B0604020202020204" pitchFamily="34" charset="0"/>
                <a:ea typeface="微软雅黑" panose="020B0503020204020204" pitchFamily="34" charset="-122"/>
                <a:cs typeface="+mn-cs"/>
                <a:sym typeface="Arial" panose="020B0604020202020204" pitchFamily="34" charset="0"/>
              </a:rPr>
              <a:t>01. /</a:t>
            </a:r>
            <a:r>
              <a:rPr kumimoji="0" lang="zh-CN" altLang="en-US" sz="2200" b="1" kern="1200" cap="none" spc="0" normalizeH="0" baseline="0" noProof="0" dirty="0">
                <a:gradFill flip="none" rotWithShape="1">
                  <a:gsLst>
                    <a:gs pos="0">
                      <a:srgbClr val="00C6FB"/>
                    </a:gs>
                    <a:gs pos="100000">
                      <a:srgbClr val="005BEA"/>
                    </a:gs>
                  </a:gsLst>
                  <a:lin ang="0" scaled="1"/>
                  <a:tileRect/>
                </a:gradFill>
                <a:latin typeface="Arial" panose="020B0604020202020204" pitchFamily="34" charset="0"/>
                <a:ea typeface="微软雅黑" panose="020B0503020204020204" pitchFamily="34" charset="-122"/>
                <a:cs typeface="+mn-cs"/>
                <a:sym typeface="Arial" panose="020B0604020202020204" pitchFamily="34" charset="0"/>
              </a:rPr>
              <a:t>市场数据分析</a:t>
            </a:r>
            <a:endParaRPr kumimoji="0" lang="zh-CN" altLang="en-US" sz="2200" b="1" kern="1200" cap="none" spc="0" normalizeH="0" baseline="0" noProof="0" dirty="0">
              <a:gradFill flip="none" rotWithShape="1">
                <a:gsLst>
                  <a:gs pos="0">
                    <a:srgbClr val="00C6FB"/>
                  </a:gs>
                  <a:gs pos="100000">
                    <a:srgbClr val="005BEA"/>
                  </a:gs>
                </a:gsLst>
                <a:lin ang="0" scaled="1"/>
                <a:tileRect/>
              </a:gradFill>
              <a:latin typeface="Arial" panose="020B0604020202020204" pitchFamily="34" charset="0"/>
              <a:ea typeface="微软雅黑" panose="020B0503020204020204" pitchFamily="34" charset="-122"/>
              <a:cs typeface="+mn-cs"/>
              <a:sym typeface="Arial" panose="020B0604020202020204" pitchFamily="34" charset="0"/>
            </a:endParaRPr>
          </a:p>
        </p:txBody>
      </p:sp>
      <p:grpSp>
        <p:nvGrpSpPr>
          <p:cNvPr id="9224" name="Group 22"/>
          <p:cNvGrpSpPr/>
          <p:nvPr/>
        </p:nvGrpSpPr>
        <p:grpSpPr>
          <a:xfrm>
            <a:off x="5084763" y="5721350"/>
            <a:ext cx="2022475" cy="476250"/>
            <a:chOff x="5257804" y="5235568"/>
            <a:chExt cx="1390646" cy="327032"/>
          </a:xfrm>
        </p:grpSpPr>
        <p:sp>
          <p:nvSpPr>
            <p:cNvPr id="10" name="Rectangle: Rounded Corners 42"/>
            <p:cNvSpPr/>
            <p:nvPr/>
          </p:nvSpPr>
          <p:spPr>
            <a:xfrm>
              <a:off x="5257804" y="5235568"/>
              <a:ext cx="1390646" cy="327032"/>
            </a:xfrm>
            <a:prstGeom prst="roundRect">
              <a:avLst>
                <a:gd name="adj" fmla="val 50000"/>
              </a:avLst>
            </a:prstGeom>
            <a:gradFill flip="none" rotWithShape="1">
              <a:gsLst>
                <a:gs pos="100000">
                  <a:srgbClr val="005BEA"/>
                </a:gs>
                <a:gs pos="0">
                  <a:srgbClr val="00C6FB"/>
                </a:gs>
              </a:gsLst>
              <a:lin ang="0" scaled="1"/>
              <a:tileRect/>
            </a:gradFill>
            <a:ln w="12700" cap="flat" cmpd="sng" algn="ctr">
              <a:noFill/>
              <a:prstDash val="solid"/>
              <a:miter lim="800000"/>
            </a:ln>
            <a:effectLst>
              <a:outerShdw blurRad="723900" dist="63500" dir="5400000" sx="93000" sy="93000" algn="t" rotWithShape="0">
                <a:srgbClr val="00C6FB">
                  <a:lumMod val="60000"/>
                  <a:lumOff val="40000"/>
                  <a:alpha val="70000"/>
                </a:srgbClr>
              </a:outerShdw>
            </a:effectLst>
          </p:spPr>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100" b="0" i="0" u="none" strike="noStrike" kern="1200" cap="none" spc="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sp>
          <p:nvSpPr>
            <p:cNvPr id="9235" name="TextBox 46"/>
            <p:cNvSpPr txBox="1"/>
            <p:nvPr/>
          </p:nvSpPr>
          <p:spPr>
            <a:xfrm>
              <a:off x="5429100" y="5280575"/>
              <a:ext cx="1048053" cy="247792"/>
            </a:xfrm>
            <a:prstGeom prst="rect">
              <a:avLst/>
            </a:prstGeom>
            <a:noFill/>
            <a:ln w="9525">
              <a:noFill/>
            </a:ln>
          </p:spPr>
          <p:txBody>
            <a:bodyPr>
              <a:spAutoFit/>
            </a:bodyPr>
            <a:p>
              <a:pPr eaLnBrk="1" hangingPunct="1">
                <a:lnSpc>
                  <a:spcPct val="120000"/>
                </a:lnSpc>
              </a:pPr>
              <a:r>
                <a:rPr lang="en-US" altLang="zh-CN" sz="1600" b="1" dirty="0">
                  <a:solidFill>
                    <a:srgbClr val="FFFFFF"/>
                  </a:solidFill>
                  <a:latin typeface="Arial" panose="020B0604020202020204" pitchFamily="34" charset="0"/>
                  <a:ea typeface="微软雅黑" panose="020B0503020204020204" pitchFamily="34" charset="-122"/>
                  <a:sym typeface="Arial" panose="020B0604020202020204" pitchFamily="34" charset="0"/>
                </a:rPr>
                <a:t>Read more</a:t>
              </a:r>
              <a:endParaRPr lang="en-US" altLang="zh-CN" sz="1600" b="1" dirty="0">
                <a:solidFill>
                  <a:srgbClr val="FFFFFF"/>
                </a:solidFill>
                <a:latin typeface="Arial" panose="020B0604020202020204" pitchFamily="34" charset="0"/>
                <a:ea typeface="微软雅黑" panose="020B0503020204020204" pitchFamily="34" charset="-122"/>
                <a:sym typeface="Arial" panose="020B0604020202020204" pitchFamily="34" charset="0"/>
              </a:endParaRPr>
            </a:p>
          </p:txBody>
        </p:sp>
        <p:sp>
          <p:nvSpPr>
            <p:cNvPr id="12" name="Freeform 4561"/>
            <p:cNvSpPr/>
            <p:nvPr/>
          </p:nvSpPr>
          <p:spPr bwMode="auto">
            <a:xfrm>
              <a:off x="6316616" y="5342398"/>
              <a:ext cx="155001" cy="113371"/>
            </a:xfrm>
            <a:custGeom>
              <a:avLst/>
              <a:gdLst>
                <a:gd name="T0" fmla="*/ 122 w 218"/>
                <a:gd name="T1" fmla="*/ 1 h 195"/>
                <a:gd name="T2" fmla="*/ 116 w 218"/>
                <a:gd name="T3" fmla="*/ 1 h 195"/>
                <a:gd name="T4" fmla="*/ 116 w 218"/>
                <a:gd name="T5" fmla="*/ 7 h 195"/>
                <a:gd name="T6" fmla="*/ 203 w 218"/>
                <a:gd name="T7" fmla="*/ 94 h 195"/>
                <a:gd name="T8" fmla="*/ 4 w 218"/>
                <a:gd name="T9" fmla="*/ 94 h 195"/>
                <a:gd name="T10" fmla="*/ 0 w 218"/>
                <a:gd name="T11" fmla="*/ 98 h 195"/>
                <a:gd name="T12" fmla="*/ 4 w 218"/>
                <a:gd name="T13" fmla="*/ 102 h 195"/>
                <a:gd name="T14" fmla="*/ 203 w 218"/>
                <a:gd name="T15" fmla="*/ 102 h 195"/>
                <a:gd name="T16" fmla="*/ 116 w 218"/>
                <a:gd name="T17" fmla="*/ 188 h 195"/>
                <a:gd name="T18" fmla="*/ 116 w 218"/>
                <a:gd name="T19" fmla="*/ 194 h 195"/>
                <a:gd name="T20" fmla="*/ 119 w 218"/>
                <a:gd name="T21" fmla="*/ 195 h 195"/>
                <a:gd name="T22" fmla="*/ 122 w 218"/>
                <a:gd name="T23" fmla="*/ 194 h 195"/>
                <a:gd name="T24" fmla="*/ 218 w 218"/>
                <a:gd name="T25" fmla="*/ 98 h 195"/>
                <a:gd name="T26" fmla="*/ 122 w 218"/>
                <a:gd name="T27" fmla="*/ 1 h 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18" h="195">
                  <a:moveTo>
                    <a:pt x="122" y="1"/>
                  </a:moveTo>
                  <a:cubicBezTo>
                    <a:pt x="120" y="0"/>
                    <a:pt x="118" y="0"/>
                    <a:pt x="116" y="1"/>
                  </a:cubicBezTo>
                  <a:cubicBezTo>
                    <a:pt x="114" y="3"/>
                    <a:pt x="114" y="5"/>
                    <a:pt x="116" y="7"/>
                  </a:cubicBezTo>
                  <a:cubicBezTo>
                    <a:pt x="203" y="94"/>
                    <a:pt x="203" y="94"/>
                    <a:pt x="203" y="94"/>
                  </a:cubicBezTo>
                  <a:cubicBezTo>
                    <a:pt x="4" y="94"/>
                    <a:pt x="4" y="94"/>
                    <a:pt x="4" y="94"/>
                  </a:cubicBezTo>
                  <a:cubicBezTo>
                    <a:pt x="2" y="94"/>
                    <a:pt x="0" y="95"/>
                    <a:pt x="0" y="98"/>
                  </a:cubicBezTo>
                  <a:cubicBezTo>
                    <a:pt x="0" y="100"/>
                    <a:pt x="2" y="102"/>
                    <a:pt x="4" y="102"/>
                  </a:cubicBezTo>
                  <a:cubicBezTo>
                    <a:pt x="203" y="102"/>
                    <a:pt x="203" y="102"/>
                    <a:pt x="203" y="102"/>
                  </a:cubicBezTo>
                  <a:cubicBezTo>
                    <a:pt x="116" y="188"/>
                    <a:pt x="116" y="188"/>
                    <a:pt x="116" y="188"/>
                  </a:cubicBezTo>
                  <a:cubicBezTo>
                    <a:pt x="114" y="190"/>
                    <a:pt x="114" y="192"/>
                    <a:pt x="116" y="194"/>
                  </a:cubicBezTo>
                  <a:cubicBezTo>
                    <a:pt x="117" y="195"/>
                    <a:pt x="118" y="195"/>
                    <a:pt x="119" y="195"/>
                  </a:cubicBezTo>
                  <a:cubicBezTo>
                    <a:pt x="120" y="195"/>
                    <a:pt x="121" y="195"/>
                    <a:pt x="122" y="194"/>
                  </a:cubicBezTo>
                  <a:cubicBezTo>
                    <a:pt x="218" y="98"/>
                    <a:pt x="218" y="98"/>
                    <a:pt x="218" y="98"/>
                  </a:cubicBezTo>
                  <a:lnTo>
                    <a:pt x="122" y="1"/>
                  </a:lnTo>
                  <a:close/>
                </a:path>
              </a:pathLst>
            </a:custGeom>
            <a:solidFill>
              <a:sysClr val="window" lastClr="FFFFFF"/>
            </a:solidFill>
            <a:ln w="6350">
              <a:solidFill>
                <a:sysClr val="window" lastClr="FFFFFF"/>
              </a:solidFill>
            </a:ln>
          </p:spPr>
          <p:txBody>
            <a:bodyPr lIns="91393" tIns="45696" rIns="91393" bIns="45696"/>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grpSp>
      <p:sp>
        <p:nvSpPr>
          <p:cNvPr id="6" name="TextBox 8"/>
          <p:cNvSpPr txBox="1"/>
          <p:nvPr/>
        </p:nvSpPr>
        <p:spPr>
          <a:xfrm>
            <a:off x="3730802" y="3199594"/>
            <a:ext cx="3190698" cy="430887"/>
          </a:xfrm>
          <a:prstGeom prst="rect">
            <a:avLst/>
          </a:prstGeom>
          <a:noFill/>
        </p:spPr>
        <p:txBody>
          <a:bodyPr>
            <a:spAutoFit/>
          </a:bodyPr>
          <a:lstStyle/>
          <a:p>
            <a:pPr marR="0" defTabSz="914400" eaLnBrk="1" hangingPunct="1">
              <a:buClrTx/>
              <a:buSzTx/>
              <a:buFontTx/>
              <a:defRPr/>
            </a:pPr>
            <a:r>
              <a:rPr kumimoji="0" lang="en-US" sz="2200" b="1" kern="1200" cap="none" spc="0" normalizeH="0" baseline="0" noProof="0" dirty="0">
                <a:solidFill>
                  <a:schemeClr val="bg1">
                    <a:alpha val="60000"/>
                  </a:schemeClr>
                </a:solidFill>
                <a:latin typeface="Arial" panose="020B0604020202020204" pitchFamily="34" charset="0"/>
                <a:ea typeface="微软雅黑" panose="020B0503020204020204" pitchFamily="34" charset="-122"/>
                <a:cs typeface="+mn-cs"/>
                <a:sym typeface="Arial" panose="020B0604020202020204" pitchFamily="34" charset="0"/>
              </a:rPr>
              <a:t>02. /</a:t>
            </a:r>
            <a:r>
              <a:rPr kumimoji="0" lang="zh-CN" altLang="en-US" sz="2200" b="1" kern="1200" cap="none" spc="0" normalizeH="0" baseline="0" noProof="0" dirty="0">
                <a:solidFill>
                  <a:schemeClr val="bg1">
                    <a:alpha val="60000"/>
                  </a:schemeClr>
                </a:solidFill>
                <a:latin typeface="Arial" panose="020B0604020202020204" pitchFamily="34" charset="0"/>
                <a:ea typeface="微软雅黑" panose="020B0503020204020204" pitchFamily="34" charset="-122"/>
                <a:cs typeface="+mn-cs"/>
                <a:sym typeface="Arial" panose="020B0604020202020204" pitchFamily="34" charset="0"/>
              </a:rPr>
              <a:t>同行竞品分析</a:t>
            </a:r>
            <a:endParaRPr kumimoji="0" lang="zh-CN" altLang="en-US" sz="2200" b="1" kern="1200" cap="none" spc="0" normalizeH="0" baseline="0" noProof="0" dirty="0">
              <a:solidFill>
                <a:schemeClr val="bg1">
                  <a:alpha val="60000"/>
                </a:schemeClr>
              </a:solidFill>
              <a:latin typeface="Arial" panose="020B0604020202020204" pitchFamily="34" charset="0"/>
              <a:ea typeface="微软雅黑" panose="020B0503020204020204" pitchFamily="34" charset="-122"/>
              <a:cs typeface="+mn-cs"/>
              <a:sym typeface="Arial" panose="020B0604020202020204" pitchFamily="34" charset="0"/>
            </a:endParaRPr>
          </a:p>
        </p:txBody>
      </p:sp>
      <p:sp>
        <p:nvSpPr>
          <p:cNvPr id="7" name="TextBox 9"/>
          <p:cNvSpPr txBox="1"/>
          <p:nvPr/>
        </p:nvSpPr>
        <p:spPr>
          <a:xfrm>
            <a:off x="3730801" y="3939211"/>
            <a:ext cx="3817963" cy="430887"/>
          </a:xfrm>
          <a:prstGeom prst="rect">
            <a:avLst/>
          </a:prstGeom>
          <a:noFill/>
        </p:spPr>
        <p:txBody>
          <a:bodyPr>
            <a:spAutoFit/>
          </a:bodyPr>
          <a:lstStyle/>
          <a:p>
            <a:pPr marR="0" defTabSz="914400" eaLnBrk="1" hangingPunct="1">
              <a:buClrTx/>
              <a:buSzTx/>
              <a:buFontTx/>
              <a:defRPr/>
            </a:pPr>
            <a:r>
              <a:rPr kumimoji="0" lang="en-US" sz="2200" b="1" kern="1200" cap="none" spc="0" normalizeH="0" baseline="0" noProof="0" dirty="0">
                <a:solidFill>
                  <a:schemeClr val="bg1">
                    <a:alpha val="60000"/>
                  </a:schemeClr>
                </a:solidFill>
                <a:latin typeface="Arial" panose="020B0604020202020204" pitchFamily="34" charset="0"/>
                <a:ea typeface="微软雅黑" panose="020B0503020204020204" pitchFamily="34" charset="-122"/>
                <a:cs typeface="+mn-cs"/>
                <a:sym typeface="Arial" panose="020B0604020202020204" pitchFamily="34" charset="0"/>
              </a:rPr>
              <a:t>03. /</a:t>
            </a:r>
            <a:r>
              <a:rPr kumimoji="0" lang="zh-CN" altLang="en-US" sz="2200" b="1" kern="1200" cap="none" spc="0" normalizeH="0" baseline="0" noProof="0" dirty="0">
                <a:solidFill>
                  <a:schemeClr val="bg1">
                    <a:alpha val="60000"/>
                  </a:schemeClr>
                </a:solidFill>
                <a:latin typeface="Arial" panose="020B0604020202020204" pitchFamily="34" charset="0"/>
                <a:ea typeface="微软雅黑" panose="020B0503020204020204" pitchFamily="34" charset="-122"/>
                <a:cs typeface="+mn-cs"/>
                <a:sym typeface="Arial" panose="020B0604020202020204" pitchFamily="34" charset="0"/>
              </a:rPr>
              <a:t>产品利润分析</a:t>
            </a:r>
            <a:endParaRPr kumimoji="0" lang="zh-CN" altLang="en-US" sz="2200" b="1" kern="1200" cap="none" spc="0" normalizeH="0" baseline="0" noProof="0" dirty="0">
              <a:solidFill>
                <a:schemeClr val="bg1">
                  <a:alpha val="60000"/>
                </a:schemeClr>
              </a:solidFill>
              <a:latin typeface="Arial" panose="020B0604020202020204" pitchFamily="34" charset="0"/>
              <a:ea typeface="微软雅黑" panose="020B0503020204020204" pitchFamily="34" charset="-122"/>
              <a:cs typeface="+mn-cs"/>
              <a:sym typeface="Arial" panose="020B0604020202020204" pitchFamily="34" charset="0"/>
            </a:endParaRPr>
          </a:p>
        </p:txBody>
      </p:sp>
      <p:sp>
        <p:nvSpPr>
          <p:cNvPr id="8" name="TextBox 10"/>
          <p:cNvSpPr txBox="1"/>
          <p:nvPr/>
        </p:nvSpPr>
        <p:spPr>
          <a:xfrm>
            <a:off x="3730802" y="4678829"/>
            <a:ext cx="4930598" cy="430887"/>
          </a:xfrm>
          <a:prstGeom prst="rect">
            <a:avLst/>
          </a:prstGeom>
          <a:noFill/>
        </p:spPr>
        <p:txBody>
          <a:bodyPr>
            <a:spAutoFit/>
          </a:bodyPr>
          <a:lstStyle/>
          <a:p>
            <a:pPr marR="0" defTabSz="914400" eaLnBrk="1" hangingPunct="1">
              <a:buClrTx/>
              <a:buSzTx/>
              <a:buFontTx/>
              <a:defRPr/>
            </a:pPr>
            <a:r>
              <a:rPr kumimoji="0" lang="en-US" sz="2200" b="1" kern="1200" cap="none" spc="0" normalizeH="0" baseline="0" noProof="0" dirty="0">
                <a:solidFill>
                  <a:schemeClr val="bg1">
                    <a:alpha val="60000"/>
                  </a:schemeClr>
                </a:solidFill>
                <a:latin typeface="Arial" panose="020B0604020202020204" pitchFamily="34" charset="0"/>
                <a:ea typeface="微软雅黑" panose="020B0503020204020204" pitchFamily="34" charset="-122"/>
                <a:cs typeface="+mn-cs"/>
                <a:sym typeface="Arial" panose="020B0604020202020204" pitchFamily="34" charset="0"/>
              </a:rPr>
              <a:t>04. /</a:t>
            </a:r>
            <a:r>
              <a:rPr kumimoji="0" lang="zh-CN" altLang="en-US" sz="2200" b="1" kern="1200" cap="none" spc="0" normalizeH="0" baseline="0" noProof="0" dirty="0">
                <a:solidFill>
                  <a:schemeClr val="bg1">
                    <a:alpha val="60000"/>
                  </a:schemeClr>
                </a:solidFill>
                <a:latin typeface="Arial" panose="020B0604020202020204" pitchFamily="34" charset="0"/>
                <a:ea typeface="微软雅黑" panose="020B0503020204020204" pitchFamily="34" charset="-122"/>
                <a:cs typeface="+mn-cs"/>
                <a:sym typeface="Arial" panose="020B0604020202020204" pitchFamily="34" charset="0"/>
              </a:rPr>
              <a:t>产品运营方案</a:t>
            </a:r>
            <a:endParaRPr kumimoji="0" lang="zh-CN" altLang="en-US" sz="2200" b="1" kern="1200" cap="none" spc="0" normalizeH="0" baseline="0" noProof="0" dirty="0">
              <a:solidFill>
                <a:schemeClr val="bg1">
                  <a:alpha val="60000"/>
                </a:schemeClr>
              </a:solidFill>
              <a:latin typeface="Arial" panose="020B0604020202020204" pitchFamily="34" charset="0"/>
              <a:ea typeface="微软雅黑" panose="020B0503020204020204" pitchFamily="34" charset="-122"/>
              <a:cs typeface="+mn-cs"/>
              <a:sym typeface="Arial" panose="020B0604020202020204" pitchFamily="34" charset="0"/>
            </a:endParaRPr>
          </a:p>
        </p:txBody>
      </p:sp>
      <p:cxnSp>
        <p:nvCxnSpPr>
          <p:cNvPr id="30" name="直接连接符 29"/>
          <p:cNvCxnSpPr/>
          <p:nvPr/>
        </p:nvCxnSpPr>
        <p:spPr>
          <a:xfrm>
            <a:off x="301625" y="6637338"/>
            <a:ext cx="520700" cy="0"/>
          </a:xfrm>
          <a:prstGeom prst="line">
            <a:avLst/>
          </a:prstGeom>
          <a:ln w="381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32" name="直角三角形 31"/>
          <p:cNvSpPr/>
          <p:nvPr/>
        </p:nvSpPr>
        <p:spPr>
          <a:xfrm rot="16200000">
            <a:off x="11798300" y="6484938"/>
            <a:ext cx="122238" cy="204788"/>
          </a:xfrm>
          <a:prstGeom prst="rtTriangle">
            <a:avLst/>
          </a:prstGeom>
          <a:solidFill>
            <a:schemeClr val="bg1">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3600" b="0" i="0" u="none" strike="noStrike" kern="1200" cap="none" spc="0" normalizeH="0" baseline="0" noProof="0">
              <a:ln>
                <a:noFill/>
              </a:ln>
              <a:solidFill>
                <a:prstClr val="white"/>
              </a:solidFill>
              <a:effectLst/>
              <a:uLnTx/>
              <a:uFillTx/>
              <a:latin typeface="+mn-lt"/>
              <a:ea typeface="+mn-ea"/>
              <a:cs typeface="+mn-ea"/>
              <a:sym typeface="+mn-lt"/>
            </a:endParaRPr>
          </a:p>
        </p:txBody>
      </p:sp>
    </p:spTree>
  </p:cSld>
  <p:clrMapOvr>
    <a:masterClrMapping/>
  </p:clrMapOvr>
  <p:transition spd="slow" advTm="3000">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p:nvPr/>
        </p:nvSpPr>
        <p:spPr>
          <a:xfrm>
            <a:off x="0" y="0"/>
            <a:ext cx="12192000" cy="6858000"/>
          </a:xfrm>
          <a:prstGeom prst="rect">
            <a:avLst/>
          </a:prstGeom>
          <a:blipFill>
            <a:blip r:embed="rId1" cstate="print">
              <a:alphaModFix amt="20000"/>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5" name="文本框 4"/>
          <p:cNvSpPr txBox="1"/>
          <p:nvPr/>
        </p:nvSpPr>
        <p:spPr>
          <a:xfrm>
            <a:off x="5164143" y="2143795"/>
            <a:ext cx="1863715" cy="553678"/>
          </a:xfrm>
          <a:prstGeom prst="rect">
            <a:avLst/>
          </a:prstGeom>
          <a:noFill/>
        </p:spPr>
        <p:txBody>
          <a:bodyPr wrap="none" lIns="0" tIns="0" rIns="0" bIns="0">
            <a:spAutoFit/>
          </a:bodyPr>
          <a:lstStyle/>
          <a:p>
            <a:pPr marR="0" algn="ctr" defTabSz="914400" eaLnBrk="1" hangingPunct="1">
              <a:buClrTx/>
              <a:buSzTx/>
              <a:buFontTx/>
              <a:defRPr/>
            </a:pPr>
            <a:r>
              <a:rPr kumimoji="0" lang="en-US" altLang="zh-CN" sz="3600" b="1" kern="1200" cap="none" spc="0" normalizeH="0" baseline="0" noProof="0" dirty="0">
                <a:solidFill>
                  <a:schemeClr val="bg1">
                    <a:alpha val="70000"/>
                  </a:schemeClr>
                </a:solidFill>
                <a:latin typeface="Arial" panose="020B0604020202020204" pitchFamily="34" charset="0"/>
                <a:ea typeface="微软雅黑" panose="020B0503020204020204" pitchFamily="34" charset="-122"/>
                <a:cs typeface="+mn-ea"/>
                <a:sym typeface="Arial" panose="020B0604020202020204" pitchFamily="34" charset="0"/>
              </a:rPr>
              <a:t>PART 01</a:t>
            </a:r>
            <a:endParaRPr kumimoji="0" lang="en-US" altLang="zh-CN" sz="3600" b="1" kern="1200" cap="none" spc="0" normalizeH="0" baseline="0" noProof="0" dirty="0">
              <a:solidFill>
                <a:schemeClr val="bg1">
                  <a:alpha val="7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6" name="文本框 5"/>
          <p:cNvSpPr txBox="1"/>
          <p:nvPr/>
        </p:nvSpPr>
        <p:spPr>
          <a:xfrm>
            <a:off x="4133850" y="2789238"/>
            <a:ext cx="3924300" cy="738188"/>
          </a:xfrm>
          <a:prstGeom prst="rect">
            <a:avLst/>
          </a:prstGeom>
          <a:noFill/>
        </p:spPr>
        <p:txBody>
          <a:bodyPr wrap="none" lIns="0" tIns="0" rIns="0" bIns="0">
            <a:spAutoFit/>
          </a:bodyPr>
          <a:lstStyle/>
          <a:p>
            <a:pPr marR="0" algn="ctr" defTabSz="914400" eaLnBrk="1" hangingPunct="1">
              <a:buClrTx/>
              <a:buSzTx/>
              <a:buFontTx/>
              <a:defRPr/>
            </a:pPr>
            <a:r>
              <a:rPr kumimoji="0" lang="zh-CN" altLang="en-US" sz="4800" b="1" kern="1200" cap="none" spc="300" normalizeH="0" baseline="0" noProof="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市场数据分析</a:t>
            </a:r>
            <a:endParaRPr kumimoji="0" lang="zh-CN" altLang="en-US" sz="4800" b="1" kern="1200" cap="none" spc="300" normalizeH="0" baseline="0" noProof="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7" name="文本框 6"/>
          <p:cNvSpPr txBox="1"/>
          <p:nvPr/>
        </p:nvSpPr>
        <p:spPr>
          <a:xfrm>
            <a:off x="3669233" y="3678394"/>
            <a:ext cx="4853534" cy="323678"/>
          </a:xfrm>
          <a:prstGeom prst="rect">
            <a:avLst/>
          </a:prstGeom>
          <a:noFill/>
        </p:spPr>
        <p:txBody>
          <a:bodyPr lIns="0" tIns="0" rIns="0" bIns="0">
            <a:spAutoFit/>
          </a:bodyPr>
          <a:lstStyle/>
          <a:p>
            <a:pPr marR="0" algn="ctr" defTabSz="914400" eaLnBrk="1" hangingPunct="1">
              <a:lnSpc>
                <a:spcPct val="150000"/>
              </a:lnSpc>
              <a:buClrTx/>
              <a:buSzTx/>
              <a:buFontTx/>
              <a:defRPr/>
            </a:pPr>
            <a:r>
              <a:rPr kumimoji="0" lang="en-US" altLang="zh-CN" sz="1600" kern="1200" cap="none" spc="0" normalizeH="0" baseline="0" noProof="0" dirty="0">
                <a:solidFill>
                  <a:schemeClr val="bg1">
                    <a:alpha val="70000"/>
                  </a:schemeClr>
                </a:solidFill>
                <a:latin typeface="Arial" panose="020B0604020202020204" pitchFamily="34" charset="0"/>
                <a:ea typeface="微软雅黑" panose="020B0503020204020204" pitchFamily="34" charset="-122"/>
                <a:cs typeface="+mn-ea"/>
                <a:sym typeface="Arial" panose="020B0604020202020204" pitchFamily="34" charset="0"/>
              </a:rPr>
              <a:t>Market data analysis</a:t>
            </a:r>
            <a:endParaRPr kumimoji="0" lang="en-US" altLang="zh-CN" sz="1600" kern="1200" cap="none" spc="0" normalizeH="0" baseline="0" noProof="0" dirty="0">
              <a:solidFill>
                <a:schemeClr val="bg1">
                  <a:alpha val="7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Tree>
  </p:cSld>
  <p:clrMapOvr>
    <a:masterClrMapping/>
  </p:clrMapOvr>
  <p:transition spd="slow" advTm="3000">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 name="文本框 15"/>
          <p:cNvSpPr txBox="1"/>
          <p:nvPr/>
        </p:nvSpPr>
        <p:spPr>
          <a:xfrm>
            <a:off x="983128" y="746936"/>
            <a:ext cx="1471237" cy="292388"/>
          </a:xfrm>
          <a:prstGeom prst="rect">
            <a:avLst/>
          </a:prstGeom>
          <a:noFill/>
          <a:ln w="12700" cap="flat">
            <a:noFill/>
            <a:miter lim="400000"/>
          </a:ln>
        </p:spPr>
        <p:style>
          <a:lnRef idx="0">
            <a:scrgbClr r="0" g="0" b="0"/>
          </a:lnRef>
          <a:fillRef idx="0">
            <a:scrgbClr r="0" g="0" b="0"/>
          </a:fillRef>
          <a:effectRef idx="0">
            <a:scrgbClr r="0" g="0" b="0"/>
          </a:effectRef>
          <a:fontRef idx="none"/>
        </p:style>
        <p:txBody>
          <a:bodyPr spcFirstLastPara="1" wrap="none" lIns="22860" tIns="22860" rIns="22860" bIns="22860" spcCol="3810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600" b="0" i="0" u="none" strike="noStrike" kern="1200" cap="none" spc="0" normalizeH="0" baseline="0" noProof="0" dirty="0">
                <a:ln>
                  <a:noFill/>
                </a:ln>
                <a:solidFill>
                  <a:schemeClr val="bg1">
                    <a:alpha val="60000"/>
                  </a:schemeClr>
                </a:solidFill>
                <a:effectLst/>
                <a:uLnTx/>
                <a:uFillTx/>
                <a:latin typeface="Arial" panose="020B0604020202020204" pitchFamily="34" charset="0"/>
                <a:ea typeface="微软雅黑" panose="020B0503020204020204" pitchFamily="34" charset="-122"/>
                <a:cs typeface="+mn-ea"/>
                <a:sym typeface="Arial" panose="020B0604020202020204" pitchFamily="34" charset="0"/>
              </a:rPr>
              <a:t>market analysis</a:t>
            </a:r>
            <a:endParaRPr kumimoji="0" lang="en-US" altLang="zh-CN" sz="1600" b="0" i="0" u="none" strike="noStrike" kern="1200" cap="none" spc="0" normalizeH="0" baseline="0" noProof="0" dirty="0">
              <a:ln>
                <a:noFill/>
              </a:ln>
              <a:solidFill>
                <a:schemeClr val="bg1">
                  <a:alpha val="60000"/>
                </a:schemeClr>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grpSp>
        <p:nvGrpSpPr>
          <p:cNvPr id="3" name="组合 17"/>
          <p:cNvGrpSpPr/>
          <p:nvPr/>
        </p:nvGrpSpPr>
        <p:grpSpPr>
          <a:xfrm>
            <a:off x="244476" y="292500"/>
            <a:ext cx="493773" cy="615629"/>
            <a:chOff x="7409" y="353"/>
            <a:chExt cx="1374" cy="1582"/>
          </a:xfrm>
          <a:solidFill>
            <a:srgbClr val="1766F3"/>
          </a:solidFill>
        </p:grpSpPr>
        <p:sp>
          <p:nvSpPr>
            <p:cNvPr id="20" name="平行四边形 19"/>
            <p:cNvSpPr/>
            <p:nvPr/>
          </p:nvSpPr>
          <p:spPr>
            <a:xfrm>
              <a:off x="7409" y="353"/>
              <a:ext cx="788" cy="981"/>
            </a:xfrm>
            <a:prstGeom prst="parallelogram">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3600" b="0" i="0" u="none" strike="noStrike" kern="1200" cap="none" spc="0" normalizeH="0" baseline="0" noProof="0">
                <a:ln>
                  <a:noFill/>
                </a:ln>
                <a:solidFill>
                  <a:schemeClr val="lt1"/>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1" name="平行四边形 20"/>
            <p:cNvSpPr/>
            <p:nvPr/>
          </p:nvSpPr>
          <p:spPr>
            <a:xfrm>
              <a:off x="7995" y="955"/>
              <a:ext cx="788" cy="981"/>
            </a:xfrm>
            <a:prstGeom prst="parallelogram">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3600" b="0" i="0" u="none" strike="noStrike" kern="1200" cap="none" spc="0" normalizeH="0" baseline="0" noProof="0">
                <a:ln>
                  <a:noFill/>
                </a:ln>
                <a:solidFill>
                  <a:schemeClr val="lt1"/>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grpSp>
      <p:sp>
        <p:nvSpPr>
          <p:cNvPr id="19" name="文本框 18"/>
          <p:cNvSpPr txBox="1"/>
          <p:nvPr/>
        </p:nvSpPr>
        <p:spPr>
          <a:xfrm>
            <a:off x="879475" y="274638"/>
            <a:ext cx="2378075" cy="554038"/>
          </a:xfrm>
          <a:prstGeom prst="rect">
            <a:avLst/>
          </a:prstGeom>
          <a:noFill/>
        </p:spPr>
        <p:txBody>
          <a:bodyPr wrap="none">
            <a:spAutoFit/>
          </a:bodyPr>
          <a:lstStyle/>
          <a:p>
            <a:pPr marR="0" defTabSz="914400" eaLnBrk="1" hangingPunct="1">
              <a:buClrTx/>
              <a:buSzTx/>
              <a:buFontTx/>
              <a:defRPr/>
            </a:pPr>
            <a:r>
              <a:rPr kumimoji="0" lang="zh-CN" altLang="en-US" sz="3000" b="1" kern="1200" cap="none" spc="-150" normalizeH="0" baseline="0" noProof="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一：市场分析</a:t>
            </a:r>
            <a:endParaRPr kumimoji="0" lang="zh-CN" altLang="en-US" sz="3000" b="1" kern="1200" cap="none" spc="-150" normalizeH="0" baseline="0" noProof="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 name="矩形 1"/>
          <p:cNvSpPr/>
          <p:nvPr/>
        </p:nvSpPr>
        <p:spPr>
          <a:xfrm>
            <a:off x="1955800" y="1196975"/>
            <a:ext cx="8699500" cy="5040313"/>
          </a:xfrm>
          <a:prstGeom prst="rect">
            <a:avLst/>
          </a:prstGeom>
          <a:solidFill>
            <a:schemeClr val="accent2">
              <a:lumMod val="75000"/>
            </a:schemeClr>
          </a:solidFill>
          <a:ln w="635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pic>
        <p:nvPicPr>
          <p:cNvPr id="5" name="图片 4"/>
          <p:cNvPicPr>
            <a:picLocks noChangeAspect="1"/>
          </p:cNvPicPr>
          <p:nvPr/>
        </p:nvPicPr>
        <p:blipFill>
          <a:blip r:embed="rId1"/>
          <a:stretch>
            <a:fillRect/>
          </a:stretch>
        </p:blipFill>
        <p:spPr>
          <a:xfrm>
            <a:off x="2026285" y="1268095"/>
            <a:ext cx="8553450" cy="4898390"/>
          </a:xfrm>
          <a:prstGeom prst="rect">
            <a:avLst/>
          </a:prstGeom>
        </p:spPr>
      </p:pic>
    </p:spTree>
  </p:cSld>
  <p:clrMapOvr>
    <a:masterClrMapping/>
  </p:clrMapOvr>
  <p:transition spd="slow" advTm="3000">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2291" name="组合 13"/>
          <p:cNvGrpSpPr/>
          <p:nvPr/>
        </p:nvGrpSpPr>
        <p:grpSpPr>
          <a:xfrm>
            <a:off x="244266" y="274638"/>
            <a:ext cx="11717546" cy="6373812"/>
            <a:chOff x="482600" y="549054"/>
            <a:chExt cx="23433619" cy="12747846"/>
          </a:xfrm>
        </p:grpSpPr>
        <p:sp>
          <p:nvSpPr>
            <p:cNvPr id="16" name="文本框 15"/>
            <p:cNvSpPr txBox="1"/>
            <p:nvPr/>
          </p:nvSpPr>
          <p:spPr>
            <a:xfrm>
              <a:off x="1959905" y="1493872"/>
              <a:ext cx="2942289" cy="584786"/>
            </a:xfrm>
            <a:prstGeom prst="rect">
              <a:avLst/>
            </a:prstGeom>
            <a:noFill/>
            <a:ln w="12700" cap="flat">
              <a:noFill/>
              <a:miter lim="400000"/>
            </a:ln>
          </p:spPr>
          <p:style>
            <a:lnRef idx="0">
              <a:scrgbClr r="0" g="0" b="0"/>
            </a:lnRef>
            <a:fillRef idx="0">
              <a:scrgbClr r="0" g="0" b="0"/>
            </a:fillRef>
            <a:effectRef idx="0">
              <a:scrgbClr r="0" g="0" b="0"/>
            </a:effectRef>
            <a:fontRef idx="none"/>
          </p:style>
          <p:txBody>
            <a:bodyPr spcFirstLastPara="1" wrap="none" lIns="22860" tIns="22860" rIns="22860" bIns="22860" spcCol="3810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600" b="0" i="0" u="none" strike="noStrike" kern="1200" cap="none" spc="0" normalizeH="0" baseline="0" noProof="0" dirty="0">
                  <a:ln>
                    <a:noFill/>
                  </a:ln>
                  <a:solidFill>
                    <a:schemeClr val="bg1">
                      <a:alpha val="60000"/>
                    </a:schemeClr>
                  </a:solidFill>
                  <a:effectLst/>
                  <a:uLnTx/>
                  <a:uFillTx/>
                  <a:latin typeface="Arial" panose="020B0604020202020204" pitchFamily="34" charset="0"/>
                  <a:ea typeface="微软雅黑" panose="020B0503020204020204" pitchFamily="34" charset="-122"/>
                  <a:cs typeface="+mn-ea"/>
                  <a:sym typeface="Arial" panose="020B0604020202020204" pitchFamily="34" charset="0"/>
                </a:rPr>
                <a:t>market analysis</a:t>
              </a:r>
              <a:endParaRPr kumimoji="0" lang="en-US" altLang="zh-CN" sz="1600" b="0" i="0" u="none" strike="noStrike" kern="1200" cap="none" spc="0" normalizeH="0" baseline="0" noProof="0" dirty="0">
                <a:ln>
                  <a:noFill/>
                </a:ln>
                <a:solidFill>
                  <a:schemeClr val="bg1">
                    <a:alpha val="60000"/>
                  </a:schemeClr>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grpSp>
          <p:nvGrpSpPr>
            <p:cNvPr id="12299" name="组合 16"/>
            <p:cNvGrpSpPr/>
            <p:nvPr/>
          </p:nvGrpSpPr>
          <p:grpSpPr>
            <a:xfrm>
              <a:off x="594137" y="13052422"/>
              <a:ext cx="23322082" cy="244478"/>
              <a:chOff x="594137" y="13052422"/>
              <a:chExt cx="23322082" cy="244478"/>
            </a:xfrm>
          </p:grpSpPr>
          <p:cxnSp>
            <p:nvCxnSpPr>
              <p:cNvPr id="23" name="直接连接符 22"/>
              <p:cNvCxnSpPr/>
              <p:nvPr/>
            </p:nvCxnSpPr>
            <p:spPr>
              <a:xfrm>
                <a:off x="594137" y="13274675"/>
                <a:ext cx="1044508" cy="0"/>
              </a:xfrm>
              <a:prstGeom prst="line">
                <a:avLst/>
              </a:prstGeom>
              <a:ln w="381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26" name="直角三角形 25"/>
              <p:cNvSpPr/>
              <p:nvPr/>
            </p:nvSpPr>
            <p:spPr>
              <a:xfrm rot="16200000">
                <a:off x="23590793" y="12971474"/>
                <a:ext cx="244478" cy="406374"/>
              </a:xfrm>
              <a:prstGeom prst="rtTriangle">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3600"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4" name="组合 17"/>
            <p:cNvGrpSpPr/>
            <p:nvPr/>
          </p:nvGrpSpPr>
          <p:grpSpPr>
            <a:xfrm>
              <a:off x="482600" y="585000"/>
              <a:ext cx="987545" cy="1231258"/>
              <a:chOff x="7409" y="353"/>
              <a:chExt cx="1374" cy="1582"/>
            </a:xfrm>
            <a:solidFill>
              <a:srgbClr val="1766F3"/>
            </a:solidFill>
          </p:grpSpPr>
          <p:sp>
            <p:nvSpPr>
              <p:cNvPr id="20" name="平行四边形 19"/>
              <p:cNvSpPr/>
              <p:nvPr/>
            </p:nvSpPr>
            <p:spPr>
              <a:xfrm>
                <a:off x="7409" y="353"/>
                <a:ext cx="788" cy="981"/>
              </a:xfrm>
              <a:prstGeom prst="parallelogram">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3600" b="0" i="0" u="none" strike="noStrike" kern="1200" cap="none" spc="0" normalizeH="0" baseline="0" noProof="0">
                  <a:ln>
                    <a:noFill/>
                  </a:ln>
                  <a:solidFill>
                    <a:schemeClr val="lt1"/>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1" name="平行四边形 20"/>
              <p:cNvSpPr/>
              <p:nvPr/>
            </p:nvSpPr>
            <p:spPr>
              <a:xfrm>
                <a:off x="7995" y="955"/>
                <a:ext cx="788" cy="981"/>
              </a:xfrm>
              <a:prstGeom prst="parallelogram">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3600" b="0" i="0" u="none" strike="noStrike" kern="1200" cap="none" spc="0" normalizeH="0" baseline="0" noProof="0">
                  <a:ln>
                    <a:noFill/>
                  </a:ln>
                  <a:solidFill>
                    <a:schemeClr val="lt1"/>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grpSp>
        <p:sp>
          <p:nvSpPr>
            <p:cNvPr id="19" name="文本框 18"/>
            <p:cNvSpPr txBox="1"/>
            <p:nvPr/>
          </p:nvSpPr>
          <p:spPr>
            <a:xfrm>
              <a:off x="1752938" y="549054"/>
              <a:ext cx="4752677" cy="1108093"/>
            </a:xfrm>
            <a:prstGeom prst="rect">
              <a:avLst/>
            </a:prstGeom>
            <a:noFill/>
          </p:spPr>
          <p:txBody>
            <a:bodyPr wrap="none">
              <a:spAutoFit/>
            </a:bodyPr>
            <a:lstStyle/>
            <a:p>
              <a:pPr marR="0" defTabSz="914400" eaLnBrk="1" hangingPunct="1">
                <a:buClrTx/>
                <a:buSzTx/>
                <a:buFontTx/>
                <a:defRPr/>
              </a:pPr>
              <a:r>
                <a:rPr kumimoji="0" lang="zh-CN" altLang="en-US" sz="3000" b="1" kern="1200" cap="none" spc="-150" normalizeH="0" baseline="0" noProof="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一：市场分析</a:t>
              </a:r>
              <a:endParaRPr kumimoji="0" lang="zh-CN" altLang="en-US" sz="3000" b="1" kern="1200" cap="none" spc="-150" normalizeH="0" baseline="0" noProof="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12292" name="iṣļïḋé"/>
          <p:cNvGrpSpPr/>
          <p:nvPr/>
        </p:nvGrpSpPr>
        <p:grpSpPr>
          <a:xfrm>
            <a:off x="2306638" y="1392238"/>
            <a:ext cx="258762" cy="292100"/>
            <a:chOff x="1687513" y="1622425"/>
            <a:chExt cx="314325" cy="355600"/>
          </a:xfrm>
        </p:grpSpPr>
        <p:sp>
          <p:nvSpPr>
            <p:cNvPr id="12296" name="isľiḓè"/>
            <p:cNvSpPr/>
            <p:nvPr/>
          </p:nvSpPr>
          <p:spPr>
            <a:xfrm>
              <a:off x="1687513" y="1622425"/>
              <a:ext cx="314325" cy="355600"/>
            </a:xfrm>
            <a:custGeom>
              <a:avLst/>
              <a:gdLst>
                <a:gd name="txL" fmla="*/ 0 w 233"/>
                <a:gd name="txT" fmla="*/ 0 h 264"/>
                <a:gd name="txR" fmla="*/ 233 w 233"/>
                <a:gd name="txB" fmla="*/ 264 h 264"/>
              </a:gdLst>
              <a:ahLst/>
              <a:cxnLst>
                <a:cxn ang="0">
                  <a:pos x="2147483647" y="2147483647"/>
                </a:cxn>
                <a:cxn ang="0">
                  <a:pos x="2147483647" y="2147483647"/>
                </a:cxn>
                <a:cxn ang="0">
                  <a:pos x="0"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rect l="txL" t="txT" r="txR" b="txB"/>
              <a:pathLst>
                <a:path w="233" h="264">
                  <a:moveTo>
                    <a:pt x="17" y="264"/>
                  </a:moveTo>
                  <a:cubicBezTo>
                    <a:pt x="14" y="264"/>
                    <a:pt x="11" y="263"/>
                    <a:pt x="9" y="262"/>
                  </a:cubicBezTo>
                  <a:cubicBezTo>
                    <a:pt x="3" y="259"/>
                    <a:pt x="0" y="253"/>
                    <a:pt x="0" y="247"/>
                  </a:cubicBezTo>
                  <a:cubicBezTo>
                    <a:pt x="0" y="17"/>
                    <a:pt x="0" y="17"/>
                    <a:pt x="0" y="17"/>
                  </a:cubicBezTo>
                  <a:cubicBezTo>
                    <a:pt x="0" y="11"/>
                    <a:pt x="3" y="6"/>
                    <a:pt x="9" y="3"/>
                  </a:cubicBezTo>
                  <a:cubicBezTo>
                    <a:pt x="14" y="0"/>
                    <a:pt x="20" y="0"/>
                    <a:pt x="25" y="3"/>
                  </a:cubicBezTo>
                  <a:cubicBezTo>
                    <a:pt x="225" y="118"/>
                    <a:pt x="225" y="118"/>
                    <a:pt x="225" y="118"/>
                  </a:cubicBezTo>
                  <a:cubicBezTo>
                    <a:pt x="230" y="121"/>
                    <a:pt x="233" y="126"/>
                    <a:pt x="233" y="132"/>
                  </a:cubicBezTo>
                  <a:cubicBezTo>
                    <a:pt x="233" y="138"/>
                    <a:pt x="230" y="144"/>
                    <a:pt x="225" y="147"/>
                  </a:cubicBezTo>
                  <a:cubicBezTo>
                    <a:pt x="25" y="262"/>
                    <a:pt x="25" y="262"/>
                    <a:pt x="25" y="262"/>
                  </a:cubicBezTo>
                  <a:cubicBezTo>
                    <a:pt x="23" y="263"/>
                    <a:pt x="20" y="264"/>
                    <a:pt x="17" y="264"/>
                  </a:cubicBezTo>
                  <a:close/>
                </a:path>
              </a:pathLst>
            </a:custGeom>
            <a:solidFill>
              <a:srgbClr val="FFFFFF">
                <a:alpha val="100000"/>
              </a:srgbClr>
            </a:solidFill>
            <a:ln w="9525">
              <a:noFill/>
            </a:ln>
          </p:spPr>
          <p:txBody>
            <a:bodyPr/>
            <a:p>
              <a:endParaRPr lang="zh-CN" altLang="en-US"/>
            </a:p>
          </p:txBody>
        </p:sp>
        <p:sp>
          <p:nvSpPr>
            <p:cNvPr id="108" name="ïsļïḓé"/>
            <p:cNvSpPr/>
            <p:nvPr/>
          </p:nvSpPr>
          <p:spPr bwMode="auto">
            <a:xfrm>
              <a:off x="1845640" y="1759640"/>
              <a:ext cx="71349" cy="81170"/>
            </a:xfrm>
            <a:custGeom>
              <a:avLst/>
              <a:gdLst/>
              <a:ahLst/>
              <a:cxnLst>
                <a:cxn ang="0">
                  <a:pos x="0" y="0"/>
                </a:cxn>
                <a:cxn ang="0">
                  <a:pos x="44" y="26"/>
                </a:cxn>
                <a:cxn ang="0">
                  <a:pos x="0" y="52"/>
                </a:cxn>
                <a:cxn ang="0">
                  <a:pos x="0" y="0"/>
                </a:cxn>
              </a:cxnLst>
              <a:rect l="0" t="0" r="r" b="b"/>
              <a:pathLst>
                <a:path w="44" h="52">
                  <a:moveTo>
                    <a:pt x="0" y="0"/>
                  </a:moveTo>
                  <a:lnTo>
                    <a:pt x="44" y="26"/>
                  </a:lnTo>
                  <a:lnTo>
                    <a:pt x="0" y="52"/>
                  </a:lnTo>
                  <a:lnTo>
                    <a:pt x="0" y="0"/>
                  </a:lnTo>
                  <a:close/>
                </a:path>
              </a:pathLst>
            </a:custGeom>
            <a:solidFill>
              <a:schemeClr val="accent4"/>
            </a:solidFill>
            <a:ln w="9525">
              <a:noFill/>
              <a:round/>
            </a:ln>
          </p:spPr>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chemeClr val="tx1"/>
                </a:solidFill>
                <a:effectLst/>
                <a:uLnTx/>
                <a:uFillTx/>
                <a:latin typeface="等线" pitchFamily="2" charset="-122"/>
                <a:ea typeface="等线" pitchFamily="2" charset="-122"/>
                <a:cs typeface="+mn-cs"/>
              </a:endParaRPr>
            </a:p>
          </p:txBody>
        </p:sp>
      </p:grpSp>
      <p:sp>
        <p:nvSpPr>
          <p:cNvPr id="109" name="文本框 108"/>
          <p:cNvSpPr txBox="1"/>
          <p:nvPr/>
        </p:nvSpPr>
        <p:spPr>
          <a:xfrm>
            <a:off x="879475" y="1300163"/>
            <a:ext cx="1416050" cy="461963"/>
          </a:xfrm>
          <a:prstGeom prst="rect">
            <a:avLst/>
          </a:prstGeom>
          <a:noFill/>
        </p:spPr>
        <p:txBody>
          <a:bodyPr wrap="none">
            <a:spAutoFit/>
          </a:bodyPr>
          <a:lstStyle/>
          <a:p>
            <a:pPr marR="0" defTabSz="914400" eaLnBrk="1" hangingPunct="1">
              <a:buClrTx/>
              <a:buSzTx/>
              <a:buFontTx/>
              <a:defRPr/>
            </a:pPr>
            <a:r>
              <a:rPr kumimoji="0" lang="zh-CN" altLang="en-US" sz="2400" b="1" kern="1200" cap="none" spc="0" normalizeH="0" baseline="0" noProof="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搜索趋势</a:t>
            </a:r>
            <a:endParaRPr kumimoji="0" lang="zh-CN" altLang="en-US" sz="2400" b="1" kern="1200" cap="none" spc="0" normalizeH="0" baseline="0" noProof="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pic>
        <p:nvPicPr>
          <p:cNvPr id="2" name="图片 1"/>
          <p:cNvPicPr>
            <a:picLocks noChangeAspect="1"/>
          </p:cNvPicPr>
          <p:nvPr/>
        </p:nvPicPr>
        <p:blipFill>
          <a:blip r:embed="rId1"/>
          <a:stretch>
            <a:fillRect/>
          </a:stretch>
        </p:blipFill>
        <p:spPr>
          <a:xfrm>
            <a:off x="737870" y="1918335"/>
            <a:ext cx="10795635" cy="3996055"/>
          </a:xfrm>
          <a:prstGeom prst="rect">
            <a:avLst/>
          </a:prstGeom>
        </p:spPr>
      </p:pic>
    </p:spTree>
  </p:cSld>
  <p:clrMapOvr>
    <a:masterClrMapping/>
  </p:clrMapOvr>
  <p:transition spd="slow" advTm="3000">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 name="文本框 15"/>
          <p:cNvSpPr txBox="1"/>
          <p:nvPr/>
        </p:nvSpPr>
        <p:spPr>
          <a:xfrm>
            <a:off x="983128" y="746936"/>
            <a:ext cx="1471237" cy="292388"/>
          </a:xfrm>
          <a:prstGeom prst="rect">
            <a:avLst/>
          </a:prstGeom>
          <a:noFill/>
          <a:ln w="12700" cap="flat">
            <a:noFill/>
            <a:miter lim="400000"/>
          </a:ln>
        </p:spPr>
        <p:style>
          <a:lnRef idx="0">
            <a:scrgbClr r="0" g="0" b="0"/>
          </a:lnRef>
          <a:fillRef idx="0">
            <a:scrgbClr r="0" g="0" b="0"/>
          </a:fillRef>
          <a:effectRef idx="0">
            <a:scrgbClr r="0" g="0" b="0"/>
          </a:effectRef>
          <a:fontRef idx="none"/>
        </p:style>
        <p:txBody>
          <a:bodyPr spcFirstLastPara="1" wrap="none" lIns="22860" tIns="22860" rIns="22860" bIns="22860" spcCol="3810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600" b="0" i="0" u="none" strike="noStrike" kern="1200" cap="none" spc="0" normalizeH="0" baseline="0" noProof="0" dirty="0">
                <a:ln>
                  <a:noFill/>
                </a:ln>
                <a:solidFill>
                  <a:schemeClr val="bg1">
                    <a:alpha val="60000"/>
                  </a:schemeClr>
                </a:solidFill>
                <a:effectLst/>
                <a:uLnTx/>
                <a:uFillTx/>
                <a:latin typeface="Arial" panose="020B0604020202020204" pitchFamily="34" charset="0"/>
                <a:ea typeface="微软雅黑" panose="020B0503020204020204" pitchFamily="34" charset="-122"/>
                <a:cs typeface="+mn-ea"/>
                <a:sym typeface="Arial" panose="020B0604020202020204" pitchFamily="34" charset="0"/>
              </a:rPr>
              <a:t>market analysis</a:t>
            </a:r>
            <a:endParaRPr kumimoji="0" lang="en-US" altLang="zh-CN" sz="1600" b="0" i="0" u="none" strike="noStrike" kern="1200" cap="none" spc="0" normalizeH="0" baseline="0" noProof="0" dirty="0">
              <a:ln>
                <a:noFill/>
              </a:ln>
              <a:solidFill>
                <a:schemeClr val="bg1">
                  <a:alpha val="60000"/>
                </a:schemeClr>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grpSp>
        <p:nvGrpSpPr>
          <p:cNvPr id="2" name="组合 17"/>
          <p:cNvGrpSpPr/>
          <p:nvPr/>
        </p:nvGrpSpPr>
        <p:grpSpPr>
          <a:xfrm>
            <a:off x="244476" y="292500"/>
            <a:ext cx="493773" cy="615629"/>
            <a:chOff x="7409" y="353"/>
            <a:chExt cx="1374" cy="1582"/>
          </a:xfrm>
          <a:solidFill>
            <a:srgbClr val="1766F3"/>
          </a:solidFill>
        </p:grpSpPr>
        <p:sp>
          <p:nvSpPr>
            <p:cNvPr id="20" name="平行四边形 19"/>
            <p:cNvSpPr/>
            <p:nvPr/>
          </p:nvSpPr>
          <p:spPr>
            <a:xfrm>
              <a:off x="7409" y="353"/>
              <a:ext cx="788" cy="981"/>
            </a:xfrm>
            <a:prstGeom prst="parallelogram">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3600" b="0" i="0" u="none" strike="noStrike" kern="1200" cap="none" spc="0" normalizeH="0" baseline="0" noProof="0">
                <a:ln>
                  <a:noFill/>
                </a:ln>
                <a:solidFill>
                  <a:schemeClr val="lt1"/>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1" name="平行四边形 20"/>
            <p:cNvSpPr/>
            <p:nvPr/>
          </p:nvSpPr>
          <p:spPr>
            <a:xfrm>
              <a:off x="7995" y="955"/>
              <a:ext cx="788" cy="981"/>
            </a:xfrm>
            <a:prstGeom prst="parallelogram">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3600" b="0" i="0" u="none" strike="noStrike" kern="1200" cap="none" spc="0" normalizeH="0" baseline="0" noProof="0">
                <a:ln>
                  <a:noFill/>
                </a:ln>
                <a:solidFill>
                  <a:schemeClr val="lt1"/>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grpSp>
      <p:sp>
        <p:nvSpPr>
          <p:cNvPr id="19" name="文本框 18"/>
          <p:cNvSpPr txBox="1"/>
          <p:nvPr/>
        </p:nvSpPr>
        <p:spPr>
          <a:xfrm>
            <a:off x="879475" y="274638"/>
            <a:ext cx="2376488" cy="554038"/>
          </a:xfrm>
          <a:prstGeom prst="rect">
            <a:avLst/>
          </a:prstGeom>
          <a:noFill/>
        </p:spPr>
        <p:txBody>
          <a:bodyPr wrap="none">
            <a:spAutoFit/>
          </a:bodyPr>
          <a:lstStyle/>
          <a:p>
            <a:pPr marR="0" defTabSz="914400" eaLnBrk="1" hangingPunct="1">
              <a:buClrTx/>
              <a:buSzTx/>
              <a:buFontTx/>
              <a:defRPr/>
            </a:pPr>
            <a:r>
              <a:rPr kumimoji="0" lang="zh-CN" altLang="en-US" sz="3000" b="1" kern="1200" cap="none" spc="-150" normalizeH="0" baseline="0" noProof="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一：市场分析</a:t>
            </a:r>
            <a:endParaRPr kumimoji="0" lang="zh-CN" altLang="en-US" sz="3000" b="1" kern="1200" cap="none" spc="-150" normalizeH="0" baseline="0" noProof="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nvGrpSpPr>
          <p:cNvPr id="13318" name="Group 24"/>
          <p:cNvGrpSpPr/>
          <p:nvPr/>
        </p:nvGrpSpPr>
        <p:grpSpPr>
          <a:xfrm>
            <a:off x="826770" y="1354138"/>
            <a:ext cx="10436225" cy="4940300"/>
            <a:chOff x="645337" y="5111738"/>
            <a:chExt cx="12104560" cy="6286806"/>
          </a:xfrm>
        </p:grpSpPr>
        <p:pic>
          <p:nvPicPr>
            <p:cNvPr id="13325" name="Picture 25"/>
            <p:cNvPicPr>
              <a:picLocks noChangeAspect="1"/>
            </p:cNvPicPr>
            <p:nvPr/>
          </p:nvPicPr>
          <p:blipFill>
            <a:blip r:embed="rId1"/>
            <a:stretch>
              <a:fillRect/>
            </a:stretch>
          </p:blipFill>
          <p:spPr>
            <a:xfrm>
              <a:off x="645337" y="5111738"/>
              <a:ext cx="12104560" cy="6286806"/>
            </a:xfrm>
            <a:prstGeom prst="rect">
              <a:avLst/>
            </a:prstGeom>
            <a:noFill/>
            <a:ln w="9525">
              <a:noFill/>
            </a:ln>
          </p:spPr>
        </p:pic>
        <p:sp>
          <p:nvSpPr>
            <p:cNvPr id="23" name="Rectangle 26"/>
            <p:cNvSpPr/>
            <p:nvPr/>
          </p:nvSpPr>
          <p:spPr>
            <a:xfrm>
              <a:off x="2644965" y="5400623"/>
              <a:ext cx="8114512" cy="5139343"/>
            </a:xfrm>
            <a:prstGeom prst="rect">
              <a:avLst/>
            </a:prstGeom>
            <a:solidFill>
              <a:srgbClr val="CEC7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900" b="0" i="0" u="none" strike="noStrike" kern="1200" cap="none" spc="0" normalizeH="0" baseline="0" noProof="0">
                <a:ln>
                  <a:noFill/>
                </a:ln>
                <a:solidFill>
                  <a:schemeClr val="lt1"/>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13320" name="iṣļïḋé"/>
          <p:cNvGrpSpPr/>
          <p:nvPr/>
        </p:nvGrpSpPr>
        <p:grpSpPr>
          <a:xfrm>
            <a:off x="1836738" y="1354138"/>
            <a:ext cx="258762" cy="292100"/>
            <a:chOff x="1687513" y="1622425"/>
            <a:chExt cx="314325" cy="355600"/>
          </a:xfrm>
        </p:grpSpPr>
        <p:sp>
          <p:nvSpPr>
            <p:cNvPr id="13323" name="isľiḓè"/>
            <p:cNvSpPr/>
            <p:nvPr/>
          </p:nvSpPr>
          <p:spPr>
            <a:xfrm>
              <a:off x="1687513" y="1622425"/>
              <a:ext cx="314325" cy="355600"/>
            </a:xfrm>
            <a:custGeom>
              <a:avLst/>
              <a:gdLst>
                <a:gd name="txL" fmla="*/ 0 w 233"/>
                <a:gd name="txT" fmla="*/ 0 h 264"/>
                <a:gd name="txR" fmla="*/ 233 w 233"/>
                <a:gd name="txB" fmla="*/ 264 h 264"/>
              </a:gdLst>
              <a:ahLst/>
              <a:cxnLst>
                <a:cxn ang="0">
                  <a:pos x="2147483647" y="2147483647"/>
                </a:cxn>
                <a:cxn ang="0">
                  <a:pos x="2147483647" y="2147483647"/>
                </a:cxn>
                <a:cxn ang="0">
                  <a:pos x="0"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rect l="txL" t="txT" r="txR" b="txB"/>
              <a:pathLst>
                <a:path w="233" h="264">
                  <a:moveTo>
                    <a:pt x="17" y="264"/>
                  </a:moveTo>
                  <a:cubicBezTo>
                    <a:pt x="14" y="264"/>
                    <a:pt x="11" y="263"/>
                    <a:pt x="9" y="262"/>
                  </a:cubicBezTo>
                  <a:cubicBezTo>
                    <a:pt x="3" y="259"/>
                    <a:pt x="0" y="253"/>
                    <a:pt x="0" y="247"/>
                  </a:cubicBezTo>
                  <a:cubicBezTo>
                    <a:pt x="0" y="17"/>
                    <a:pt x="0" y="17"/>
                    <a:pt x="0" y="17"/>
                  </a:cubicBezTo>
                  <a:cubicBezTo>
                    <a:pt x="0" y="11"/>
                    <a:pt x="3" y="6"/>
                    <a:pt x="9" y="3"/>
                  </a:cubicBezTo>
                  <a:cubicBezTo>
                    <a:pt x="14" y="0"/>
                    <a:pt x="20" y="0"/>
                    <a:pt x="25" y="3"/>
                  </a:cubicBezTo>
                  <a:cubicBezTo>
                    <a:pt x="225" y="118"/>
                    <a:pt x="225" y="118"/>
                    <a:pt x="225" y="118"/>
                  </a:cubicBezTo>
                  <a:cubicBezTo>
                    <a:pt x="230" y="121"/>
                    <a:pt x="233" y="126"/>
                    <a:pt x="233" y="132"/>
                  </a:cubicBezTo>
                  <a:cubicBezTo>
                    <a:pt x="233" y="138"/>
                    <a:pt x="230" y="144"/>
                    <a:pt x="225" y="147"/>
                  </a:cubicBezTo>
                  <a:cubicBezTo>
                    <a:pt x="25" y="262"/>
                    <a:pt x="25" y="262"/>
                    <a:pt x="25" y="262"/>
                  </a:cubicBezTo>
                  <a:cubicBezTo>
                    <a:pt x="23" y="263"/>
                    <a:pt x="20" y="264"/>
                    <a:pt x="17" y="264"/>
                  </a:cubicBezTo>
                  <a:close/>
                </a:path>
              </a:pathLst>
            </a:custGeom>
            <a:solidFill>
              <a:srgbClr val="FFFFFF">
                <a:alpha val="100000"/>
              </a:srgbClr>
            </a:solidFill>
            <a:ln w="9525">
              <a:noFill/>
            </a:ln>
          </p:spPr>
          <p:txBody>
            <a:bodyPr/>
            <a:p>
              <a:endParaRPr lang="zh-CN" altLang="en-US"/>
            </a:p>
          </p:txBody>
        </p:sp>
        <p:sp>
          <p:nvSpPr>
            <p:cNvPr id="29" name="ïsļïḓé"/>
            <p:cNvSpPr/>
            <p:nvPr/>
          </p:nvSpPr>
          <p:spPr bwMode="auto">
            <a:xfrm>
              <a:off x="1845640" y="1759640"/>
              <a:ext cx="71349" cy="81170"/>
            </a:xfrm>
            <a:custGeom>
              <a:avLst/>
              <a:gdLst/>
              <a:ahLst/>
              <a:cxnLst>
                <a:cxn ang="0">
                  <a:pos x="0" y="0"/>
                </a:cxn>
                <a:cxn ang="0">
                  <a:pos x="44" y="26"/>
                </a:cxn>
                <a:cxn ang="0">
                  <a:pos x="0" y="52"/>
                </a:cxn>
                <a:cxn ang="0">
                  <a:pos x="0" y="0"/>
                </a:cxn>
              </a:cxnLst>
              <a:rect l="0" t="0" r="r" b="b"/>
              <a:pathLst>
                <a:path w="44" h="52">
                  <a:moveTo>
                    <a:pt x="0" y="0"/>
                  </a:moveTo>
                  <a:lnTo>
                    <a:pt x="44" y="26"/>
                  </a:lnTo>
                  <a:lnTo>
                    <a:pt x="0" y="52"/>
                  </a:lnTo>
                  <a:lnTo>
                    <a:pt x="0" y="0"/>
                  </a:lnTo>
                  <a:close/>
                </a:path>
              </a:pathLst>
            </a:custGeom>
            <a:solidFill>
              <a:schemeClr val="accent4"/>
            </a:solidFill>
            <a:ln w="9525">
              <a:noFill/>
              <a:round/>
            </a:ln>
          </p:spPr>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chemeClr val="tx1"/>
                </a:solidFill>
                <a:effectLst/>
                <a:uLnTx/>
                <a:uFillTx/>
                <a:latin typeface="等线" pitchFamily="2" charset="-122"/>
                <a:ea typeface="等线" pitchFamily="2" charset="-122"/>
                <a:cs typeface="+mn-cs"/>
              </a:endParaRPr>
            </a:p>
          </p:txBody>
        </p:sp>
      </p:grpSp>
      <p:sp>
        <p:nvSpPr>
          <p:cNvPr id="13321" name="TextBox 29"/>
          <p:cNvSpPr txBox="1"/>
          <p:nvPr/>
        </p:nvSpPr>
        <p:spPr>
          <a:xfrm>
            <a:off x="304165" y="1315720"/>
            <a:ext cx="1818005" cy="368300"/>
          </a:xfrm>
          <a:prstGeom prst="rect">
            <a:avLst/>
          </a:prstGeom>
          <a:noFill/>
          <a:ln w="9525">
            <a:noFill/>
          </a:ln>
        </p:spPr>
        <p:txBody>
          <a:bodyPr wrap="square">
            <a:spAutoFit/>
          </a:bodyPr>
          <a:p>
            <a:r>
              <a:rPr lang="zh-CN" altLang="en-US" dirty="0">
                <a:solidFill>
                  <a:srgbClr val="FFFFFF"/>
                </a:solidFill>
                <a:latin typeface="Arial" panose="020B0604020202020204" pitchFamily="34" charset="0"/>
                <a:ea typeface="微软雅黑" panose="020B0503020204020204" pitchFamily="34" charset="-122"/>
                <a:sym typeface="Arial" panose="020B0604020202020204" pitchFamily="34" charset="0"/>
              </a:rPr>
              <a:t>   关键词</a:t>
            </a:r>
            <a:r>
              <a:rPr lang="en-US" altLang="zh-CN" dirty="0">
                <a:solidFill>
                  <a:srgbClr val="FFFFFF"/>
                </a:solidFill>
                <a:latin typeface="Arial" panose="020B0604020202020204" pitchFamily="34" charset="0"/>
                <a:ea typeface="微软雅黑" panose="020B0503020204020204" pitchFamily="34" charset="-122"/>
                <a:sym typeface="Arial" panose="020B0604020202020204" pitchFamily="34" charset="0"/>
              </a:rPr>
              <a:t>bikini</a:t>
            </a:r>
            <a:endParaRPr lang="en-US" altLang="zh-CN" sz="1800" dirty="0">
              <a:solidFill>
                <a:srgbClr val="FFFFFF"/>
              </a:solidFill>
              <a:latin typeface="Arial" panose="020B0604020202020204" pitchFamily="34" charset="0"/>
              <a:ea typeface="微软雅黑" panose="020B0503020204020204" pitchFamily="34" charset="-122"/>
              <a:sym typeface="Arial" panose="020B0604020202020204" pitchFamily="34" charset="0"/>
            </a:endParaRPr>
          </a:p>
        </p:txBody>
      </p:sp>
      <p:pic>
        <p:nvPicPr>
          <p:cNvPr id="3" name="图片 2"/>
          <p:cNvPicPr>
            <a:picLocks noChangeAspect="1"/>
          </p:cNvPicPr>
          <p:nvPr/>
        </p:nvPicPr>
        <p:blipFill>
          <a:blip r:embed="rId2"/>
          <a:stretch>
            <a:fillRect/>
          </a:stretch>
        </p:blipFill>
        <p:spPr>
          <a:xfrm>
            <a:off x="2546350" y="1546225"/>
            <a:ext cx="6996430" cy="4037965"/>
          </a:xfrm>
          <a:prstGeom prst="rect">
            <a:avLst/>
          </a:prstGeom>
        </p:spPr>
      </p:pic>
    </p:spTree>
  </p:cSld>
  <p:clrMapOvr>
    <a:masterClrMapping/>
  </p:clrMapOvr>
  <p:transition spd="slow" advTm="3000">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6387" name="iṣļïḋé"/>
          <p:cNvGrpSpPr/>
          <p:nvPr/>
        </p:nvGrpSpPr>
        <p:grpSpPr>
          <a:xfrm>
            <a:off x="4351338" y="1227138"/>
            <a:ext cx="258762" cy="292100"/>
            <a:chOff x="1687513" y="1622425"/>
            <a:chExt cx="314325" cy="355600"/>
          </a:xfrm>
        </p:grpSpPr>
        <p:sp>
          <p:nvSpPr>
            <p:cNvPr id="16391" name="isľiḓè"/>
            <p:cNvSpPr/>
            <p:nvPr/>
          </p:nvSpPr>
          <p:spPr>
            <a:xfrm>
              <a:off x="1687513" y="1622425"/>
              <a:ext cx="314325" cy="355600"/>
            </a:xfrm>
            <a:custGeom>
              <a:avLst/>
              <a:gdLst>
                <a:gd name="txL" fmla="*/ 0 w 233"/>
                <a:gd name="txT" fmla="*/ 0 h 264"/>
                <a:gd name="txR" fmla="*/ 233 w 233"/>
                <a:gd name="txB" fmla="*/ 264 h 264"/>
              </a:gdLst>
              <a:ahLst/>
              <a:cxnLst>
                <a:cxn ang="0">
                  <a:pos x="2147483647" y="2147483647"/>
                </a:cxn>
                <a:cxn ang="0">
                  <a:pos x="2147483647" y="2147483647"/>
                </a:cxn>
                <a:cxn ang="0">
                  <a:pos x="0"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rect l="txL" t="txT" r="txR" b="txB"/>
              <a:pathLst>
                <a:path w="233" h="264">
                  <a:moveTo>
                    <a:pt x="17" y="264"/>
                  </a:moveTo>
                  <a:cubicBezTo>
                    <a:pt x="14" y="264"/>
                    <a:pt x="11" y="263"/>
                    <a:pt x="9" y="262"/>
                  </a:cubicBezTo>
                  <a:cubicBezTo>
                    <a:pt x="3" y="259"/>
                    <a:pt x="0" y="253"/>
                    <a:pt x="0" y="247"/>
                  </a:cubicBezTo>
                  <a:cubicBezTo>
                    <a:pt x="0" y="17"/>
                    <a:pt x="0" y="17"/>
                    <a:pt x="0" y="17"/>
                  </a:cubicBezTo>
                  <a:cubicBezTo>
                    <a:pt x="0" y="11"/>
                    <a:pt x="3" y="6"/>
                    <a:pt x="9" y="3"/>
                  </a:cubicBezTo>
                  <a:cubicBezTo>
                    <a:pt x="14" y="0"/>
                    <a:pt x="20" y="0"/>
                    <a:pt x="25" y="3"/>
                  </a:cubicBezTo>
                  <a:cubicBezTo>
                    <a:pt x="225" y="118"/>
                    <a:pt x="225" y="118"/>
                    <a:pt x="225" y="118"/>
                  </a:cubicBezTo>
                  <a:cubicBezTo>
                    <a:pt x="230" y="121"/>
                    <a:pt x="233" y="126"/>
                    <a:pt x="233" y="132"/>
                  </a:cubicBezTo>
                  <a:cubicBezTo>
                    <a:pt x="233" y="138"/>
                    <a:pt x="230" y="144"/>
                    <a:pt x="225" y="147"/>
                  </a:cubicBezTo>
                  <a:cubicBezTo>
                    <a:pt x="25" y="262"/>
                    <a:pt x="25" y="262"/>
                    <a:pt x="25" y="262"/>
                  </a:cubicBezTo>
                  <a:cubicBezTo>
                    <a:pt x="23" y="263"/>
                    <a:pt x="20" y="264"/>
                    <a:pt x="17" y="264"/>
                  </a:cubicBezTo>
                  <a:close/>
                </a:path>
              </a:pathLst>
            </a:custGeom>
            <a:solidFill>
              <a:srgbClr val="FFFFFF">
                <a:alpha val="100000"/>
              </a:srgbClr>
            </a:solidFill>
            <a:ln w="9525">
              <a:noFill/>
            </a:ln>
          </p:spPr>
          <p:txBody>
            <a:bodyPr/>
            <a:p>
              <a:endParaRPr lang="zh-CN" altLang="en-US"/>
            </a:p>
          </p:txBody>
        </p:sp>
        <p:sp>
          <p:nvSpPr>
            <p:cNvPr id="108" name="ïsļïḓé"/>
            <p:cNvSpPr/>
            <p:nvPr/>
          </p:nvSpPr>
          <p:spPr bwMode="auto">
            <a:xfrm>
              <a:off x="1845640" y="1759640"/>
              <a:ext cx="71349" cy="81170"/>
            </a:xfrm>
            <a:custGeom>
              <a:avLst/>
              <a:gdLst/>
              <a:ahLst/>
              <a:cxnLst>
                <a:cxn ang="0">
                  <a:pos x="0" y="0"/>
                </a:cxn>
                <a:cxn ang="0">
                  <a:pos x="44" y="26"/>
                </a:cxn>
                <a:cxn ang="0">
                  <a:pos x="0" y="52"/>
                </a:cxn>
                <a:cxn ang="0">
                  <a:pos x="0" y="0"/>
                </a:cxn>
              </a:cxnLst>
              <a:rect l="0" t="0" r="r" b="b"/>
              <a:pathLst>
                <a:path w="44" h="52">
                  <a:moveTo>
                    <a:pt x="0" y="0"/>
                  </a:moveTo>
                  <a:lnTo>
                    <a:pt x="44" y="26"/>
                  </a:lnTo>
                  <a:lnTo>
                    <a:pt x="0" y="52"/>
                  </a:lnTo>
                  <a:lnTo>
                    <a:pt x="0" y="0"/>
                  </a:lnTo>
                  <a:close/>
                </a:path>
              </a:pathLst>
            </a:custGeom>
            <a:solidFill>
              <a:schemeClr val="accent4"/>
            </a:solidFill>
            <a:ln w="9525">
              <a:noFill/>
              <a:round/>
            </a:ln>
          </p:spPr>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chemeClr val="tx1"/>
                </a:solidFill>
                <a:effectLst/>
                <a:uLnTx/>
                <a:uFillTx/>
                <a:latin typeface="等线" pitchFamily="2" charset="-122"/>
                <a:ea typeface="等线" pitchFamily="2" charset="-122"/>
                <a:cs typeface="+mn-cs"/>
              </a:endParaRPr>
            </a:p>
          </p:txBody>
        </p:sp>
      </p:grpSp>
      <p:sp>
        <p:nvSpPr>
          <p:cNvPr id="109" name="文本框 108"/>
          <p:cNvSpPr txBox="1"/>
          <p:nvPr/>
        </p:nvSpPr>
        <p:spPr>
          <a:xfrm>
            <a:off x="498475" y="1122363"/>
            <a:ext cx="3860800" cy="461963"/>
          </a:xfrm>
          <a:prstGeom prst="rect">
            <a:avLst/>
          </a:prstGeom>
          <a:noFill/>
        </p:spPr>
        <p:txBody>
          <a:bodyPr wrap="none">
            <a:spAutoFit/>
          </a:bodyPr>
          <a:lstStyle/>
          <a:p>
            <a:pPr marR="0" defTabSz="914400" eaLnBrk="1" hangingPunct="1">
              <a:buClrTx/>
              <a:buSzTx/>
              <a:buFontTx/>
              <a:defRPr/>
            </a:pPr>
            <a:r>
              <a:rPr kumimoji="0" lang="en-US" altLang="zh-CN" sz="2400" b="1" kern="1200" cap="none" spc="0" normalizeH="0" baseline="0" noProof="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Listing</a:t>
            </a:r>
            <a:r>
              <a:rPr kumimoji="0" lang="zh-CN" altLang="en-US" sz="2400" b="1" kern="1200" cap="none" spc="0" normalizeH="0" baseline="0" noProof="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排名前</a:t>
            </a:r>
            <a:r>
              <a:rPr kumimoji="0" lang="en-US" altLang="zh-CN" sz="2400" b="1" kern="1200" cap="none" spc="0" normalizeH="0" baseline="0" noProof="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100</a:t>
            </a:r>
            <a:r>
              <a:rPr kumimoji="0" lang="zh-CN" altLang="en-US" sz="2400" b="1" kern="1200" cap="none" spc="0" normalizeH="0" baseline="0" noProof="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名的链接</a:t>
            </a:r>
            <a:endParaRPr kumimoji="0" lang="zh-CN" altLang="en-US" sz="2400" b="1" kern="1200" cap="none" spc="0" normalizeH="0" baseline="0" noProof="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pic>
        <p:nvPicPr>
          <p:cNvPr id="2" name="图片 1"/>
          <p:cNvPicPr>
            <a:picLocks noChangeAspect="1"/>
          </p:cNvPicPr>
          <p:nvPr/>
        </p:nvPicPr>
        <p:blipFill>
          <a:blip r:embed="rId1"/>
          <a:stretch>
            <a:fillRect/>
          </a:stretch>
        </p:blipFill>
        <p:spPr>
          <a:xfrm>
            <a:off x="822325" y="1664970"/>
            <a:ext cx="10896600" cy="4731385"/>
          </a:xfrm>
          <a:prstGeom prst="rect">
            <a:avLst/>
          </a:prstGeom>
        </p:spPr>
      </p:pic>
    </p:spTree>
  </p:cSld>
  <p:clrMapOvr>
    <a:masterClrMapping/>
  </p:clrMapOvr>
  <p:transition spd="slow" advTm="3000">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6386" name="组合 13"/>
          <p:cNvGrpSpPr/>
          <p:nvPr/>
        </p:nvGrpSpPr>
        <p:grpSpPr>
          <a:xfrm>
            <a:off x="244266" y="274638"/>
            <a:ext cx="11717546" cy="6373812"/>
            <a:chOff x="482600" y="549054"/>
            <a:chExt cx="23433619" cy="12747846"/>
          </a:xfrm>
        </p:grpSpPr>
        <p:sp>
          <p:nvSpPr>
            <p:cNvPr id="16" name="文本框 15"/>
            <p:cNvSpPr txBox="1"/>
            <p:nvPr/>
          </p:nvSpPr>
          <p:spPr>
            <a:xfrm>
              <a:off x="1959905" y="1493872"/>
              <a:ext cx="2942289" cy="584786"/>
            </a:xfrm>
            <a:prstGeom prst="rect">
              <a:avLst/>
            </a:prstGeom>
            <a:noFill/>
            <a:ln w="12700" cap="flat">
              <a:noFill/>
              <a:miter lim="400000"/>
            </a:ln>
          </p:spPr>
          <p:style>
            <a:lnRef idx="0">
              <a:scrgbClr r="0" g="0" b="0"/>
            </a:lnRef>
            <a:fillRef idx="0">
              <a:scrgbClr r="0" g="0" b="0"/>
            </a:fillRef>
            <a:effectRef idx="0">
              <a:scrgbClr r="0" g="0" b="0"/>
            </a:effectRef>
            <a:fontRef idx="none"/>
          </p:style>
          <p:txBody>
            <a:bodyPr spcFirstLastPara="1" wrap="none" lIns="22860" tIns="22860" rIns="22860" bIns="22860" spcCol="3810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600" b="0" i="0" u="none" strike="noStrike" kern="1200" cap="none" spc="0" normalizeH="0" baseline="0" noProof="0" dirty="0">
                  <a:ln>
                    <a:noFill/>
                  </a:ln>
                  <a:solidFill>
                    <a:schemeClr val="bg1">
                      <a:alpha val="60000"/>
                    </a:schemeClr>
                  </a:solidFill>
                  <a:effectLst/>
                  <a:uLnTx/>
                  <a:uFillTx/>
                  <a:latin typeface="Arial" panose="020B0604020202020204" pitchFamily="34" charset="0"/>
                  <a:ea typeface="微软雅黑" panose="020B0503020204020204" pitchFamily="34" charset="-122"/>
                  <a:cs typeface="+mn-ea"/>
                  <a:sym typeface="Arial" panose="020B0604020202020204" pitchFamily="34" charset="0"/>
                </a:rPr>
                <a:t>market analysis</a:t>
              </a:r>
              <a:endParaRPr kumimoji="0" lang="en-US" altLang="zh-CN" sz="1600" b="0" i="0" u="none" strike="noStrike" kern="1200" cap="none" spc="0" normalizeH="0" baseline="0" noProof="0" dirty="0">
                <a:ln>
                  <a:noFill/>
                </a:ln>
                <a:solidFill>
                  <a:schemeClr val="bg1">
                    <a:alpha val="60000"/>
                  </a:schemeClr>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grpSp>
          <p:nvGrpSpPr>
            <p:cNvPr id="16394" name="组合 16"/>
            <p:cNvGrpSpPr/>
            <p:nvPr/>
          </p:nvGrpSpPr>
          <p:grpSpPr>
            <a:xfrm>
              <a:off x="594137" y="13052422"/>
              <a:ext cx="23322082" cy="244478"/>
              <a:chOff x="594137" y="13052422"/>
              <a:chExt cx="23322082" cy="244478"/>
            </a:xfrm>
          </p:grpSpPr>
          <p:cxnSp>
            <p:nvCxnSpPr>
              <p:cNvPr id="23" name="直接连接符 22"/>
              <p:cNvCxnSpPr/>
              <p:nvPr/>
            </p:nvCxnSpPr>
            <p:spPr>
              <a:xfrm>
                <a:off x="594137" y="13274675"/>
                <a:ext cx="1044508" cy="0"/>
              </a:xfrm>
              <a:prstGeom prst="line">
                <a:avLst/>
              </a:prstGeom>
              <a:ln w="381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26" name="直角三角形 25"/>
              <p:cNvSpPr/>
              <p:nvPr/>
            </p:nvSpPr>
            <p:spPr>
              <a:xfrm rot="16200000">
                <a:off x="23590793" y="12971474"/>
                <a:ext cx="244478" cy="406374"/>
              </a:xfrm>
              <a:prstGeom prst="rtTriangle">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3600"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4" name="组合 17"/>
            <p:cNvGrpSpPr/>
            <p:nvPr/>
          </p:nvGrpSpPr>
          <p:grpSpPr>
            <a:xfrm>
              <a:off x="482600" y="585000"/>
              <a:ext cx="987545" cy="1231258"/>
              <a:chOff x="7409" y="353"/>
              <a:chExt cx="1374" cy="1582"/>
            </a:xfrm>
            <a:solidFill>
              <a:srgbClr val="1766F3"/>
            </a:solidFill>
          </p:grpSpPr>
          <p:sp>
            <p:nvSpPr>
              <p:cNvPr id="20" name="平行四边形 19"/>
              <p:cNvSpPr/>
              <p:nvPr/>
            </p:nvSpPr>
            <p:spPr>
              <a:xfrm>
                <a:off x="7409" y="353"/>
                <a:ext cx="788" cy="981"/>
              </a:xfrm>
              <a:prstGeom prst="parallelogram">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3600" b="0" i="0" u="none" strike="noStrike" kern="1200" cap="none" spc="0" normalizeH="0" baseline="0" noProof="0">
                  <a:ln>
                    <a:noFill/>
                  </a:ln>
                  <a:solidFill>
                    <a:schemeClr val="lt1"/>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1" name="平行四边形 20"/>
              <p:cNvSpPr/>
              <p:nvPr/>
            </p:nvSpPr>
            <p:spPr>
              <a:xfrm>
                <a:off x="7995" y="955"/>
                <a:ext cx="788" cy="981"/>
              </a:xfrm>
              <a:prstGeom prst="parallelogram">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3600" b="0" i="0" u="none" strike="noStrike" kern="1200" cap="none" spc="0" normalizeH="0" baseline="0" noProof="0">
                  <a:ln>
                    <a:noFill/>
                  </a:ln>
                  <a:solidFill>
                    <a:schemeClr val="lt1"/>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grpSp>
        <p:sp>
          <p:nvSpPr>
            <p:cNvPr id="19" name="文本框 18"/>
            <p:cNvSpPr txBox="1"/>
            <p:nvPr/>
          </p:nvSpPr>
          <p:spPr>
            <a:xfrm>
              <a:off x="1752938" y="549054"/>
              <a:ext cx="4755851" cy="1108093"/>
            </a:xfrm>
            <a:prstGeom prst="rect">
              <a:avLst/>
            </a:prstGeom>
            <a:noFill/>
          </p:spPr>
          <p:txBody>
            <a:bodyPr wrap="none">
              <a:spAutoFit/>
            </a:bodyPr>
            <a:lstStyle/>
            <a:p>
              <a:pPr marR="0" defTabSz="914400" eaLnBrk="1" hangingPunct="1">
                <a:buClrTx/>
                <a:buSzTx/>
                <a:buFontTx/>
                <a:defRPr/>
              </a:pPr>
              <a:r>
                <a:rPr kumimoji="0" lang="zh-CN" altLang="en-US" sz="3000" b="1" kern="1200" cap="none" spc="-150" normalizeH="0" baseline="0" noProof="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二：市场分析</a:t>
              </a:r>
              <a:endParaRPr kumimoji="0" lang="zh-CN" altLang="en-US" sz="3000" b="1" kern="1200" cap="none" spc="-150" normalizeH="0" baseline="0" noProof="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16387" name="iṣļïḋé"/>
          <p:cNvGrpSpPr/>
          <p:nvPr/>
        </p:nvGrpSpPr>
        <p:grpSpPr>
          <a:xfrm>
            <a:off x="4351338" y="1227138"/>
            <a:ext cx="258762" cy="292100"/>
            <a:chOff x="1687513" y="1622425"/>
            <a:chExt cx="314325" cy="355600"/>
          </a:xfrm>
        </p:grpSpPr>
        <p:sp>
          <p:nvSpPr>
            <p:cNvPr id="16391" name="isľiḓè"/>
            <p:cNvSpPr/>
            <p:nvPr/>
          </p:nvSpPr>
          <p:spPr>
            <a:xfrm>
              <a:off x="1687513" y="1622425"/>
              <a:ext cx="314325" cy="355600"/>
            </a:xfrm>
            <a:custGeom>
              <a:avLst/>
              <a:gdLst>
                <a:gd name="txL" fmla="*/ 0 w 233"/>
                <a:gd name="txT" fmla="*/ 0 h 264"/>
                <a:gd name="txR" fmla="*/ 233 w 233"/>
                <a:gd name="txB" fmla="*/ 264 h 264"/>
              </a:gdLst>
              <a:ahLst/>
              <a:cxnLst>
                <a:cxn ang="0">
                  <a:pos x="2147483647" y="2147483647"/>
                </a:cxn>
                <a:cxn ang="0">
                  <a:pos x="2147483647" y="2147483647"/>
                </a:cxn>
                <a:cxn ang="0">
                  <a:pos x="0"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rect l="txL" t="txT" r="txR" b="txB"/>
              <a:pathLst>
                <a:path w="233" h="264">
                  <a:moveTo>
                    <a:pt x="17" y="264"/>
                  </a:moveTo>
                  <a:cubicBezTo>
                    <a:pt x="14" y="264"/>
                    <a:pt x="11" y="263"/>
                    <a:pt x="9" y="262"/>
                  </a:cubicBezTo>
                  <a:cubicBezTo>
                    <a:pt x="3" y="259"/>
                    <a:pt x="0" y="253"/>
                    <a:pt x="0" y="247"/>
                  </a:cubicBezTo>
                  <a:cubicBezTo>
                    <a:pt x="0" y="17"/>
                    <a:pt x="0" y="17"/>
                    <a:pt x="0" y="17"/>
                  </a:cubicBezTo>
                  <a:cubicBezTo>
                    <a:pt x="0" y="11"/>
                    <a:pt x="3" y="6"/>
                    <a:pt x="9" y="3"/>
                  </a:cubicBezTo>
                  <a:cubicBezTo>
                    <a:pt x="14" y="0"/>
                    <a:pt x="20" y="0"/>
                    <a:pt x="25" y="3"/>
                  </a:cubicBezTo>
                  <a:cubicBezTo>
                    <a:pt x="225" y="118"/>
                    <a:pt x="225" y="118"/>
                    <a:pt x="225" y="118"/>
                  </a:cubicBezTo>
                  <a:cubicBezTo>
                    <a:pt x="230" y="121"/>
                    <a:pt x="233" y="126"/>
                    <a:pt x="233" y="132"/>
                  </a:cubicBezTo>
                  <a:cubicBezTo>
                    <a:pt x="233" y="138"/>
                    <a:pt x="230" y="144"/>
                    <a:pt x="225" y="147"/>
                  </a:cubicBezTo>
                  <a:cubicBezTo>
                    <a:pt x="25" y="262"/>
                    <a:pt x="25" y="262"/>
                    <a:pt x="25" y="262"/>
                  </a:cubicBezTo>
                  <a:cubicBezTo>
                    <a:pt x="23" y="263"/>
                    <a:pt x="20" y="264"/>
                    <a:pt x="17" y="264"/>
                  </a:cubicBezTo>
                  <a:close/>
                </a:path>
              </a:pathLst>
            </a:custGeom>
            <a:solidFill>
              <a:srgbClr val="FFFFFF">
                <a:alpha val="100000"/>
              </a:srgbClr>
            </a:solidFill>
            <a:ln w="9525">
              <a:noFill/>
            </a:ln>
          </p:spPr>
          <p:txBody>
            <a:bodyPr/>
            <a:p>
              <a:endParaRPr lang="zh-CN" altLang="en-US"/>
            </a:p>
          </p:txBody>
        </p:sp>
        <p:sp>
          <p:nvSpPr>
            <p:cNvPr id="108" name="ïsļïḓé"/>
            <p:cNvSpPr/>
            <p:nvPr/>
          </p:nvSpPr>
          <p:spPr bwMode="auto">
            <a:xfrm>
              <a:off x="1845640" y="1759640"/>
              <a:ext cx="71349" cy="81170"/>
            </a:xfrm>
            <a:custGeom>
              <a:avLst/>
              <a:gdLst/>
              <a:ahLst/>
              <a:cxnLst>
                <a:cxn ang="0">
                  <a:pos x="0" y="0"/>
                </a:cxn>
                <a:cxn ang="0">
                  <a:pos x="44" y="26"/>
                </a:cxn>
                <a:cxn ang="0">
                  <a:pos x="0" y="52"/>
                </a:cxn>
                <a:cxn ang="0">
                  <a:pos x="0" y="0"/>
                </a:cxn>
              </a:cxnLst>
              <a:rect l="0" t="0" r="r" b="b"/>
              <a:pathLst>
                <a:path w="44" h="52">
                  <a:moveTo>
                    <a:pt x="0" y="0"/>
                  </a:moveTo>
                  <a:lnTo>
                    <a:pt x="44" y="26"/>
                  </a:lnTo>
                  <a:lnTo>
                    <a:pt x="0" y="52"/>
                  </a:lnTo>
                  <a:lnTo>
                    <a:pt x="0" y="0"/>
                  </a:lnTo>
                  <a:close/>
                </a:path>
              </a:pathLst>
            </a:custGeom>
            <a:solidFill>
              <a:schemeClr val="accent4"/>
            </a:solidFill>
            <a:ln w="9525">
              <a:noFill/>
              <a:round/>
            </a:ln>
          </p:spPr>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chemeClr val="tx1"/>
                </a:solidFill>
                <a:effectLst/>
                <a:uLnTx/>
                <a:uFillTx/>
                <a:latin typeface="等线" pitchFamily="2" charset="-122"/>
                <a:ea typeface="等线" pitchFamily="2" charset="-122"/>
                <a:cs typeface="+mn-cs"/>
              </a:endParaRPr>
            </a:p>
          </p:txBody>
        </p:sp>
      </p:grpSp>
      <p:sp>
        <p:nvSpPr>
          <p:cNvPr id="109" name="文本框 108"/>
          <p:cNvSpPr txBox="1"/>
          <p:nvPr/>
        </p:nvSpPr>
        <p:spPr>
          <a:xfrm>
            <a:off x="498475" y="1122363"/>
            <a:ext cx="3860800" cy="461963"/>
          </a:xfrm>
          <a:prstGeom prst="rect">
            <a:avLst/>
          </a:prstGeom>
          <a:noFill/>
        </p:spPr>
        <p:txBody>
          <a:bodyPr wrap="none">
            <a:spAutoFit/>
          </a:bodyPr>
          <a:lstStyle/>
          <a:p>
            <a:pPr marR="0" defTabSz="914400" eaLnBrk="1" hangingPunct="1">
              <a:buClrTx/>
              <a:buSzTx/>
              <a:buFontTx/>
              <a:defRPr/>
            </a:pPr>
            <a:r>
              <a:rPr kumimoji="0" lang="en-US" altLang="zh-CN" sz="2400" b="1" kern="1200" cap="none" spc="0" normalizeH="0" baseline="0" noProof="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Listing</a:t>
            </a:r>
            <a:r>
              <a:rPr kumimoji="0" lang="zh-CN" altLang="en-US" sz="2400" b="1" kern="1200" cap="none" spc="0" normalizeH="0" baseline="0" noProof="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排名前</a:t>
            </a:r>
            <a:r>
              <a:rPr kumimoji="0" lang="en-US" altLang="zh-CN" sz="2400" b="1" kern="1200" cap="none" spc="0" normalizeH="0" baseline="0" noProof="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100</a:t>
            </a:r>
            <a:r>
              <a:rPr kumimoji="0" lang="zh-CN" altLang="en-US" sz="2400" b="1" kern="1200" cap="none" spc="0" normalizeH="0" baseline="0" noProof="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名的链接</a:t>
            </a:r>
            <a:endParaRPr kumimoji="0" lang="zh-CN" altLang="en-US" sz="2400" b="1" kern="1200" cap="none" spc="0" normalizeH="0" baseline="0" noProof="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pic>
        <p:nvPicPr>
          <p:cNvPr id="2" name="图片 1"/>
          <p:cNvPicPr>
            <a:picLocks noChangeAspect="1"/>
          </p:cNvPicPr>
          <p:nvPr/>
        </p:nvPicPr>
        <p:blipFill>
          <a:blip r:embed="rId1"/>
          <a:stretch>
            <a:fillRect/>
          </a:stretch>
        </p:blipFill>
        <p:spPr>
          <a:xfrm>
            <a:off x="714375" y="1584325"/>
            <a:ext cx="10932795" cy="4811395"/>
          </a:xfrm>
          <a:prstGeom prst="rect">
            <a:avLst/>
          </a:prstGeom>
        </p:spPr>
      </p:pic>
    </p:spTree>
  </p:cSld>
  <p:clrMapOvr>
    <a:masterClrMapping/>
  </p:clrMapOvr>
  <p:transition spd="slow" advTm="3000">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 name="文本框 35"/>
          <p:cNvSpPr txBox="1"/>
          <p:nvPr/>
        </p:nvSpPr>
        <p:spPr>
          <a:xfrm>
            <a:off x="983128" y="746936"/>
            <a:ext cx="4472058" cy="292388"/>
          </a:xfrm>
          <a:prstGeom prst="rect">
            <a:avLst/>
          </a:prstGeom>
          <a:noFill/>
          <a:ln w="12700" cap="flat">
            <a:noFill/>
            <a:miter lim="400000"/>
          </a:ln>
        </p:spPr>
        <p:style>
          <a:lnRef idx="0">
            <a:scrgbClr r="0" g="0" b="0"/>
          </a:lnRef>
          <a:fillRef idx="0">
            <a:scrgbClr r="0" g="0" b="0"/>
          </a:fillRef>
          <a:effectRef idx="0">
            <a:scrgbClr r="0" g="0" b="0"/>
          </a:effectRef>
          <a:fontRef idx="none"/>
        </p:style>
        <p:txBody>
          <a:bodyPr spcFirstLastPara="1" wrap="none" lIns="22860" tIns="22860" rIns="22860" bIns="22860" spcCol="3810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600" b="0" i="0" u="none" strike="noStrike" kern="1200" cap="none" spc="0" normalizeH="0" baseline="0" noProof="0" dirty="0">
                <a:ln>
                  <a:noFill/>
                </a:ln>
                <a:solidFill>
                  <a:schemeClr val="bg1">
                    <a:alpha val="60000"/>
                  </a:schemeClr>
                </a:solidFill>
                <a:effectLst/>
                <a:uLnTx/>
                <a:uFillTx/>
                <a:latin typeface="Arial" panose="020B0604020202020204" pitchFamily="34" charset="0"/>
                <a:ea typeface="微软雅黑" panose="020B0503020204020204" pitchFamily="34" charset="-122"/>
                <a:cs typeface="+mn-ea"/>
                <a:sym typeface="Arial" panose="020B0604020202020204" pitchFamily="34" charset="0"/>
              </a:rPr>
              <a:t>Notice: Main brands of products sold at present</a:t>
            </a:r>
            <a:endParaRPr kumimoji="0" lang="en-US" altLang="zh-CN" sz="1600" b="0" i="0" u="none" strike="noStrike" kern="1200" cap="none" spc="0" normalizeH="0" baseline="0" noProof="0" dirty="0">
              <a:ln>
                <a:noFill/>
              </a:ln>
              <a:solidFill>
                <a:schemeClr val="bg1">
                  <a:alpha val="60000"/>
                </a:schemeClr>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grpSp>
        <p:nvGrpSpPr>
          <p:cNvPr id="2" name="组合 39"/>
          <p:cNvGrpSpPr/>
          <p:nvPr/>
        </p:nvGrpSpPr>
        <p:grpSpPr>
          <a:xfrm>
            <a:off x="244476" y="292500"/>
            <a:ext cx="493773" cy="615629"/>
            <a:chOff x="7409" y="353"/>
            <a:chExt cx="1374" cy="1582"/>
          </a:xfrm>
          <a:solidFill>
            <a:srgbClr val="1766F3"/>
          </a:solidFill>
        </p:grpSpPr>
        <p:sp>
          <p:nvSpPr>
            <p:cNvPr id="42" name="平行四边形 41"/>
            <p:cNvSpPr/>
            <p:nvPr/>
          </p:nvSpPr>
          <p:spPr>
            <a:xfrm>
              <a:off x="7409" y="353"/>
              <a:ext cx="788" cy="981"/>
            </a:xfrm>
            <a:prstGeom prst="parallelogram">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3600" b="0" i="0" u="none" strike="noStrike" kern="1200" cap="none" spc="0" normalizeH="0" baseline="0" noProof="0">
                <a:ln>
                  <a:noFill/>
                </a:ln>
                <a:solidFill>
                  <a:schemeClr val="lt1"/>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43" name="平行四边形 42"/>
            <p:cNvSpPr/>
            <p:nvPr/>
          </p:nvSpPr>
          <p:spPr>
            <a:xfrm>
              <a:off x="7995" y="955"/>
              <a:ext cx="788" cy="981"/>
            </a:xfrm>
            <a:prstGeom prst="parallelogram">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3600" b="0" i="0" u="none" strike="noStrike" kern="1200" cap="none" spc="0" normalizeH="0" baseline="0" noProof="0">
                <a:ln>
                  <a:noFill/>
                </a:ln>
                <a:solidFill>
                  <a:schemeClr val="lt1"/>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grpSp>
      <p:sp>
        <p:nvSpPr>
          <p:cNvPr id="41" name="文本框 40"/>
          <p:cNvSpPr txBox="1"/>
          <p:nvPr/>
        </p:nvSpPr>
        <p:spPr>
          <a:xfrm>
            <a:off x="879475" y="274638"/>
            <a:ext cx="5300663" cy="554038"/>
          </a:xfrm>
          <a:prstGeom prst="rect">
            <a:avLst/>
          </a:prstGeom>
          <a:noFill/>
        </p:spPr>
        <p:txBody>
          <a:bodyPr wrap="none">
            <a:spAutoFit/>
          </a:bodyPr>
          <a:lstStyle/>
          <a:p>
            <a:pPr marR="0" defTabSz="914400" eaLnBrk="1" hangingPunct="1">
              <a:buClrTx/>
              <a:buSzTx/>
              <a:buFontTx/>
              <a:defRPr/>
            </a:pPr>
            <a:r>
              <a:rPr kumimoji="0" lang="zh-CN" altLang="en-US" sz="3000" b="1" kern="1200" cap="none" spc="-150" normalizeH="0" baseline="0" noProof="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注意：目前销售产品的主要品牌</a:t>
            </a:r>
            <a:endParaRPr kumimoji="0" lang="zh-CN" altLang="en-US" sz="3000" b="1" kern="1200" cap="none" spc="-150" normalizeH="0" baseline="0" noProof="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pic>
        <p:nvPicPr>
          <p:cNvPr id="3" name="图片 2"/>
          <p:cNvPicPr>
            <a:picLocks noChangeAspect="1"/>
          </p:cNvPicPr>
          <p:nvPr/>
        </p:nvPicPr>
        <p:blipFill>
          <a:blip r:embed="rId1"/>
          <a:stretch>
            <a:fillRect/>
          </a:stretch>
        </p:blipFill>
        <p:spPr>
          <a:xfrm>
            <a:off x="635635" y="1139190"/>
            <a:ext cx="10920730" cy="5172075"/>
          </a:xfrm>
          <a:prstGeom prst="rect">
            <a:avLst/>
          </a:prstGeom>
        </p:spPr>
      </p:pic>
    </p:spTree>
  </p:cSld>
  <p:clrMapOvr>
    <a:masterClrMapping/>
  </p:clrMapOvr>
  <p:transition spd="slow" advTm="3000">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 name="文本框 31"/>
          <p:cNvSpPr txBox="1"/>
          <p:nvPr/>
        </p:nvSpPr>
        <p:spPr>
          <a:xfrm>
            <a:off x="2624138" y="1706563"/>
            <a:ext cx="1108075" cy="369888"/>
          </a:xfrm>
          <a:prstGeom prst="rect">
            <a:avLst/>
          </a:prstGeom>
          <a:noFill/>
        </p:spPr>
        <p:txBody>
          <a:bodyPr wrap="none">
            <a:spAutoFit/>
          </a:bodyPr>
          <a:lstStyle/>
          <a:p>
            <a:pPr marR="0" defTabSz="914400" eaLnBrk="1" hangingPunct="1">
              <a:buClrTx/>
              <a:buSzTx/>
              <a:buFontTx/>
              <a:defRPr/>
            </a:pPr>
            <a:r>
              <a:rPr kumimoji="0" lang="zh-CN" altLang="en-US" b="1" kern="1200" cap="none" spc="0" normalizeH="0" baseline="0" noProof="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搜索体量</a:t>
            </a:r>
            <a:endParaRPr kumimoji="0" lang="zh-CN" altLang="en-US" b="1" kern="1200" cap="none" spc="0" normalizeH="0" baseline="0" noProof="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nvGrpSpPr>
          <p:cNvPr id="18438" name="ea2ffbdb-261a-45ac-a742-048fc929126f" descr="本素材由iSlide™ 提供&#13;&#10;iSlide™尊重知识产权并注重保护用户享有的各项权利。郑重提醒您：&#13;&#10;iSlide™插件中提供的任何信息内容的所有权、知识产权归其原始权利人或权利受让人所有，您免费/购买获得的是信息内容的使用权，并受下述条款的约束；&#13;&#10;1. 您仅可以个人非商业用途使用该等信息内容，不可将信息内容的全部或部分用于出售，或以出租、出借、转让、分销、发布等其他任何方式供他人使用；&#13;&#10;2. 禁止在接入互联网或移动互联网的任何网站、平台、应用或程序上以任何方式为他人提供iSlide™插件资源内容的下载。&#13;&#10;The resource is supplied by iSlide™.&#13;&#10;iSlide™ respects all intellectual property rights and protects all the rights its users acquired.Solemnly remind you:&#13;&#10;The ownership and intellectual property of the resources supplied in iSlide Add-in belongs to its owner or the assignee of this ownership.you only acquired the usage of the resources supplied in iSlide Add-in, as well as respected the following restrain terms:&#13;&#10;1.You are only allowed to use such resource for personal and non-commercial aim, not allowed to use such resource or part of it for the sale; or rent, lend, transfer to others; or distribution or release it in any way.&#13;&#10;2.You are not permitted to provide the resource of iSlide Add-in in any website, platform, application access to the Internet or mobile Internet."/>
          <p:cNvGrpSpPr>
            <a:grpSpLocks noChangeAspect="1"/>
          </p:cNvGrpSpPr>
          <p:nvPr/>
        </p:nvGrpSpPr>
        <p:grpSpPr>
          <a:xfrm>
            <a:off x="3275013" y="1828800"/>
            <a:ext cx="3532187" cy="3970338"/>
            <a:chOff x="4179888" y="1301750"/>
            <a:chExt cx="3794125" cy="4264025"/>
          </a:xfrm>
        </p:grpSpPr>
        <p:sp>
          <p:nvSpPr>
            <p:cNvPr id="18450" name="íšḷíḍe"/>
            <p:cNvSpPr/>
            <p:nvPr/>
          </p:nvSpPr>
          <p:spPr>
            <a:xfrm>
              <a:off x="4179888" y="1431925"/>
              <a:ext cx="3794125" cy="4133850"/>
            </a:xfrm>
            <a:custGeom>
              <a:avLst/>
              <a:gdLst>
                <a:gd name="txL" fmla="*/ 0 w 1533"/>
                <a:gd name="txT" fmla="*/ 0 h 1673"/>
                <a:gd name="txR" fmla="*/ 1533 w 1533"/>
                <a:gd name="txB" fmla="*/ 1673 h 1673"/>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rect l="txL" t="txT" r="txR" b="txB"/>
              <a:pathLst>
                <a:path w="1533" h="1673">
                  <a:moveTo>
                    <a:pt x="310" y="179"/>
                  </a:moveTo>
                  <a:cubicBezTo>
                    <a:pt x="244" y="207"/>
                    <a:pt x="182" y="246"/>
                    <a:pt x="141" y="304"/>
                  </a:cubicBezTo>
                  <a:cubicBezTo>
                    <a:pt x="109" y="350"/>
                    <a:pt x="94" y="406"/>
                    <a:pt x="79" y="460"/>
                  </a:cubicBezTo>
                  <a:cubicBezTo>
                    <a:pt x="50" y="566"/>
                    <a:pt x="24" y="677"/>
                    <a:pt x="47" y="784"/>
                  </a:cubicBezTo>
                  <a:cubicBezTo>
                    <a:pt x="65" y="862"/>
                    <a:pt x="109" y="936"/>
                    <a:pt x="105" y="1016"/>
                  </a:cubicBezTo>
                  <a:cubicBezTo>
                    <a:pt x="101" y="1131"/>
                    <a:pt x="0" y="1233"/>
                    <a:pt x="17" y="1347"/>
                  </a:cubicBezTo>
                  <a:cubicBezTo>
                    <a:pt x="34" y="1456"/>
                    <a:pt x="148" y="1518"/>
                    <a:pt x="250" y="1560"/>
                  </a:cubicBezTo>
                  <a:cubicBezTo>
                    <a:pt x="356" y="1605"/>
                    <a:pt x="465" y="1646"/>
                    <a:pt x="579" y="1660"/>
                  </a:cubicBezTo>
                  <a:cubicBezTo>
                    <a:pt x="693" y="1673"/>
                    <a:pt x="814" y="1656"/>
                    <a:pt x="909" y="1591"/>
                  </a:cubicBezTo>
                  <a:cubicBezTo>
                    <a:pt x="1001" y="1528"/>
                    <a:pt x="1060" y="1427"/>
                    <a:pt x="1097" y="1322"/>
                  </a:cubicBezTo>
                  <a:cubicBezTo>
                    <a:pt x="1135" y="1217"/>
                    <a:pt x="1155" y="1107"/>
                    <a:pt x="1187" y="1000"/>
                  </a:cubicBezTo>
                  <a:cubicBezTo>
                    <a:pt x="1202" y="951"/>
                    <a:pt x="1220" y="902"/>
                    <a:pt x="1250" y="860"/>
                  </a:cubicBezTo>
                  <a:cubicBezTo>
                    <a:pt x="1280" y="816"/>
                    <a:pt x="1322" y="782"/>
                    <a:pt x="1359" y="743"/>
                  </a:cubicBezTo>
                  <a:cubicBezTo>
                    <a:pt x="1413" y="687"/>
                    <a:pt x="1458" y="624"/>
                    <a:pt x="1492" y="554"/>
                  </a:cubicBezTo>
                  <a:cubicBezTo>
                    <a:pt x="1515" y="508"/>
                    <a:pt x="1533" y="457"/>
                    <a:pt x="1530" y="405"/>
                  </a:cubicBezTo>
                  <a:cubicBezTo>
                    <a:pt x="1522" y="294"/>
                    <a:pt x="1422" y="214"/>
                    <a:pt x="1323" y="164"/>
                  </a:cubicBezTo>
                  <a:cubicBezTo>
                    <a:pt x="999" y="0"/>
                    <a:pt x="637" y="38"/>
                    <a:pt x="310" y="179"/>
                  </a:cubicBezTo>
                </a:path>
              </a:pathLst>
            </a:custGeom>
            <a:solidFill>
              <a:srgbClr val="68A4FD">
                <a:alpha val="20000"/>
              </a:srgbClr>
            </a:solidFill>
            <a:ln w="9525">
              <a:noFill/>
            </a:ln>
          </p:spPr>
          <p:txBody>
            <a:bodyPr/>
            <a:p>
              <a:endParaRPr lang="zh-CN" altLang="en-US"/>
            </a:p>
          </p:txBody>
        </p:sp>
        <p:sp>
          <p:nvSpPr>
            <p:cNvPr id="18451" name="iṧļîḋé"/>
            <p:cNvSpPr/>
            <p:nvPr/>
          </p:nvSpPr>
          <p:spPr>
            <a:xfrm>
              <a:off x="5030788" y="2636838"/>
              <a:ext cx="484188" cy="220663"/>
            </a:xfrm>
            <a:custGeom>
              <a:avLst/>
              <a:gdLst>
                <a:gd name="txL" fmla="*/ 0 w 196"/>
                <a:gd name="txT" fmla="*/ 0 h 89"/>
                <a:gd name="txR" fmla="*/ 196 w 196"/>
                <a:gd name="txB" fmla="*/ 89 h 89"/>
              </a:gdLst>
              <a:ahLst/>
              <a:cxnLst>
                <a:cxn ang="0">
                  <a:pos x="2147483647"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rect l="txL" t="txT" r="txR" b="txB"/>
              <a:pathLst>
                <a:path w="196" h="89">
                  <a:moveTo>
                    <a:pt x="43" y="30"/>
                  </a:moveTo>
                  <a:cubicBezTo>
                    <a:pt x="23" y="40"/>
                    <a:pt x="8" y="57"/>
                    <a:pt x="0" y="77"/>
                  </a:cubicBezTo>
                  <a:cubicBezTo>
                    <a:pt x="37" y="88"/>
                    <a:pt x="37" y="88"/>
                    <a:pt x="37" y="88"/>
                  </a:cubicBezTo>
                  <a:cubicBezTo>
                    <a:pt x="40" y="89"/>
                    <a:pt x="42" y="89"/>
                    <a:pt x="45" y="89"/>
                  </a:cubicBezTo>
                  <a:cubicBezTo>
                    <a:pt x="49" y="88"/>
                    <a:pt x="52" y="86"/>
                    <a:pt x="55" y="83"/>
                  </a:cubicBezTo>
                  <a:cubicBezTo>
                    <a:pt x="83" y="60"/>
                    <a:pt x="119" y="50"/>
                    <a:pt x="153" y="40"/>
                  </a:cubicBezTo>
                  <a:cubicBezTo>
                    <a:pt x="193" y="29"/>
                    <a:pt x="196" y="0"/>
                    <a:pt x="151" y="11"/>
                  </a:cubicBezTo>
                  <a:cubicBezTo>
                    <a:pt x="116" y="19"/>
                    <a:pt x="76" y="14"/>
                    <a:pt x="43" y="30"/>
                  </a:cubicBezTo>
                  <a:close/>
                </a:path>
              </a:pathLst>
            </a:custGeom>
            <a:solidFill>
              <a:srgbClr val="68A4FD">
                <a:alpha val="100000"/>
              </a:srgbClr>
            </a:solidFill>
            <a:ln w="9525">
              <a:noFill/>
            </a:ln>
          </p:spPr>
          <p:txBody>
            <a:bodyPr/>
            <a:p>
              <a:endParaRPr lang="zh-CN" altLang="en-US"/>
            </a:p>
          </p:txBody>
        </p:sp>
        <p:sp>
          <p:nvSpPr>
            <p:cNvPr id="18452" name="îšḷîḑè"/>
            <p:cNvSpPr/>
            <p:nvPr/>
          </p:nvSpPr>
          <p:spPr>
            <a:xfrm>
              <a:off x="5111751" y="2605088"/>
              <a:ext cx="309563" cy="896938"/>
            </a:xfrm>
            <a:custGeom>
              <a:avLst/>
              <a:gdLst>
                <a:gd name="txL" fmla="*/ 0 w 125"/>
                <a:gd name="txT" fmla="*/ 0 h 363"/>
                <a:gd name="txR" fmla="*/ 125 w 125"/>
                <a:gd name="txB" fmla="*/ 363 h 363"/>
              </a:gdLst>
              <a:ahLst/>
              <a:cxnLst>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rect l="txL" t="txT" r="txR" b="txB"/>
              <a:pathLst>
                <a:path w="125" h="363">
                  <a:moveTo>
                    <a:pt x="125" y="0"/>
                  </a:moveTo>
                  <a:cubicBezTo>
                    <a:pt x="90" y="45"/>
                    <a:pt x="65" y="96"/>
                    <a:pt x="39" y="146"/>
                  </a:cubicBezTo>
                  <a:cubicBezTo>
                    <a:pt x="30" y="162"/>
                    <a:pt x="22" y="180"/>
                    <a:pt x="16" y="197"/>
                  </a:cubicBezTo>
                  <a:cubicBezTo>
                    <a:pt x="1" y="242"/>
                    <a:pt x="0" y="297"/>
                    <a:pt x="2" y="344"/>
                  </a:cubicBezTo>
                  <a:cubicBezTo>
                    <a:pt x="3" y="352"/>
                    <a:pt x="7" y="353"/>
                    <a:pt x="13" y="357"/>
                  </a:cubicBezTo>
                  <a:cubicBezTo>
                    <a:pt x="21" y="363"/>
                    <a:pt x="33" y="359"/>
                    <a:pt x="38" y="351"/>
                  </a:cubicBezTo>
                  <a:cubicBezTo>
                    <a:pt x="44" y="343"/>
                    <a:pt x="45" y="333"/>
                    <a:pt x="46" y="323"/>
                  </a:cubicBezTo>
                  <a:cubicBezTo>
                    <a:pt x="51" y="293"/>
                    <a:pt x="62" y="264"/>
                    <a:pt x="79" y="238"/>
                  </a:cubicBezTo>
                  <a:cubicBezTo>
                    <a:pt x="84" y="230"/>
                    <a:pt x="90" y="222"/>
                    <a:pt x="92" y="213"/>
                  </a:cubicBezTo>
                  <a:cubicBezTo>
                    <a:pt x="94" y="205"/>
                    <a:pt x="109" y="159"/>
                    <a:pt x="108" y="151"/>
                  </a:cubicBezTo>
                  <a:cubicBezTo>
                    <a:pt x="103" y="95"/>
                    <a:pt x="93" y="77"/>
                    <a:pt x="110" y="25"/>
                  </a:cubicBezTo>
                </a:path>
              </a:pathLst>
            </a:custGeom>
            <a:solidFill>
              <a:srgbClr val="FFFFFF">
                <a:alpha val="100000"/>
              </a:srgbClr>
            </a:solidFill>
            <a:ln w="9525">
              <a:noFill/>
            </a:ln>
          </p:spPr>
          <p:txBody>
            <a:bodyPr/>
            <a:p>
              <a:endParaRPr lang="zh-CN" altLang="en-US"/>
            </a:p>
          </p:txBody>
        </p:sp>
        <p:sp>
          <p:nvSpPr>
            <p:cNvPr id="53" name="ïś1ïḍé"/>
            <p:cNvSpPr/>
            <p:nvPr/>
          </p:nvSpPr>
          <p:spPr bwMode="auto">
            <a:xfrm>
              <a:off x="5115720" y="2605088"/>
              <a:ext cx="309563" cy="896938"/>
            </a:xfrm>
            <a:custGeom>
              <a:avLst/>
              <a:gdLst>
                <a:gd name="T0" fmla="*/ 125 w 125"/>
                <a:gd name="T1" fmla="*/ 0 h 363"/>
                <a:gd name="T2" fmla="*/ 39 w 125"/>
                <a:gd name="T3" fmla="*/ 146 h 363"/>
                <a:gd name="T4" fmla="*/ 16 w 125"/>
                <a:gd name="T5" fmla="*/ 197 h 363"/>
                <a:gd name="T6" fmla="*/ 2 w 125"/>
                <a:gd name="T7" fmla="*/ 344 h 363"/>
                <a:gd name="T8" fmla="*/ 13 w 125"/>
                <a:gd name="T9" fmla="*/ 357 h 363"/>
                <a:gd name="T10" fmla="*/ 38 w 125"/>
                <a:gd name="T11" fmla="*/ 351 h 363"/>
                <a:gd name="T12" fmla="*/ 46 w 125"/>
                <a:gd name="T13" fmla="*/ 323 h 363"/>
                <a:gd name="T14" fmla="*/ 79 w 125"/>
                <a:gd name="T15" fmla="*/ 238 h 363"/>
                <a:gd name="T16" fmla="*/ 92 w 125"/>
                <a:gd name="T17" fmla="*/ 213 h 363"/>
                <a:gd name="T18" fmla="*/ 108 w 125"/>
                <a:gd name="T19" fmla="*/ 151 h 363"/>
                <a:gd name="T20" fmla="*/ 110 w 125"/>
                <a:gd name="T21" fmla="*/ 25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5" h="363">
                  <a:moveTo>
                    <a:pt x="125" y="0"/>
                  </a:moveTo>
                  <a:cubicBezTo>
                    <a:pt x="90" y="45"/>
                    <a:pt x="65" y="96"/>
                    <a:pt x="39" y="146"/>
                  </a:cubicBezTo>
                  <a:cubicBezTo>
                    <a:pt x="30" y="162"/>
                    <a:pt x="22" y="180"/>
                    <a:pt x="16" y="197"/>
                  </a:cubicBezTo>
                  <a:cubicBezTo>
                    <a:pt x="1" y="242"/>
                    <a:pt x="0" y="297"/>
                    <a:pt x="2" y="344"/>
                  </a:cubicBezTo>
                  <a:cubicBezTo>
                    <a:pt x="3" y="352"/>
                    <a:pt x="7" y="353"/>
                    <a:pt x="13" y="357"/>
                  </a:cubicBezTo>
                  <a:cubicBezTo>
                    <a:pt x="21" y="363"/>
                    <a:pt x="33" y="359"/>
                    <a:pt x="38" y="351"/>
                  </a:cubicBezTo>
                  <a:cubicBezTo>
                    <a:pt x="44" y="343"/>
                    <a:pt x="45" y="333"/>
                    <a:pt x="46" y="323"/>
                  </a:cubicBezTo>
                  <a:cubicBezTo>
                    <a:pt x="51" y="293"/>
                    <a:pt x="62" y="264"/>
                    <a:pt x="79" y="238"/>
                  </a:cubicBezTo>
                  <a:cubicBezTo>
                    <a:pt x="84" y="230"/>
                    <a:pt x="90" y="222"/>
                    <a:pt x="92" y="213"/>
                  </a:cubicBezTo>
                  <a:cubicBezTo>
                    <a:pt x="94" y="205"/>
                    <a:pt x="109" y="159"/>
                    <a:pt x="108" y="151"/>
                  </a:cubicBezTo>
                  <a:cubicBezTo>
                    <a:pt x="103" y="95"/>
                    <a:pt x="93" y="77"/>
                    <a:pt x="110" y="25"/>
                  </a:cubicBezTo>
                </a:path>
              </a:pathLst>
            </a:custGeom>
            <a:gradFill>
              <a:gsLst>
                <a:gs pos="3000">
                  <a:schemeClr val="tx1">
                    <a:alpha val="5000"/>
                  </a:schemeClr>
                </a:gs>
                <a:gs pos="100000">
                  <a:schemeClr val="bg1">
                    <a:alpha val="0"/>
                  </a:schemeClr>
                </a:gs>
              </a:gsLst>
              <a:lin ang="10800000" scaled="0"/>
            </a:gradFill>
            <a:ln>
              <a:noFill/>
            </a:ln>
          </p:spPr>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chemeClr val="tx1"/>
                </a:solidFill>
                <a:effectLst/>
                <a:uLnTx/>
                <a:uFillTx/>
                <a:latin typeface="等线" pitchFamily="2" charset="-122"/>
                <a:ea typeface="等线" pitchFamily="2" charset="-122"/>
                <a:cs typeface="+mn-cs"/>
              </a:endParaRPr>
            </a:p>
          </p:txBody>
        </p:sp>
        <p:sp>
          <p:nvSpPr>
            <p:cNvPr id="18456" name="i$ḻîḑê"/>
            <p:cNvSpPr/>
            <p:nvPr/>
          </p:nvSpPr>
          <p:spPr>
            <a:xfrm>
              <a:off x="4862513" y="3533775"/>
              <a:ext cx="531813" cy="527050"/>
            </a:xfrm>
            <a:custGeom>
              <a:avLst/>
              <a:gdLst>
                <a:gd name="txL" fmla="*/ 0 w 215"/>
                <a:gd name="txT" fmla="*/ 0 h 213"/>
                <a:gd name="txR" fmla="*/ 215 w 215"/>
                <a:gd name="txB" fmla="*/ 213 h 213"/>
              </a:gdLst>
              <a:ahLst/>
              <a:cxnLst>
                <a:cxn ang="0">
                  <a:pos x="2147483647" y="2147483647"/>
                </a:cxn>
                <a:cxn ang="0">
                  <a:pos x="2147483647" y="2147483647"/>
                </a:cxn>
                <a:cxn ang="0">
                  <a:pos x="2147483647"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rect l="txL" t="txT" r="txR" b="txB"/>
              <a:pathLst>
                <a:path w="215" h="213">
                  <a:moveTo>
                    <a:pt x="48" y="41"/>
                  </a:moveTo>
                  <a:cubicBezTo>
                    <a:pt x="37" y="45"/>
                    <a:pt x="28" y="51"/>
                    <a:pt x="20" y="59"/>
                  </a:cubicBezTo>
                  <a:cubicBezTo>
                    <a:pt x="10" y="71"/>
                    <a:pt x="7" y="87"/>
                    <a:pt x="5" y="102"/>
                  </a:cubicBezTo>
                  <a:cubicBezTo>
                    <a:pt x="2" y="121"/>
                    <a:pt x="1" y="139"/>
                    <a:pt x="0" y="158"/>
                  </a:cubicBezTo>
                  <a:cubicBezTo>
                    <a:pt x="0" y="172"/>
                    <a:pt x="0" y="187"/>
                    <a:pt x="9" y="198"/>
                  </a:cubicBezTo>
                  <a:cubicBezTo>
                    <a:pt x="17" y="209"/>
                    <a:pt x="31" y="213"/>
                    <a:pt x="43" y="213"/>
                  </a:cubicBezTo>
                  <a:cubicBezTo>
                    <a:pt x="56" y="213"/>
                    <a:pt x="69" y="211"/>
                    <a:pt x="81" y="207"/>
                  </a:cubicBezTo>
                  <a:cubicBezTo>
                    <a:pt x="181" y="179"/>
                    <a:pt x="181" y="179"/>
                    <a:pt x="181" y="179"/>
                  </a:cubicBezTo>
                  <a:cubicBezTo>
                    <a:pt x="192" y="176"/>
                    <a:pt x="204" y="172"/>
                    <a:pt x="210" y="162"/>
                  </a:cubicBezTo>
                  <a:cubicBezTo>
                    <a:pt x="215" y="155"/>
                    <a:pt x="215" y="145"/>
                    <a:pt x="215" y="137"/>
                  </a:cubicBezTo>
                  <a:cubicBezTo>
                    <a:pt x="215" y="105"/>
                    <a:pt x="215" y="82"/>
                    <a:pt x="212" y="51"/>
                  </a:cubicBezTo>
                  <a:cubicBezTo>
                    <a:pt x="210" y="32"/>
                    <a:pt x="197" y="12"/>
                    <a:pt x="178" y="8"/>
                  </a:cubicBezTo>
                  <a:cubicBezTo>
                    <a:pt x="137" y="0"/>
                    <a:pt x="83" y="24"/>
                    <a:pt x="48" y="41"/>
                  </a:cubicBezTo>
                  <a:close/>
                </a:path>
              </a:pathLst>
            </a:custGeom>
            <a:solidFill>
              <a:srgbClr val="606161">
                <a:alpha val="100000"/>
              </a:srgbClr>
            </a:solidFill>
            <a:ln w="9525">
              <a:noFill/>
            </a:ln>
          </p:spPr>
          <p:txBody>
            <a:bodyPr/>
            <a:p>
              <a:endParaRPr lang="zh-CN" altLang="en-US"/>
            </a:p>
          </p:txBody>
        </p:sp>
        <p:sp>
          <p:nvSpPr>
            <p:cNvPr id="18457" name="íŝľïḑê"/>
            <p:cNvSpPr/>
            <p:nvPr/>
          </p:nvSpPr>
          <p:spPr>
            <a:xfrm>
              <a:off x="4946651" y="3605213"/>
              <a:ext cx="450850" cy="439738"/>
            </a:xfrm>
            <a:custGeom>
              <a:avLst/>
              <a:gdLst>
                <a:gd name="txL" fmla="*/ 0 w 182"/>
                <a:gd name="txT" fmla="*/ 0 h 178"/>
                <a:gd name="txR" fmla="*/ 182 w 182"/>
                <a:gd name="txB" fmla="*/ 178 h 178"/>
              </a:gdLst>
              <a:ahLst/>
              <a:cxnLst>
                <a:cxn ang="0">
                  <a:pos x="2147483647" y="2147483647"/>
                </a:cxn>
                <a:cxn ang="0">
                  <a:pos x="2147483647" y="2147483647"/>
                </a:cxn>
                <a:cxn ang="0">
                  <a:pos x="2147483647"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rect l="txL" t="txT" r="txR" b="txB"/>
              <a:pathLst>
                <a:path w="182" h="178">
                  <a:moveTo>
                    <a:pt x="40" y="36"/>
                  </a:moveTo>
                  <a:cubicBezTo>
                    <a:pt x="31" y="39"/>
                    <a:pt x="23" y="44"/>
                    <a:pt x="17" y="51"/>
                  </a:cubicBezTo>
                  <a:cubicBezTo>
                    <a:pt x="8" y="61"/>
                    <a:pt x="6" y="74"/>
                    <a:pt x="4" y="86"/>
                  </a:cubicBezTo>
                  <a:cubicBezTo>
                    <a:pt x="2" y="101"/>
                    <a:pt x="0" y="117"/>
                    <a:pt x="0" y="132"/>
                  </a:cubicBezTo>
                  <a:cubicBezTo>
                    <a:pt x="0" y="144"/>
                    <a:pt x="0" y="156"/>
                    <a:pt x="8" y="165"/>
                  </a:cubicBezTo>
                  <a:cubicBezTo>
                    <a:pt x="15" y="174"/>
                    <a:pt x="25" y="178"/>
                    <a:pt x="36" y="178"/>
                  </a:cubicBezTo>
                  <a:cubicBezTo>
                    <a:pt x="47" y="177"/>
                    <a:pt x="58" y="176"/>
                    <a:pt x="68" y="172"/>
                  </a:cubicBezTo>
                  <a:cubicBezTo>
                    <a:pt x="153" y="149"/>
                    <a:pt x="153" y="149"/>
                    <a:pt x="153" y="149"/>
                  </a:cubicBezTo>
                  <a:cubicBezTo>
                    <a:pt x="162" y="147"/>
                    <a:pt x="172" y="143"/>
                    <a:pt x="177" y="135"/>
                  </a:cubicBezTo>
                  <a:cubicBezTo>
                    <a:pt x="181" y="129"/>
                    <a:pt x="181" y="122"/>
                    <a:pt x="181" y="114"/>
                  </a:cubicBezTo>
                  <a:cubicBezTo>
                    <a:pt x="181" y="89"/>
                    <a:pt x="182" y="62"/>
                    <a:pt x="179" y="36"/>
                  </a:cubicBezTo>
                  <a:cubicBezTo>
                    <a:pt x="178" y="21"/>
                    <a:pt x="172" y="10"/>
                    <a:pt x="156" y="6"/>
                  </a:cubicBezTo>
                  <a:cubicBezTo>
                    <a:pt x="121" y="0"/>
                    <a:pt x="70" y="22"/>
                    <a:pt x="40" y="36"/>
                  </a:cubicBezTo>
                  <a:close/>
                </a:path>
              </a:pathLst>
            </a:custGeom>
            <a:solidFill>
              <a:srgbClr val="606161">
                <a:alpha val="100000"/>
              </a:srgbClr>
            </a:solidFill>
            <a:ln w="9525">
              <a:noFill/>
            </a:ln>
          </p:spPr>
          <p:txBody>
            <a:bodyPr/>
            <a:p>
              <a:endParaRPr lang="zh-CN" altLang="en-US"/>
            </a:p>
          </p:txBody>
        </p:sp>
        <p:sp>
          <p:nvSpPr>
            <p:cNvPr id="18458" name="îsḻïďê"/>
            <p:cNvSpPr/>
            <p:nvPr/>
          </p:nvSpPr>
          <p:spPr>
            <a:xfrm>
              <a:off x="4946651" y="3605213"/>
              <a:ext cx="450850" cy="439738"/>
            </a:xfrm>
            <a:custGeom>
              <a:avLst/>
              <a:gdLst>
                <a:gd name="txL" fmla="*/ 0 w 182"/>
                <a:gd name="txT" fmla="*/ 0 h 178"/>
                <a:gd name="txR" fmla="*/ 182 w 182"/>
                <a:gd name="txB" fmla="*/ 178 h 178"/>
              </a:gdLst>
              <a:ahLst/>
              <a:cxnLst>
                <a:cxn ang="0">
                  <a:pos x="2147483647" y="2147483647"/>
                </a:cxn>
                <a:cxn ang="0">
                  <a:pos x="2147483647" y="2147483647"/>
                </a:cxn>
                <a:cxn ang="0">
                  <a:pos x="2147483647"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rect l="txL" t="txT" r="txR" b="txB"/>
              <a:pathLst>
                <a:path w="182" h="178">
                  <a:moveTo>
                    <a:pt x="40" y="36"/>
                  </a:moveTo>
                  <a:cubicBezTo>
                    <a:pt x="31" y="39"/>
                    <a:pt x="23" y="44"/>
                    <a:pt x="17" y="51"/>
                  </a:cubicBezTo>
                  <a:cubicBezTo>
                    <a:pt x="8" y="61"/>
                    <a:pt x="6" y="74"/>
                    <a:pt x="4" y="86"/>
                  </a:cubicBezTo>
                  <a:cubicBezTo>
                    <a:pt x="2" y="101"/>
                    <a:pt x="0" y="117"/>
                    <a:pt x="0" y="132"/>
                  </a:cubicBezTo>
                  <a:cubicBezTo>
                    <a:pt x="0" y="144"/>
                    <a:pt x="0" y="156"/>
                    <a:pt x="8" y="165"/>
                  </a:cubicBezTo>
                  <a:cubicBezTo>
                    <a:pt x="15" y="174"/>
                    <a:pt x="25" y="178"/>
                    <a:pt x="36" y="178"/>
                  </a:cubicBezTo>
                  <a:cubicBezTo>
                    <a:pt x="47" y="177"/>
                    <a:pt x="58" y="176"/>
                    <a:pt x="68" y="172"/>
                  </a:cubicBezTo>
                  <a:cubicBezTo>
                    <a:pt x="153" y="149"/>
                    <a:pt x="153" y="149"/>
                    <a:pt x="153" y="149"/>
                  </a:cubicBezTo>
                  <a:cubicBezTo>
                    <a:pt x="162" y="147"/>
                    <a:pt x="172" y="143"/>
                    <a:pt x="177" y="135"/>
                  </a:cubicBezTo>
                  <a:cubicBezTo>
                    <a:pt x="181" y="129"/>
                    <a:pt x="181" y="122"/>
                    <a:pt x="181" y="114"/>
                  </a:cubicBezTo>
                  <a:cubicBezTo>
                    <a:pt x="181" y="89"/>
                    <a:pt x="182" y="62"/>
                    <a:pt x="179" y="36"/>
                  </a:cubicBezTo>
                  <a:cubicBezTo>
                    <a:pt x="178" y="21"/>
                    <a:pt x="172" y="10"/>
                    <a:pt x="156" y="6"/>
                  </a:cubicBezTo>
                  <a:cubicBezTo>
                    <a:pt x="121" y="0"/>
                    <a:pt x="70" y="22"/>
                    <a:pt x="40" y="36"/>
                  </a:cubicBezTo>
                  <a:close/>
                </a:path>
              </a:pathLst>
            </a:custGeom>
            <a:gradFill rotWithShape="0">
              <a:gsLst>
                <a:gs pos="0">
                  <a:schemeClr val="tx1">
                    <a:alpha val="39998"/>
                  </a:schemeClr>
                </a:gs>
                <a:gs pos="100000">
                  <a:schemeClr val="tx1">
                    <a:alpha val="0"/>
                  </a:schemeClr>
                </a:gs>
              </a:gsLst>
              <a:lin ang="10800000"/>
              <a:tileRect/>
            </a:gradFill>
            <a:ln w="9525">
              <a:noFill/>
            </a:ln>
          </p:spPr>
          <p:txBody>
            <a:bodyPr/>
            <a:p>
              <a:endParaRPr lang="zh-CN" altLang="en-US"/>
            </a:p>
          </p:txBody>
        </p:sp>
        <p:sp>
          <p:nvSpPr>
            <p:cNvPr id="18459" name="ïšliḋé"/>
            <p:cNvSpPr/>
            <p:nvPr/>
          </p:nvSpPr>
          <p:spPr>
            <a:xfrm>
              <a:off x="5829301" y="1301750"/>
              <a:ext cx="438150" cy="4249738"/>
            </a:xfrm>
            <a:custGeom>
              <a:avLst/>
              <a:gdLst>
                <a:gd name="txL" fmla="*/ 0 w 276"/>
                <a:gd name="txT" fmla="*/ 0 h 2677"/>
                <a:gd name="txR" fmla="*/ 276 w 276"/>
                <a:gd name="txB" fmla="*/ 2677 h 2677"/>
              </a:gdLst>
              <a:ahLst/>
              <a:cxnLst>
                <a:cxn ang="0">
                  <a:pos x="2147483647" y="2147483647"/>
                </a:cxn>
                <a:cxn ang="0">
                  <a:pos x="2147483647" y="0"/>
                </a:cxn>
                <a:cxn ang="0">
                  <a:pos x="0"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rect l="txL" t="txT" r="txR" b="txB"/>
              <a:pathLst>
                <a:path w="276" h="2677">
                  <a:moveTo>
                    <a:pt x="244" y="0"/>
                  </a:moveTo>
                  <a:lnTo>
                    <a:pt x="244" y="139"/>
                  </a:lnTo>
                  <a:lnTo>
                    <a:pt x="33" y="139"/>
                  </a:lnTo>
                  <a:lnTo>
                    <a:pt x="33" y="0"/>
                  </a:lnTo>
                  <a:lnTo>
                    <a:pt x="0" y="0"/>
                  </a:lnTo>
                  <a:lnTo>
                    <a:pt x="0" y="2677"/>
                  </a:lnTo>
                  <a:lnTo>
                    <a:pt x="33" y="2677"/>
                  </a:lnTo>
                  <a:lnTo>
                    <a:pt x="33" y="2560"/>
                  </a:lnTo>
                  <a:lnTo>
                    <a:pt x="244" y="2560"/>
                  </a:lnTo>
                  <a:lnTo>
                    <a:pt x="244" y="2624"/>
                  </a:lnTo>
                  <a:lnTo>
                    <a:pt x="276" y="2624"/>
                  </a:lnTo>
                  <a:lnTo>
                    <a:pt x="276" y="0"/>
                  </a:lnTo>
                  <a:lnTo>
                    <a:pt x="244" y="0"/>
                  </a:lnTo>
                  <a:close/>
                  <a:moveTo>
                    <a:pt x="244" y="172"/>
                  </a:moveTo>
                  <a:lnTo>
                    <a:pt x="244" y="279"/>
                  </a:lnTo>
                  <a:lnTo>
                    <a:pt x="33" y="279"/>
                  </a:lnTo>
                  <a:lnTo>
                    <a:pt x="33" y="172"/>
                  </a:lnTo>
                  <a:lnTo>
                    <a:pt x="244" y="172"/>
                  </a:lnTo>
                  <a:close/>
                  <a:moveTo>
                    <a:pt x="33" y="2247"/>
                  </a:moveTo>
                  <a:lnTo>
                    <a:pt x="33" y="2139"/>
                  </a:lnTo>
                  <a:lnTo>
                    <a:pt x="244" y="2139"/>
                  </a:lnTo>
                  <a:lnTo>
                    <a:pt x="244" y="2247"/>
                  </a:lnTo>
                  <a:lnTo>
                    <a:pt x="33" y="2247"/>
                  </a:lnTo>
                  <a:close/>
                  <a:moveTo>
                    <a:pt x="244" y="2280"/>
                  </a:moveTo>
                  <a:lnTo>
                    <a:pt x="244" y="2387"/>
                  </a:lnTo>
                  <a:lnTo>
                    <a:pt x="33" y="2387"/>
                  </a:lnTo>
                  <a:lnTo>
                    <a:pt x="33" y="2280"/>
                  </a:lnTo>
                  <a:lnTo>
                    <a:pt x="244" y="2280"/>
                  </a:lnTo>
                  <a:close/>
                  <a:moveTo>
                    <a:pt x="33" y="2107"/>
                  </a:moveTo>
                  <a:lnTo>
                    <a:pt x="33" y="1998"/>
                  </a:lnTo>
                  <a:lnTo>
                    <a:pt x="244" y="1998"/>
                  </a:lnTo>
                  <a:lnTo>
                    <a:pt x="244" y="2107"/>
                  </a:lnTo>
                  <a:lnTo>
                    <a:pt x="33" y="2107"/>
                  </a:lnTo>
                  <a:close/>
                  <a:moveTo>
                    <a:pt x="33" y="1965"/>
                  </a:moveTo>
                  <a:lnTo>
                    <a:pt x="33" y="1858"/>
                  </a:lnTo>
                  <a:lnTo>
                    <a:pt x="244" y="1858"/>
                  </a:lnTo>
                  <a:lnTo>
                    <a:pt x="244" y="1965"/>
                  </a:lnTo>
                  <a:lnTo>
                    <a:pt x="33" y="1965"/>
                  </a:lnTo>
                  <a:close/>
                  <a:moveTo>
                    <a:pt x="33" y="1825"/>
                  </a:moveTo>
                  <a:lnTo>
                    <a:pt x="33" y="1718"/>
                  </a:lnTo>
                  <a:lnTo>
                    <a:pt x="244" y="1718"/>
                  </a:lnTo>
                  <a:lnTo>
                    <a:pt x="244" y="1825"/>
                  </a:lnTo>
                  <a:lnTo>
                    <a:pt x="33" y="1825"/>
                  </a:lnTo>
                  <a:close/>
                  <a:moveTo>
                    <a:pt x="33" y="1685"/>
                  </a:moveTo>
                  <a:lnTo>
                    <a:pt x="33" y="1577"/>
                  </a:lnTo>
                  <a:lnTo>
                    <a:pt x="244" y="1577"/>
                  </a:lnTo>
                  <a:lnTo>
                    <a:pt x="244" y="1685"/>
                  </a:lnTo>
                  <a:lnTo>
                    <a:pt x="33" y="1685"/>
                  </a:lnTo>
                  <a:close/>
                  <a:moveTo>
                    <a:pt x="33" y="1545"/>
                  </a:moveTo>
                  <a:lnTo>
                    <a:pt x="33" y="1436"/>
                  </a:lnTo>
                  <a:lnTo>
                    <a:pt x="244" y="1436"/>
                  </a:lnTo>
                  <a:lnTo>
                    <a:pt x="244" y="1545"/>
                  </a:lnTo>
                  <a:lnTo>
                    <a:pt x="33" y="1545"/>
                  </a:lnTo>
                  <a:close/>
                  <a:moveTo>
                    <a:pt x="33" y="1403"/>
                  </a:moveTo>
                  <a:lnTo>
                    <a:pt x="33" y="1296"/>
                  </a:lnTo>
                  <a:lnTo>
                    <a:pt x="244" y="1296"/>
                  </a:lnTo>
                  <a:lnTo>
                    <a:pt x="244" y="1403"/>
                  </a:lnTo>
                  <a:lnTo>
                    <a:pt x="33" y="1403"/>
                  </a:lnTo>
                  <a:close/>
                  <a:moveTo>
                    <a:pt x="33" y="1263"/>
                  </a:moveTo>
                  <a:lnTo>
                    <a:pt x="33" y="1156"/>
                  </a:lnTo>
                  <a:lnTo>
                    <a:pt x="244" y="1156"/>
                  </a:lnTo>
                  <a:lnTo>
                    <a:pt x="244" y="1263"/>
                  </a:lnTo>
                  <a:lnTo>
                    <a:pt x="33" y="1263"/>
                  </a:lnTo>
                  <a:close/>
                  <a:moveTo>
                    <a:pt x="33" y="1123"/>
                  </a:moveTo>
                  <a:lnTo>
                    <a:pt x="33" y="1015"/>
                  </a:lnTo>
                  <a:lnTo>
                    <a:pt x="244" y="1015"/>
                  </a:lnTo>
                  <a:lnTo>
                    <a:pt x="244" y="1123"/>
                  </a:lnTo>
                  <a:lnTo>
                    <a:pt x="33" y="1123"/>
                  </a:lnTo>
                  <a:close/>
                  <a:moveTo>
                    <a:pt x="33" y="983"/>
                  </a:moveTo>
                  <a:lnTo>
                    <a:pt x="33" y="874"/>
                  </a:lnTo>
                  <a:lnTo>
                    <a:pt x="244" y="874"/>
                  </a:lnTo>
                  <a:lnTo>
                    <a:pt x="244" y="983"/>
                  </a:lnTo>
                  <a:lnTo>
                    <a:pt x="33" y="983"/>
                  </a:lnTo>
                  <a:close/>
                  <a:moveTo>
                    <a:pt x="33" y="841"/>
                  </a:moveTo>
                  <a:lnTo>
                    <a:pt x="33" y="734"/>
                  </a:lnTo>
                  <a:lnTo>
                    <a:pt x="244" y="734"/>
                  </a:lnTo>
                  <a:lnTo>
                    <a:pt x="244" y="841"/>
                  </a:lnTo>
                  <a:lnTo>
                    <a:pt x="33" y="841"/>
                  </a:lnTo>
                  <a:close/>
                  <a:moveTo>
                    <a:pt x="33" y="701"/>
                  </a:moveTo>
                  <a:lnTo>
                    <a:pt x="33" y="594"/>
                  </a:lnTo>
                  <a:lnTo>
                    <a:pt x="244" y="594"/>
                  </a:lnTo>
                  <a:lnTo>
                    <a:pt x="244" y="701"/>
                  </a:lnTo>
                  <a:lnTo>
                    <a:pt x="33" y="701"/>
                  </a:lnTo>
                  <a:close/>
                  <a:moveTo>
                    <a:pt x="33" y="561"/>
                  </a:moveTo>
                  <a:lnTo>
                    <a:pt x="33" y="453"/>
                  </a:lnTo>
                  <a:lnTo>
                    <a:pt x="244" y="453"/>
                  </a:lnTo>
                  <a:lnTo>
                    <a:pt x="244" y="561"/>
                  </a:lnTo>
                  <a:lnTo>
                    <a:pt x="33" y="561"/>
                  </a:lnTo>
                  <a:close/>
                  <a:moveTo>
                    <a:pt x="33" y="421"/>
                  </a:moveTo>
                  <a:lnTo>
                    <a:pt x="33" y="312"/>
                  </a:lnTo>
                  <a:lnTo>
                    <a:pt x="244" y="312"/>
                  </a:lnTo>
                  <a:lnTo>
                    <a:pt x="244" y="421"/>
                  </a:lnTo>
                  <a:lnTo>
                    <a:pt x="33" y="421"/>
                  </a:lnTo>
                  <a:close/>
                  <a:moveTo>
                    <a:pt x="33" y="2527"/>
                  </a:moveTo>
                  <a:lnTo>
                    <a:pt x="33" y="2420"/>
                  </a:lnTo>
                  <a:lnTo>
                    <a:pt x="244" y="2420"/>
                  </a:lnTo>
                  <a:lnTo>
                    <a:pt x="244" y="2527"/>
                  </a:lnTo>
                  <a:lnTo>
                    <a:pt x="33" y="2527"/>
                  </a:lnTo>
                  <a:close/>
                </a:path>
              </a:pathLst>
            </a:custGeom>
            <a:solidFill>
              <a:srgbClr val="68A4FD">
                <a:alpha val="100000"/>
              </a:srgbClr>
            </a:solidFill>
            <a:ln w="9525">
              <a:noFill/>
            </a:ln>
          </p:spPr>
          <p:txBody>
            <a:bodyPr/>
            <a:p>
              <a:endParaRPr lang="zh-CN" altLang="en-US"/>
            </a:p>
          </p:txBody>
        </p:sp>
        <p:sp>
          <p:nvSpPr>
            <p:cNvPr id="58" name="íśľídé"/>
            <p:cNvSpPr/>
            <p:nvPr/>
          </p:nvSpPr>
          <p:spPr bwMode="auto">
            <a:xfrm>
              <a:off x="5829301" y="1301750"/>
              <a:ext cx="438150" cy="4249738"/>
            </a:xfrm>
            <a:custGeom>
              <a:avLst/>
              <a:gdLst>
                <a:gd name="T0" fmla="*/ 244 w 276"/>
                <a:gd name="T1" fmla="*/ 139 h 2677"/>
                <a:gd name="T2" fmla="*/ 33 w 276"/>
                <a:gd name="T3" fmla="*/ 0 h 2677"/>
                <a:gd name="T4" fmla="*/ 0 w 276"/>
                <a:gd name="T5" fmla="*/ 2677 h 2677"/>
                <a:gd name="T6" fmla="*/ 33 w 276"/>
                <a:gd name="T7" fmla="*/ 2560 h 2677"/>
                <a:gd name="T8" fmla="*/ 244 w 276"/>
                <a:gd name="T9" fmla="*/ 2624 h 2677"/>
                <a:gd name="T10" fmla="*/ 276 w 276"/>
                <a:gd name="T11" fmla="*/ 0 h 2677"/>
                <a:gd name="T12" fmla="*/ 244 w 276"/>
                <a:gd name="T13" fmla="*/ 172 h 2677"/>
                <a:gd name="T14" fmla="*/ 33 w 276"/>
                <a:gd name="T15" fmla="*/ 279 h 2677"/>
                <a:gd name="T16" fmla="*/ 244 w 276"/>
                <a:gd name="T17" fmla="*/ 172 h 2677"/>
                <a:gd name="T18" fmla="*/ 33 w 276"/>
                <a:gd name="T19" fmla="*/ 2139 h 2677"/>
                <a:gd name="T20" fmla="*/ 244 w 276"/>
                <a:gd name="T21" fmla="*/ 2247 h 2677"/>
                <a:gd name="T22" fmla="*/ 244 w 276"/>
                <a:gd name="T23" fmla="*/ 2280 h 2677"/>
                <a:gd name="T24" fmla="*/ 33 w 276"/>
                <a:gd name="T25" fmla="*/ 2387 h 2677"/>
                <a:gd name="T26" fmla="*/ 244 w 276"/>
                <a:gd name="T27" fmla="*/ 2280 h 2677"/>
                <a:gd name="T28" fmla="*/ 33 w 276"/>
                <a:gd name="T29" fmla="*/ 1998 h 2677"/>
                <a:gd name="T30" fmla="*/ 244 w 276"/>
                <a:gd name="T31" fmla="*/ 2107 h 2677"/>
                <a:gd name="T32" fmla="*/ 33 w 276"/>
                <a:gd name="T33" fmla="*/ 1965 h 2677"/>
                <a:gd name="T34" fmla="*/ 244 w 276"/>
                <a:gd name="T35" fmla="*/ 1858 h 2677"/>
                <a:gd name="T36" fmla="*/ 33 w 276"/>
                <a:gd name="T37" fmla="*/ 1965 h 2677"/>
                <a:gd name="T38" fmla="*/ 33 w 276"/>
                <a:gd name="T39" fmla="*/ 1718 h 2677"/>
                <a:gd name="T40" fmla="*/ 244 w 276"/>
                <a:gd name="T41" fmla="*/ 1825 h 2677"/>
                <a:gd name="T42" fmla="*/ 33 w 276"/>
                <a:gd name="T43" fmla="*/ 1685 h 2677"/>
                <a:gd name="T44" fmla="*/ 244 w 276"/>
                <a:gd name="T45" fmla="*/ 1577 h 2677"/>
                <a:gd name="T46" fmla="*/ 33 w 276"/>
                <a:gd name="T47" fmla="*/ 1685 h 2677"/>
                <a:gd name="T48" fmla="*/ 33 w 276"/>
                <a:gd name="T49" fmla="*/ 1436 h 2677"/>
                <a:gd name="T50" fmla="*/ 244 w 276"/>
                <a:gd name="T51" fmla="*/ 1545 h 2677"/>
                <a:gd name="T52" fmla="*/ 33 w 276"/>
                <a:gd name="T53" fmla="*/ 1403 h 2677"/>
                <a:gd name="T54" fmla="*/ 244 w 276"/>
                <a:gd name="T55" fmla="*/ 1296 h 2677"/>
                <a:gd name="T56" fmla="*/ 33 w 276"/>
                <a:gd name="T57" fmla="*/ 1403 h 2677"/>
                <a:gd name="T58" fmla="*/ 33 w 276"/>
                <a:gd name="T59" fmla="*/ 1156 h 2677"/>
                <a:gd name="T60" fmla="*/ 244 w 276"/>
                <a:gd name="T61" fmla="*/ 1263 h 2677"/>
                <a:gd name="T62" fmla="*/ 33 w 276"/>
                <a:gd name="T63" fmla="*/ 1123 h 2677"/>
                <a:gd name="T64" fmla="*/ 244 w 276"/>
                <a:gd name="T65" fmla="*/ 1015 h 2677"/>
                <a:gd name="T66" fmla="*/ 33 w 276"/>
                <a:gd name="T67" fmla="*/ 1123 h 2677"/>
                <a:gd name="T68" fmla="*/ 33 w 276"/>
                <a:gd name="T69" fmla="*/ 874 h 2677"/>
                <a:gd name="T70" fmla="*/ 244 w 276"/>
                <a:gd name="T71" fmla="*/ 983 h 2677"/>
                <a:gd name="T72" fmla="*/ 33 w 276"/>
                <a:gd name="T73" fmla="*/ 841 h 2677"/>
                <a:gd name="T74" fmla="*/ 244 w 276"/>
                <a:gd name="T75" fmla="*/ 734 h 2677"/>
                <a:gd name="T76" fmla="*/ 33 w 276"/>
                <a:gd name="T77" fmla="*/ 841 h 2677"/>
                <a:gd name="T78" fmla="*/ 33 w 276"/>
                <a:gd name="T79" fmla="*/ 594 h 2677"/>
                <a:gd name="T80" fmla="*/ 244 w 276"/>
                <a:gd name="T81" fmla="*/ 701 h 2677"/>
                <a:gd name="T82" fmla="*/ 33 w 276"/>
                <a:gd name="T83" fmla="*/ 561 h 2677"/>
                <a:gd name="T84" fmla="*/ 244 w 276"/>
                <a:gd name="T85" fmla="*/ 453 h 2677"/>
                <a:gd name="T86" fmla="*/ 33 w 276"/>
                <a:gd name="T87" fmla="*/ 561 h 2677"/>
                <a:gd name="T88" fmla="*/ 33 w 276"/>
                <a:gd name="T89" fmla="*/ 312 h 2677"/>
                <a:gd name="T90" fmla="*/ 244 w 276"/>
                <a:gd name="T91" fmla="*/ 421 h 2677"/>
                <a:gd name="T92" fmla="*/ 33 w 276"/>
                <a:gd name="T93" fmla="*/ 2527 h 2677"/>
                <a:gd name="T94" fmla="*/ 244 w 276"/>
                <a:gd name="T95" fmla="*/ 2420 h 2677"/>
                <a:gd name="T96" fmla="*/ 33 w 276"/>
                <a:gd name="T97" fmla="*/ 2527 h 26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76" h="2677">
                  <a:moveTo>
                    <a:pt x="244" y="0"/>
                  </a:moveTo>
                  <a:lnTo>
                    <a:pt x="244" y="139"/>
                  </a:lnTo>
                  <a:lnTo>
                    <a:pt x="33" y="139"/>
                  </a:lnTo>
                  <a:lnTo>
                    <a:pt x="33" y="0"/>
                  </a:lnTo>
                  <a:lnTo>
                    <a:pt x="0" y="0"/>
                  </a:lnTo>
                  <a:lnTo>
                    <a:pt x="0" y="2677"/>
                  </a:lnTo>
                  <a:lnTo>
                    <a:pt x="33" y="2677"/>
                  </a:lnTo>
                  <a:lnTo>
                    <a:pt x="33" y="2560"/>
                  </a:lnTo>
                  <a:lnTo>
                    <a:pt x="244" y="2560"/>
                  </a:lnTo>
                  <a:lnTo>
                    <a:pt x="244" y="2624"/>
                  </a:lnTo>
                  <a:lnTo>
                    <a:pt x="276" y="2624"/>
                  </a:lnTo>
                  <a:lnTo>
                    <a:pt x="276" y="0"/>
                  </a:lnTo>
                  <a:lnTo>
                    <a:pt x="244" y="0"/>
                  </a:lnTo>
                  <a:close/>
                  <a:moveTo>
                    <a:pt x="244" y="172"/>
                  </a:moveTo>
                  <a:lnTo>
                    <a:pt x="244" y="279"/>
                  </a:lnTo>
                  <a:lnTo>
                    <a:pt x="33" y="279"/>
                  </a:lnTo>
                  <a:lnTo>
                    <a:pt x="33" y="172"/>
                  </a:lnTo>
                  <a:lnTo>
                    <a:pt x="244" y="172"/>
                  </a:lnTo>
                  <a:close/>
                  <a:moveTo>
                    <a:pt x="33" y="2247"/>
                  </a:moveTo>
                  <a:lnTo>
                    <a:pt x="33" y="2139"/>
                  </a:lnTo>
                  <a:lnTo>
                    <a:pt x="244" y="2139"/>
                  </a:lnTo>
                  <a:lnTo>
                    <a:pt x="244" y="2247"/>
                  </a:lnTo>
                  <a:lnTo>
                    <a:pt x="33" y="2247"/>
                  </a:lnTo>
                  <a:close/>
                  <a:moveTo>
                    <a:pt x="244" y="2280"/>
                  </a:moveTo>
                  <a:lnTo>
                    <a:pt x="244" y="2387"/>
                  </a:lnTo>
                  <a:lnTo>
                    <a:pt x="33" y="2387"/>
                  </a:lnTo>
                  <a:lnTo>
                    <a:pt x="33" y="2280"/>
                  </a:lnTo>
                  <a:lnTo>
                    <a:pt x="244" y="2280"/>
                  </a:lnTo>
                  <a:close/>
                  <a:moveTo>
                    <a:pt x="33" y="2107"/>
                  </a:moveTo>
                  <a:lnTo>
                    <a:pt x="33" y="1998"/>
                  </a:lnTo>
                  <a:lnTo>
                    <a:pt x="244" y="1998"/>
                  </a:lnTo>
                  <a:lnTo>
                    <a:pt x="244" y="2107"/>
                  </a:lnTo>
                  <a:lnTo>
                    <a:pt x="33" y="2107"/>
                  </a:lnTo>
                  <a:close/>
                  <a:moveTo>
                    <a:pt x="33" y="1965"/>
                  </a:moveTo>
                  <a:lnTo>
                    <a:pt x="33" y="1858"/>
                  </a:lnTo>
                  <a:lnTo>
                    <a:pt x="244" y="1858"/>
                  </a:lnTo>
                  <a:lnTo>
                    <a:pt x="244" y="1965"/>
                  </a:lnTo>
                  <a:lnTo>
                    <a:pt x="33" y="1965"/>
                  </a:lnTo>
                  <a:close/>
                  <a:moveTo>
                    <a:pt x="33" y="1825"/>
                  </a:moveTo>
                  <a:lnTo>
                    <a:pt x="33" y="1718"/>
                  </a:lnTo>
                  <a:lnTo>
                    <a:pt x="244" y="1718"/>
                  </a:lnTo>
                  <a:lnTo>
                    <a:pt x="244" y="1825"/>
                  </a:lnTo>
                  <a:lnTo>
                    <a:pt x="33" y="1825"/>
                  </a:lnTo>
                  <a:close/>
                  <a:moveTo>
                    <a:pt x="33" y="1685"/>
                  </a:moveTo>
                  <a:lnTo>
                    <a:pt x="33" y="1577"/>
                  </a:lnTo>
                  <a:lnTo>
                    <a:pt x="244" y="1577"/>
                  </a:lnTo>
                  <a:lnTo>
                    <a:pt x="244" y="1685"/>
                  </a:lnTo>
                  <a:lnTo>
                    <a:pt x="33" y="1685"/>
                  </a:lnTo>
                  <a:close/>
                  <a:moveTo>
                    <a:pt x="33" y="1545"/>
                  </a:moveTo>
                  <a:lnTo>
                    <a:pt x="33" y="1436"/>
                  </a:lnTo>
                  <a:lnTo>
                    <a:pt x="244" y="1436"/>
                  </a:lnTo>
                  <a:lnTo>
                    <a:pt x="244" y="1545"/>
                  </a:lnTo>
                  <a:lnTo>
                    <a:pt x="33" y="1545"/>
                  </a:lnTo>
                  <a:close/>
                  <a:moveTo>
                    <a:pt x="33" y="1403"/>
                  </a:moveTo>
                  <a:lnTo>
                    <a:pt x="33" y="1296"/>
                  </a:lnTo>
                  <a:lnTo>
                    <a:pt x="244" y="1296"/>
                  </a:lnTo>
                  <a:lnTo>
                    <a:pt x="244" y="1403"/>
                  </a:lnTo>
                  <a:lnTo>
                    <a:pt x="33" y="1403"/>
                  </a:lnTo>
                  <a:close/>
                  <a:moveTo>
                    <a:pt x="33" y="1263"/>
                  </a:moveTo>
                  <a:lnTo>
                    <a:pt x="33" y="1156"/>
                  </a:lnTo>
                  <a:lnTo>
                    <a:pt x="244" y="1156"/>
                  </a:lnTo>
                  <a:lnTo>
                    <a:pt x="244" y="1263"/>
                  </a:lnTo>
                  <a:lnTo>
                    <a:pt x="33" y="1263"/>
                  </a:lnTo>
                  <a:close/>
                  <a:moveTo>
                    <a:pt x="33" y="1123"/>
                  </a:moveTo>
                  <a:lnTo>
                    <a:pt x="33" y="1015"/>
                  </a:lnTo>
                  <a:lnTo>
                    <a:pt x="244" y="1015"/>
                  </a:lnTo>
                  <a:lnTo>
                    <a:pt x="244" y="1123"/>
                  </a:lnTo>
                  <a:lnTo>
                    <a:pt x="33" y="1123"/>
                  </a:lnTo>
                  <a:close/>
                  <a:moveTo>
                    <a:pt x="33" y="983"/>
                  </a:moveTo>
                  <a:lnTo>
                    <a:pt x="33" y="874"/>
                  </a:lnTo>
                  <a:lnTo>
                    <a:pt x="244" y="874"/>
                  </a:lnTo>
                  <a:lnTo>
                    <a:pt x="244" y="983"/>
                  </a:lnTo>
                  <a:lnTo>
                    <a:pt x="33" y="983"/>
                  </a:lnTo>
                  <a:close/>
                  <a:moveTo>
                    <a:pt x="33" y="841"/>
                  </a:moveTo>
                  <a:lnTo>
                    <a:pt x="33" y="734"/>
                  </a:lnTo>
                  <a:lnTo>
                    <a:pt x="244" y="734"/>
                  </a:lnTo>
                  <a:lnTo>
                    <a:pt x="244" y="841"/>
                  </a:lnTo>
                  <a:lnTo>
                    <a:pt x="33" y="841"/>
                  </a:lnTo>
                  <a:close/>
                  <a:moveTo>
                    <a:pt x="33" y="701"/>
                  </a:moveTo>
                  <a:lnTo>
                    <a:pt x="33" y="594"/>
                  </a:lnTo>
                  <a:lnTo>
                    <a:pt x="244" y="594"/>
                  </a:lnTo>
                  <a:lnTo>
                    <a:pt x="244" y="701"/>
                  </a:lnTo>
                  <a:lnTo>
                    <a:pt x="33" y="701"/>
                  </a:lnTo>
                  <a:close/>
                  <a:moveTo>
                    <a:pt x="33" y="561"/>
                  </a:moveTo>
                  <a:lnTo>
                    <a:pt x="33" y="453"/>
                  </a:lnTo>
                  <a:lnTo>
                    <a:pt x="244" y="453"/>
                  </a:lnTo>
                  <a:lnTo>
                    <a:pt x="244" y="561"/>
                  </a:lnTo>
                  <a:lnTo>
                    <a:pt x="33" y="561"/>
                  </a:lnTo>
                  <a:close/>
                  <a:moveTo>
                    <a:pt x="33" y="421"/>
                  </a:moveTo>
                  <a:lnTo>
                    <a:pt x="33" y="312"/>
                  </a:lnTo>
                  <a:lnTo>
                    <a:pt x="244" y="312"/>
                  </a:lnTo>
                  <a:lnTo>
                    <a:pt x="244" y="421"/>
                  </a:lnTo>
                  <a:lnTo>
                    <a:pt x="33" y="421"/>
                  </a:lnTo>
                  <a:close/>
                  <a:moveTo>
                    <a:pt x="33" y="2527"/>
                  </a:moveTo>
                  <a:lnTo>
                    <a:pt x="33" y="2420"/>
                  </a:lnTo>
                  <a:lnTo>
                    <a:pt x="244" y="2420"/>
                  </a:lnTo>
                  <a:lnTo>
                    <a:pt x="244" y="2527"/>
                  </a:lnTo>
                  <a:lnTo>
                    <a:pt x="33" y="2527"/>
                  </a:lnTo>
                  <a:close/>
                </a:path>
              </a:pathLst>
            </a:custGeom>
            <a:gradFill>
              <a:gsLst>
                <a:gs pos="12000">
                  <a:schemeClr val="tx1">
                    <a:alpha val="24000"/>
                  </a:schemeClr>
                </a:gs>
                <a:gs pos="100000">
                  <a:srgbClr val="68A4FD">
                    <a:alpha val="0"/>
                  </a:srgbClr>
                </a:gs>
              </a:gsLst>
              <a:lin ang="16200000" scaled="0"/>
            </a:gradFill>
            <a:ln>
              <a:noFill/>
            </a:ln>
          </p:spPr>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chemeClr val="tx1"/>
                </a:solidFill>
                <a:effectLst/>
                <a:uLnTx/>
                <a:uFillTx/>
                <a:latin typeface="等线" pitchFamily="2" charset="-122"/>
                <a:ea typeface="等线" pitchFamily="2" charset="-122"/>
                <a:cs typeface="+mn-cs"/>
              </a:endParaRPr>
            </a:p>
          </p:txBody>
        </p:sp>
        <p:sp>
          <p:nvSpPr>
            <p:cNvPr id="18463" name="iṥľiḋe"/>
            <p:cNvSpPr/>
            <p:nvPr/>
          </p:nvSpPr>
          <p:spPr>
            <a:xfrm>
              <a:off x="5738813" y="4327525"/>
              <a:ext cx="287338" cy="174625"/>
            </a:xfrm>
            <a:custGeom>
              <a:avLst/>
              <a:gdLst>
                <a:gd name="txL" fmla="*/ 0 w 116"/>
                <a:gd name="txT" fmla="*/ 0 h 71"/>
                <a:gd name="txR" fmla="*/ 116 w 116"/>
                <a:gd name="txB" fmla="*/ 71 h 71"/>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Lst>
              <a:rect l="txL" t="txT" r="txR" b="txB"/>
              <a:pathLst>
                <a:path w="116" h="71">
                  <a:moveTo>
                    <a:pt x="13" y="69"/>
                  </a:moveTo>
                  <a:cubicBezTo>
                    <a:pt x="15" y="70"/>
                    <a:pt x="17" y="70"/>
                    <a:pt x="18" y="70"/>
                  </a:cubicBezTo>
                  <a:cubicBezTo>
                    <a:pt x="48" y="71"/>
                    <a:pt x="77" y="64"/>
                    <a:pt x="102" y="48"/>
                  </a:cubicBezTo>
                  <a:cubicBezTo>
                    <a:pt x="109" y="43"/>
                    <a:pt x="116" y="36"/>
                    <a:pt x="114" y="28"/>
                  </a:cubicBezTo>
                  <a:cubicBezTo>
                    <a:pt x="98" y="20"/>
                    <a:pt x="79" y="19"/>
                    <a:pt x="62" y="25"/>
                  </a:cubicBezTo>
                  <a:cubicBezTo>
                    <a:pt x="61" y="26"/>
                    <a:pt x="59" y="26"/>
                    <a:pt x="57" y="25"/>
                  </a:cubicBezTo>
                  <a:cubicBezTo>
                    <a:pt x="56" y="25"/>
                    <a:pt x="56" y="24"/>
                    <a:pt x="55" y="23"/>
                  </a:cubicBezTo>
                  <a:cubicBezTo>
                    <a:pt x="50" y="12"/>
                    <a:pt x="56" y="1"/>
                    <a:pt x="41" y="0"/>
                  </a:cubicBezTo>
                  <a:cubicBezTo>
                    <a:pt x="32" y="0"/>
                    <a:pt x="24" y="4"/>
                    <a:pt x="17" y="10"/>
                  </a:cubicBezTo>
                  <a:cubicBezTo>
                    <a:pt x="8" y="19"/>
                    <a:pt x="0" y="62"/>
                    <a:pt x="13" y="69"/>
                  </a:cubicBezTo>
                  <a:close/>
                </a:path>
              </a:pathLst>
            </a:custGeom>
            <a:solidFill>
              <a:srgbClr val="606161">
                <a:alpha val="100000"/>
              </a:srgbClr>
            </a:solidFill>
            <a:ln w="9525">
              <a:noFill/>
            </a:ln>
          </p:spPr>
          <p:txBody>
            <a:bodyPr/>
            <a:p>
              <a:endParaRPr lang="zh-CN" altLang="en-US"/>
            </a:p>
          </p:txBody>
        </p:sp>
        <p:sp>
          <p:nvSpPr>
            <p:cNvPr id="18464" name="íṥlïḍé"/>
            <p:cNvSpPr/>
            <p:nvPr/>
          </p:nvSpPr>
          <p:spPr>
            <a:xfrm>
              <a:off x="5738813" y="4327525"/>
              <a:ext cx="287338" cy="174625"/>
            </a:xfrm>
            <a:custGeom>
              <a:avLst/>
              <a:gdLst>
                <a:gd name="txL" fmla="*/ 0 w 116"/>
                <a:gd name="txT" fmla="*/ 0 h 71"/>
                <a:gd name="txR" fmla="*/ 116 w 116"/>
                <a:gd name="txB" fmla="*/ 71 h 71"/>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Lst>
              <a:rect l="txL" t="txT" r="txR" b="txB"/>
              <a:pathLst>
                <a:path w="116" h="71">
                  <a:moveTo>
                    <a:pt x="13" y="69"/>
                  </a:moveTo>
                  <a:cubicBezTo>
                    <a:pt x="15" y="70"/>
                    <a:pt x="17" y="70"/>
                    <a:pt x="18" y="70"/>
                  </a:cubicBezTo>
                  <a:cubicBezTo>
                    <a:pt x="48" y="71"/>
                    <a:pt x="77" y="64"/>
                    <a:pt x="102" y="48"/>
                  </a:cubicBezTo>
                  <a:cubicBezTo>
                    <a:pt x="109" y="43"/>
                    <a:pt x="116" y="36"/>
                    <a:pt x="114" y="28"/>
                  </a:cubicBezTo>
                  <a:cubicBezTo>
                    <a:pt x="98" y="20"/>
                    <a:pt x="79" y="19"/>
                    <a:pt x="62" y="25"/>
                  </a:cubicBezTo>
                  <a:cubicBezTo>
                    <a:pt x="61" y="26"/>
                    <a:pt x="59" y="26"/>
                    <a:pt x="57" y="25"/>
                  </a:cubicBezTo>
                  <a:cubicBezTo>
                    <a:pt x="56" y="25"/>
                    <a:pt x="56" y="24"/>
                    <a:pt x="55" y="23"/>
                  </a:cubicBezTo>
                  <a:cubicBezTo>
                    <a:pt x="50" y="12"/>
                    <a:pt x="56" y="1"/>
                    <a:pt x="41" y="0"/>
                  </a:cubicBezTo>
                  <a:cubicBezTo>
                    <a:pt x="32" y="0"/>
                    <a:pt x="24" y="4"/>
                    <a:pt x="17" y="10"/>
                  </a:cubicBezTo>
                  <a:cubicBezTo>
                    <a:pt x="8" y="19"/>
                    <a:pt x="0" y="62"/>
                    <a:pt x="13" y="69"/>
                  </a:cubicBezTo>
                  <a:close/>
                </a:path>
              </a:pathLst>
            </a:custGeom>
            <a:solidFill>
              <a:srgbClr val="000000">
                <a:alpha val="100000"/>
              </a:srgbClr>
            </a:solidFill>
            <a:ln w="9525">
              <a:noFill/>
            </a:ln>
          </p:spPr>
          <p:txBody>
            <a:bodyPr/>
            <a:p>
              <a:endParaRPr lang="zh-CN" altLang="en-US"/>
            </a:p>
          </p:txBody>
        </p:sp>
        <p:sp>
          <p:nvSpPr>
            <p:cNvPr id="18465" name="išľïḓè"/>
            <p:cNvSpPr/>
            <p:nvPr/>
          </p:nvSpPr>
          <p:spPr>
            <a:xfrm>
              <a:off x="5818188" y="3875088"/>
              <a:ext cx="258763" cy="158750"/>
            </a:xfrm>
            <a:custGeom>
              <a:avLst/>
              <a:gdLst>
                <a:gd name="txL" fmla="*/ 0 w 105"/>
                <a:gd name="txT" fmla="*/ 0 h 64"/>
                <a:gd name="txR" fmla="*/ 105 w 105"/>
                <a:gd name="txB" fmla="*/ 64 h 64"/>
              </a:gdLst>
              <a:ahLst/>
              <a:cxnLst>
                <a:cxn ang="0">
                  <a:pos x="2147483647" y="2147483647"/>
                </a:cxn>
                <a:cxn ang="0">
                  <a:pos x="2147483647" y="2147483647"/>
                </a:cxn>
                <a:cxn ang="0">
                  <a:pos x="0"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rect l="txL" t="txT" r="txR" b="txB"/>
              <a:pathLst>
                <a:path w="105" h="64">
                  <a:moveTo>
                    <a:pt x="10" y="64"/>
                  </a:moveTo>
                  <a:cubicBezTo>
                    <a:pt x="7" y="64"/>
                    <a:pt x="3" y="63"/>
                    <a:pt x="1" y="61"/>
                  </a:cubicBezTo>
                  <a:cubicBezTo>
                    <a:pt x="0" y="59"/>
                    <a:pt x="0" y="57"/>
                    <a:pt x="0" y="55"/>
                  </a:cubicBezTo>
                  <a:cubicBezTo>
                    <a:pt x="1" y="42"/>
                    <a:pt x="3" y="29"/>
                    <a:pt x="7" y="17"/>
                  </a:cubicBezTo>
                  <a:cubicBezTo>
                    <a:pt x="7" y="15"/>
                    <a:pt x="8" y="13"/>
                    <a:pt x="10" y="11"/>
                  </a:cubicBezTo>
                  <a:cubicBezTo>
                    <a:pt x="11" y="10"/>
                    <a:pt x="13" y="9"/>
                    <a:pt x="14" y="9"/>
                  </a:cubicBezTo>
                  <a:cubicBezTo>
                    <a:pt x="39" y="0"/>
                    <a:pt x="39" y="0"/>
                    <a:pt x="39" y="0"/>
                  </a:cubicBezTo>
                  <a:cubicBezTo>
                    <a:pt x="40" y="5"/>
                    <a:pt x="40" y="9"/>
                    <a:pt x="41" y="13"/>
                  </a:cubicBezTo>
                  <a:cubicBezTo>
                    <a:pt x="41" y="15"/>
                    <a:pt x="42" y="16"/>
                    <a:pt x="43" y="18"/>
                  </a:cubicBezTo>
                  <a:cubicBezTo>
                    <a:pt x="44" y="19"/>
                    <a:pt x="46" y="19"/>
                    <a:pt x="47" y="19"/>
                  </a:cubicBezTo>
                  <a:cubicBezTo>
                    <a:pt x="55" y="21"/>
                    <a:pt x="62" y="23"/>
                    <a:pt x="69" y="25"/>
                  </a:cubicBezTo>
                  <a:cubicBezTo>
                    <a:pt x="74" y="26"/>
                    <a:pt x="80" y="28"/>
                    <a:pt x="84" y="31"/>
                  </a:cubicBezTo>
                  <a:cubicBezTo>
                    <a:pt x="105" y="47"/>
                    <a:pt x="80" y="48"/>
                    <a:pt x="69" y="52"/>
                  </a:cubicBezTo>
                  <a:cubicBezTo>
                    <a:pt x="50" y="58"/>
                    <a:pt x="30" y="62"/>
                    <a:pt x="10" y="64"/>
                  </a:cubicBezTo>
                  <a:close/>
                </a:path>
              </a:pathLst>
            </a:custGeom>
            <a:solidFill>
              <a:srgbClr val="606161">
                <a:alpha val="100000"/>
              </a:srgbClr>
            </a:solidFill>
            <a:ln w="9525">
              <a:noFill/>
            </a:ln>
          </p:spPr>
          <p:txBody>
            <a:bodyPr/>
            <a:p>
              <a:endParaRPr lang="zh-CN" altLang="en-US"/>
            </a:p>
          </p:txBody>
        </p:sp>
        <p:sp>
          <p:nvSpPr>
            <p:cNvPr id="18466" name="íşľiďé"/>
            <p:cNvSpPr/>
            <p:nvPr/>
          </p:nvSpPr>
          <p:spPr>
            <a:xfrm>
              <a:off x="5818188" y="3875088"/>
              <a:ext cx="258763" cy="158750"/>
            </a:xfrm>
            <a:custGeom>
              <a:avLst/>
              <a:gdLst>
                <a:gd name="txL" fmla="*/ 0 w 105"/>
                <a:gd name="txT" fmla="*/ 0 h 64"/>
                <a:gd name="txR" fmla="*/ 105 w 105"/>
                <a:gd name="txB" fmla="*/ 64 h 64"/>
              </a:gdLst>
              <a:ahLst/>
              <a:cxnLst>
                <a:cxn ang="0">
                  <a:pos x="2147483647" y="2147483647"/>
                </a:cxn>
                <a:cxn ang="0">
                  <a:pos x="2147483647" y="2147483647"/>
                </a:cxn>
                <a:cxn ang="0">
                  <a:pos x="0"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rect l="txL" t="txT" r="txR" b="txB"/>
              <a:pathLst>
                <a:path w="105" h="64">
                  <a:moveTo>
                    <a:pt x="10" y="64"/>
                  </a:moveTo>
                  <a:cubicBezTo>
                    <a:pt x="7" y="64"/>
                    <a:pt x="3" y="63"/>
                    <a:pt x="1" y="61"/>
                  </a:cubicBezTo>
                  <a:cubicBezTo>
                    <a:pt x="0" y="59"/>
                    <a:pt x="0" y="57"/>
                    <a:pt x="0" y="55"/>
                  </a:cubicBezTo>
                  <a:cubicBezTo>
                    <a:pt x="1" y="42"/>
                    <a:pt x="3" y="29"/>
                    <a:pt x="7" y="17"/>
                  </a:cubicBezTo>
                  <a:cubicBezTo>
                    <a:pt x="7" y="15"/>
                    <a:pt x="8" y="13"/>
                    <a:pt x="10" y="11"/>
                  </a:cubicBezTo>
                  <a:cubicBezTo>
                    <a:pt x="11" y="10"/>
                    <a:pt x="13" y="9"/>
                    <a:pt x="14" y="9"/>
                  </a:cubicBezTo>
                  <a:cubicBezTo>
                    <a:pt x="39" y="0"/>
                    <a:pt x="39" y="0"/>
                    <a:pt x="39" y="0"/>
                  </a:cubicBezTo>
                  <a:cubicBezTo>
                    <a:pt x="40" y="5"/>
                    <a:pt x="40" y="9"/>
                    <a:pt x="41" y="13"/>
                  </a:cubicBezTo>
                  <a:cubicBezTo>
                    <a:pt x="41" y="15"/>
                    <a:pt x="42" y="16"/>
                    <a:pt x="43" y="18"/>
                  </a:cubicBezTo>
                  <a:cubicBezTo>
                    <a:pt x="44" y="19"/>
                    <a:pt x="46" y="19"/>
                    <a:pt x="47" y="19"/>
                  </a:cubicBezTo>
                  <a:cubicBezTo>
                    <a:pt x="55" y="21"/>
                    <a:pt x="62" y="23"/>
                    <a:pt x="69" y="25"/>
                  </a:cubicBezTo>
                  <a:cubicBezTo>
                    <a:pt x="74" y="26"/>
                    <a:pt x="80" y="28"/>
                    <a:pt x="84" y="31"/>
                  </a:cubicBezTo>
                  <a:cubicBezTo>
                    <a:pt x="105" y="47"/>
                    <a:pt x="80" y="48"/>
                    <a:pt x="69" y="52"/>
                  </a:cubicBezTo>
                  <a:cubicBezTo>
                    <a:pt x="50" y="58"/>
                    <a:pt x="30" y="62"/>
                    <a:pt x="10" y="64"/>
                  </a:cubicBezTo>
                  <a:close/>
                </a:path>
              </a:pathLst>
            </a:custGeom>
            <a:solidFill>
              <a:srgbClr val="000000">
                <a:alpha val="100000"/>
              </a:srgbClr>
            </a:solidFill>
            <a:ln w="9525">
              <a:noFill/>
            </a:ln>
          </p:spPr>
          <p:txBody>
            <a:bodyPr/>
            <a:p>
              <a:endParaRPr lang="zh-CN" altLang="en-US"/>
            </a:p>
          </p:txBody>
        </p:sp>
        <p:sp>
          <p:nvSpPr>
            <p:cNvPr id="18467" name="íSḻiḋè"/>
            <p:cNvSpPr/>
            <p:nvPr/>
          </p:nvSpPr>
          <p:spPr>
            <a:xfrm>
              <a:off x="5451476" y="2192338"/>
              <a:ext cx="287338" cy="430213"/>
            </a:xfrm>
            <a:custGeom>
              <a:avLst/>
              <a:gdLst>
                <a:gd name="txL" fmla="*/ 0 w 116"/>
                <a:gd name="txT" fmla="*/ 0 h 174"/>
                <a:gd name="txR" fmla="*/ 116 w 116"/>
                <a:gd name="txB" fmla="*/ 174 h 174"/>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rect l="txL" t="txT" r="txR" b="txB"/>
              <a:pathLst>
                <a:path w="116" h="174">
                  <a:moveTo>
                    <a:pt x="116" y="70"/>
                  </a:moveTo>
                  <a:cubicBezTo>
                    <a:pt x="116" y="75"/>
                    <a:pt x="113" y="80"/>
                    <a:pt x="111" y="85"/>
                  </a:cubicBezTo>
                  <a:cubicBezTo>
                    <a:pt x="107" y="94"/>
                    <a:pt x="106" y="105"/>
                    <a:pt x="104" y="115"/>
                  </a:cubicBezTo>
                  <a:cubicBezTo>
                    <a:pt x="102" y="125"/>
                    <a:pt x="97" y="136"/>
                    <a:pt x="88" y="140"/>
                  </a:cubicBezTo>
                  <a:cubicBezTo>
                    <a:pt x="80" y="143"/>
                    <a:pt x="69" y="142"/>
                    <a:pt x="66" y="150"/>
                  </a:cubicBezTo>
                  <a:cubicBezTo>
                    <a:pt x="64" y="155"/>
                    <a:pt x="67" y="161"/>
                    <a:pt x="65" y="166"/>
                  </a:cubicBezTo>
                  <a:cubicBezTo>
                    <a:pt x="63" y="173"/>
                    <a:pt x="55" y="174"/>
                    <a:pt x="48" y="173"/>
                  </a:cubicBezTo>
                  <a:cubicBezTo>
                    <a:pt x="39" y="173"/>
                    <a:pt x="29" y="171"/>
                    <a:pt x="22" y="164"/>
                  </a:cubicBezTo>
                  <a:cubicBezTo>
                    <a:pt x="17" y="158"/>
                    <a:pt x="14" y="152"/>
                    <a:pt x="13" y="144"/>
                  </a:cubicBezTo>
                  <a:cubicBezTo>
                    <a:pt x="5" y="118"/>
                    <a:pt x="1" y="91"/>
                    <a:pt x="1" y="64"/>
                  </a:cubicBezTo>
                  <a:cubicBezTo>
                    <a:pt x="0" y="51"/>
                    <a:pt x="1" y="37"/>
                    <a:pt x="8" y="26"/>
                  </a:cubicBezTo>
                  <a:cubicBezTo>
                    <a:pt x="23" y="1"/>
                    <a:pt x="59" y="0"/>
                    <a:pt x="83" y="11"/>
                  </a:cubicBezTo>
                  <a:cubicBezTo>
                    <a:pt x="92" y="14"/>
                    <a:pt x="98" y="22"/>
                    <a:pt x="100" y="31"/>
                  </a:cubicBezTo>
                  <a:cubicBezTo>
                    <a:pt x="101" y="38"/>
                    <a:pt x="101" y="45"/>
                    <a:pt x="104" y="52"/>
                  </a:cubicBezTo>
                  <a:cubicBezTo>
                    <a:pt x="108" y="58"/>
                    <a:pt x="115" y="62"/>
                    <a:pt x="116" y="70"/>
                  </a:cubicBezTo>
                </a:path>
              </a:pathLst>
            </a:custGeom>
            <a:solidFill>
              <a:srgbClr val="F4A982">
                <a:alpha val="100000"/>
              </a:srgbClr>
            </a:solidFill>
            <a:ln w="9525">
              <a:noFill/>
            </a:ln>
          </p:spPr>
          <p:txBody>
            <a:bodyPr/>
            <a:p>
              <a:endParaRPr lang="zh-CN" altLang="en-US"/>
            </a:p>
          </p:txBody>
        </p:sp>
        <p:sp>
          <p:nvSpPr>
            <p:cNvPr id="18468" name="íSḷïḓê"/>
            <p:cNvSpPr/>
            <p:nvPr/>
          </p:nvSpPr>
          <p:spPr>
            <a:xfrm>
              <a:off x="5376863" y="2127250"/>
              <a:ext cx="334963" cy="447675"/>
            </a:xfrm>
            <a:custGeom>
              <a:avLst/>
              <a:gdLst>
                <a:gd name="txL" fmla="*/ 0 w 135"/>
                <a:gd name="txT" fmla="*/ 0 h 181"/>
                <a:gd name="txR" fmla="*/ 135 w 135"/>
                <a:gd name="txB" fmla="*/ 181 h 181"/>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rect l="txL" t="txT" r="txR" b="txB"/>
              <a:pathLst>
                <a:path w="135" h="181">
                  <a:moveTo>
                    <a:pt x="124" y="56"/>
                  </a:moveTo>
                  <a:cubicBezTo>
                    <a:pt x="119" y="65"/>
                    <a:pt x="113" y="72"/>
                    <a:pt x="108" y="80"/>
                  </a:cubicBezTo>
                  <a:cubicBezTo>
                    <a:pt x="102" y="91"/>
                    <a:pt x="98" y="104"/>
                    <a:pt x="98" y="116"/>
                  </a:cubicBezTo>
                  <a:cubicBezTo>
                    <a:pt x="97" y="118"/>
                    <a:pt x="94" y="117"/>
                    <a:pt x="93" y="115"/>
                  </a:cubicBezTo>
                  <a:cubicBezTo>
                    <a:pt x="92" y="113"/>
                    <a:pt x="91" y="111"/>
                    <a:pt x="90" y="110"/>
                  </a:cubicBezTo>
                  <a:cubicBezTo>
                    <a:pt x="86" y="105"/>
                    <a:pt x="77" y="110"/>
                    <a:pt x="76" y="117"/>
                  </a:cubicBezTo>
                  <a:cubicBezTo>
                    <a:pt x="76" y="124"/>
                    <a:pt x="81" y="129"/>
                    <a:pt x="86" y="134"/>
                  </a:cubicBezTo>
                  <a:cubicBezTo>
                    <a:pt x="75" y="142"/>
                    <a:pt x="81" y="160"/>
                    <a:pt x="72" y="171"/>
                  </a:cubicBezTo>
                  <a:cubicBezTo>
                    <a:pt x="64" y="181"/>
                    <a:pt x="47" y="178"/>
                    <a:pt x="34" y="173"/>
                  </a:cubicBezTo>
                  <a:cubicBezTo>
                    <a:pt x="30" y="172"/>
                    <a:pt x="27" y="170"/>
                    <a:pt x="24" y="167"/>
                  </a:cubicBezTo>
                  <a:cubicBezTo>
                    <a:pt x="22" y="164"/>
                    <a:pt x="21" y="161"/>
                    <a:pt x="20" y="158"/>
                  </a:cubicBezTo>
                  <a:cubicBezTo>
                    <a:pt x="8" y="108"/>
                    <a:pt x="8" y="108"/>
                    <a:pt x="8" y="108"/>
                  </a:cubicBezTo>
                  <a:cubicBezTo>
                    <a:pt x="4" y="91"/>
                    <a:pt x="0" y="72"/>
                    <a:pt x="6" y="55"/>
                  </a:cubicBezTo>
                  <a:cubicBezTo>
                    <a:pt x="11" y="38"/>
                    <a:pt x="26" y="25"/>
                    <a:pt x="41" y="14"/>
                  </a:cubicBezTo>
                  <a:cubicBezTo>
                    <a:pt x="47" y="8"/>
                    <a:pt x="54" y="4"/>
                    <a:pt x="62" y="2"/>
                  </a:cubicBezTo>
                  <a:cubicBezTo>
                    <a:pt x="73" y="0"/>
                    <a:pt x="84" y="5"/>
                    <a:pt x="94" y="7"/>
                  </a:cubicBezTo>
                  <a:cubicBezTo>
                    <a:pt x="101" y="9"/>
                    <a:pt x="110" y="9"/>
                    <a:pt x="116" y="11"/>
                  </a:cubicBezTo>
                  <a:cubicBezTo>
                    <a:pt x="135" y="19"/>
                    <a:pt x="132" y="42"/>
                    <a:pt x="124" y="56"/>
                  </a:cubicBezTo>
                </a:path>
              </a:pathLst>
            </a:custGeom>
            <a:solidFill>
              <a:srgbClr val="606161">
                <a:alpha val="100000"/>
              </a:srgbClr>
            </a:solidFill>
            <a:ln w="9525">
              <a:noFill/>
            </a:ln>
          </p:spPr>
          <p:txBody>
            <a:bodyPr/>
            <a:p>
              <a:endParaRPr lang="zh-CN" altLang="en-US"/>
            </a:p>
          </p:txBody>
        </p:sp>
        <p:sp>
          <p:nvSpPr>
            <p:cNvPr id="18469" name="îṣḻïḑè"/>
            <p:cNvSpPr/>
            <p:nvPr/>
          </p:nvSpPr>
          <p:spPr>
            <a:xfrm>
              <a:off x="5376863" y="2127250"/>
              <a:ext cx="334963" cy="447675"/>
            </a:xfrm>
            <a:custGeom>
              <a:avLst/>
              <a:gdLst>
                <a:gd name="txL" fmla="*/ 0 w 135"/>
                <a:gd name="txT" fmla="*/ 0 h 181"/>
                <a:gd name="txR" fmla="*/ 135 w 135"/>
                <a:gd name="txB" fmla="*/ 181 h 181"/>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rect l="txL" t="txT" r="txR" b="txB"/>
              <a:pathLst>
                <a:path w="135" h="181">
                  <a:moveTo>
                    <a:pt x="124" y="56"/>
                  </a:moveTo>
                  <a:cubicBezTo>
                    <a:pt x="119" y="65"/>
                    <a:pt x="113" y="72"/>
                    <a:pt x="108" y="80"/>
                  </a:cubicBezTo>
                  <a:cubicBezTo>
                    <a:pt x="102" y="91"/>
                    <a:pt x="98" y="104"/>
                    <a:pt x="98" y="116"/>
                  </a:cubicBezTo>
                  <a:cubicBezTo>
                    <a:pt x="97" y="118"/>
                    <a:pt x="94" y="117"/>
                    <a:pt x="93" y="115"/>
                  </a:cubicBezTo>
                  <a:cubicBezTo>
                    <a:pt x="92" y="113"/>
                    <a:pt x="91" y="111"/>
                    <a:pt x="90" y="110"/>
                  </a:cubicBezTo>
                  <a:cubicBezTo>
                    <a:pt x="86" y="105"/>
                    <a:pt x="77" y="110"/>
                    <a:pt x="76" y="117"/>
                  </a:cubicBezTo>
                  <a:cubicBezTo>
                    <a:pt x="76" y="124"/>
                    <a:pt x="81" y="129"/>
                    <a:pt x="86" y="134"/>
                  </a:cubicBezTo>
                  <a:cubicBezTo>
                    <a:pt x="75" y="142"/>
                    <a:pt x="81" y="160"/>
                    <a:pt x="72" y="171"/>
                  </a:cubicBezTo>
                  <a:cubicBezTo>
                    <a:pt x="64" y="181"/>
                    <a:pt x="47" y="178"/>
                    <a:pt x="34" y="173"/>
                  </a:cubicBezTo>
                  <a:cubicBezTo>
                    <a:pt x="30" y="172"/>
                    <a:pt x="27" y="170"/>
                    <a:pt x="24" y="167"/>
                  </a:cubicBezTo>
                  <a:cubicBezTo>
                    <a:pt x="22" y="164"/>
                    <a:pt x="21" y="161"/>
                    <a:pt x="20" y="158"/>
                  </a:cubicBezTo>
                  <a:cubicBezTo>
                    <a:pt x="8" y="108"/>
                    <a:pt x="8" y="108"/>
                    <a:pt x="8" y="108"/>
                  </a:cubicBezTo>
                  <a:cubicBezTo>
                    <a:pt x="4" y="91"/>
                    <a:pt x="0" y="72"/>
                    <a:pt x="6" y="55"/>
                  </a:cubicBezTo>
                  <a:cubicBezTo>
                    <a:pt x="11" y="38"/>
                    <a:pt x="26" y="25"/>
                    <a:pt x="41" y="14"/>
                  </a:cubicBezTo>
                  <a:cubicBezTo>
                    <a:pt x="47" y="8"/>
                    <a:pt x="54" y="4"/>
                    <a:pt x="62" y="2"/>
                  </a:cubicBezTo>
                  <a:cubicBezTo>
                    <a:pt x="73" y="0"/>
                    <a:pt x="84" y="5"/>
                    <a:pt x="94" y="7"/>
                  </a:cubicBezTo>
                  <a:cubicBezTo>
                    <a:pt x="101" y="9"/>
                    <a:pt x="110" y="9"/>
                    <a:pt x="116" y="11"/>
                  </a:cubicBezTo>
                  <a:cubicBezTo>
                    <a:pt x="135" y="19"/>
                    <a:pt x="132" y="42"/>
                    <a:pt x="124" y="56"/>
                  </a:cubicBezTo>
                </a:path>
              </a:pathLst>
            </a:custGeom>
            <a:solidFill>
              <a:srgbClr val="000000">
                <a:alpha val="100000"/>
              </a:srgbClr>
            </a:solidFill>
            <a:ln w="9525">
              <a:noFill/>
            </a:ln>
          </p:spPr>
          <p:txBody>
            <a:bodyPr/>
            <a:p>
              <a:endParaRPr lang="zh-CN" altLang="en-US"/>
            </a:p>
          </p:txBody>
        </p:sp>
        <p:sp>
          <p:nvSpPr>
            <p:cNvPr id="18470" name="ïsļîḓè"/>
            <p:cNvSpPr/>
            <p:nvPr/>
          </p:nvSpPr>
          <p:spPr>
            <a:xfrm>
              <a:off x="5970588" y="2614613"/>
              <a:ext cx="133350" cy="215900"/>
            </a:xfrm>
            <a:custGeom>
              <a:avLst/>
              <a:gdLst>
                <a:gd name="txL" fmla="*/ 0 w 54"/>
                <a:gd name="txT" fmla="*/ 0 h 87"/>
                <a:gd name="txR" fmla="*/ 54 w 54"/>
                <a:gd name="txB" fmla="*/ 87 h 87"/>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rect l="txL" t="txT" r="txR" b="txB"/>
              <a:pathLst>
                <a:path w="54" h="87">
                  <a:moveTo>
                    <a:pt x="8" y="35"/>
                  </a:moveTo>
                  <a:cubicBezTo>
                    <a:pt x="8" y="27"/>
                    <a:pt x="7" y="19"/>
                    <a:pt x="10" y="12"/>
                  </a:cubicBezTo>
                  <a:cubicBezTo>
                    <a:pt x="16" y="2"/>
                    <a:pt x="30" y="0"/>
                    <a:pt x="40" y="5"/>
                  </a:cubicBezTo>
                  <a:cubicBezTo>
                    <a:pt x="47" y="8"/>
                    <a:pt x="52" y="14"/>
                    <a:pt x="54" y="21"/>
                  </a:cubicBezTo>
                  <a:cubicBezTo>
                    <a:pt x="54" y="26"/>
                    <a:pt x="53" y="32"/>
                    <a:pt x="50" y="37"/>
                  </a:cubicBezTo>
                  <a:cubicBezTo>
                    <a:pt x="47" y="42"/>
                    <a:pt x="43" y="46"/>
                    <a:pt x="40" y="51"/>
                  </a:cubicBezTo>
                  <a:cubicBezTo>
                    <a:pt x="36" y="60"/>
                    <a:pt x="26" y="87"/>
                    <a:pt x="11" y="76"/>
                  </a:cubicBezTo>
                  <a:cubicBezTo>
                    <a:pt x="0" y="69"/>
                    <a:pt x="9" y="46"/>
                    <a:pt x="8" y="35"/>
                  </a:cubicBezTo>
                  <a:close/>
                </a:path>
              </a:pathLst>
            </a:custGeom>
            <a:solidFill>
              <a:srgbClr val="F4A982">
                <a:alpha val="100000"/>
              </a:srgbClr>
            </a:solidFill>
            <a:ln w="9525">
              <a:noFill/>
            </a:ln>
          </p:spPr>
          <p:txBody>
            <a:bodyPr/>
            <a:p>
              <a:endParaRPr lang="zh-CN" altLang="en-US"/>
            </a:p>
          </p:txBody>
        </p:sp>
        <p:sp>
          <p:nvSpPr>
            <p:cNvPr id="18471" name="íṥľiďe"/>
            <p:cNvSpPr/>
            <p:nvPr/>
          </p:nvSpPr>
          <p:spPr>
            <a:xfrm>
              <a:off x="5553076" y="3297238"/>
              <a:ext cx="477838" cy="608013"/>
            </a:xfrm>
            <a:custGeom>
              <a:avLst/>
              <a:gdLst>
                <a:gd name="txL" fmla="*/ 0 w 193"/>
                <a:gd name="txT" fmla="*/ 0 h 246"/>
                <a:gd name="txR" fmla="*/ 193 w 193"/>
                <a:gd name="txB" fmla="*/ 246 h 246"/>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rect l="txL" t="txT" r="txR" b="txB"/>
              <a:pathLst>
                <a:path w="193" h="246">
                  <a:moveTo>
                    <a:pt x="188" y="77"/>
                  </a:moveTo>
                  <a:cubicBezTo>
                    <a:pt x="191" y="87"/>
                    <a:pt x="193" y="98"/>
                    <a:pt x="191" y="108"/>
                  </a:cubicBezTo>
                  <a:cubicBezTo>
                    <a:pt x="188" y="147"/>
                    <a:pt x="174" y="184"/>
                    <a:pt x="159" y="220"/>
                  </a:cubicBezTo>
                  <a:cubicBezTo>
                    <a:pt x="158" y="224"/>
                    <a:pt x="155" y="229"/>
                    <a:pt x="153" y="233"/>
                  </a:cubicBezTo>
                  <a:cubicBezTo>
                    <a:pt x="142" y="246"/>
                    <a:pt x="123" y="246"/>
                    <a:pt x="107" y="245"/>
                  </a:cubicBezTo>
                  <a:cubicBezTo>
                    <a:pt x="106" y="172"/>
                    <a:pt x="106" y="172"/>
                    <a:pt x="106" y="172"/>
                  </a:cubicBezTo>
                  <a:cubicBezTo>
                    <a:pt x="106" y="164"/>
                    <a:pt x="105" y="156"/>
                    <a:pt x="102" y="149"/>
                  </a:cubicBezTo>
                  <a:cubicBezTo>
                    <a:pt x="98" y="141"/>
                    <a:pt x="92" y="135"/>
                    <a:pt x="84" y="131"/>
                  </a:cubicBezTo>
                  <a:cubicBezTo>
                    <a:pt x="67" y="121"/>
                    <a:pt x="47" y="117"/>
                    <a:pt x="31" y="106"/>
                  </a:cubicBezTo>
                  <a:cubicBezTo>
                    <a:pt x="11" y="92"/>
                    <a:pt x="0" y="66"/>
                    <a:pt x="3" y="42"/>
                  </a:cubicBezTo>
                  <a:cubicBezTo>
                    <a:pt x="6" y="7"/>
                    <a:pt x="29" y="0"/>
                    <a:pt x="61" y="2"/>
                  </a:cubicBezTo>
                  <a:cubicBezTo>
                    <a:pt x="84" y="3"/>
                    <a:pt x="97" y="13"/>
                    <a:pt x="115" y="25"/>
                  </a:cubicBezTo>
                  <a:cubicBezTo>
                    <a:pt x="138" y="40"/>
                    <a:pt x="176" y="51"/>
                    <a:pt x="188" y="77"/>
                  </a:cubicBezTo>
                  <a:close/>
                </a:path>
              </a:pathLst>
            </a:custGeom>
            <a:solidFill>
              <a:srgbClr val="606161">
                <a:alpha val="100000"/>
              </a:srgbClr>
            </a:solidFill>
            <a:ln w="9525">
              <a:noFill/>
            </a:ln>
          </p:spPr>
          <p:txBody>
            <a:bodyPr/>
            <a:p>
              <a:endParaRPr lang="zh-CN" altLang="en-US"/>
            </a:p>
          </p:txBody>
        </p:sp>
        <p:sp>
          <p:nvSpPr>
            <p:cNvPr id="18472" name="işļïḓe"/>
            <p:cNvSpPr/>
            <p:nvPr/>
          </p:nvSpPr>
          <p:spPr>
            <a:xfrm>
              <a:off x="5553076" y="3297238"/>
              <a:ext cx="477838" cy="608013"/>
            </a:xfrm>
            <a:custGeom>
              <a:avLst/>
              <a:gdLst>
                <a:gd name="txL" fmla="*/ 0 w 193"/>
                <a:gd name="txT" fmla="*/ 0 h 246"/>
                <a:gd name="txR" fmla="*/ 193 w 193"/>
                <a:gd name="txB" fmla="*/ 246 h 246"/>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rect l="txL" t="txT" r="txR" b="txB"/>
              <a:pathLst>
                <a:path w="193" h="246">
                  <a:moveTo>
                    <a:pt x="188" y="77"/>
                  </a:moveTo>
                  <a:cubicBezTo>
                    <a:pt x="191" y="87"/>
                    <a:pt x="193" y="98"/>
                    <a:pt x="191" y="108"/>
                  </a:cubicBezTo>
                  <a:cubicBezTo>
                    <a:pt x="188" y="147"/>
                    <a:pt x="174" y="184"/>
                    <a:pt x="159" y="220"/>
                  </a:cubicBezTo>
                  <a:cubicBezTo>
                    <a:pt x="158" y="224"/>
                    <a:pt x="155" y="229"/>
                    <a:pt x="153" y="233"/>
                  </a:cubicBezTo>
                  <a:cubicBezTo>
                    <a:pt x="142" y="246"/>
                    <a:pt x="123" y="246"/>
                    <a:pt x="107" y="245"/>
                  </a:cubicBezTo>
                  <a:cubicBezTo>
                    <a:pt x="106" y="172"/>
                    <a:pt x="106" y="172"/>
                    <a:pt x="106" y="172"/>
                  </a:cubicBezTo>
                  <a:cubicBezTo>
                    <a:pt x="106" y="164"/>
                    <a:pt x="105" y="156"/>
                    <a:pt x="102" y="149"/>
                  </a:cubicBezTo>
                  <a:cubicBezTo>
                    <a:pt x="98" y="141"/>
                    <a:pt x="92" y="135"/>
                    <a:pt x="84" y="131"/>
                  </a:cubicBezTo>
                  <a:cubicBezTo>
                    <a:pt x="67" y="121"/>
                    <a:pt x="47" y="117"/>
                    <a:pt x="31" y="106"/>
                  </a:cubicBezTo>
                  <a:cubicBezTo>
                    <a:pt x="11" y="92"/>
                    <a:pt x="0" y="66"/>
                    <a:pt x="3" y="42"/>
                  </a:cubicBezTo>
                  <a:cubicBezTo>
                    <a:pt x="6" y="7"/>
                    <a:pt x="29" y="0"/>
                    <a:pt x="61" y="2"/>
                  </a:cubicBezTo>
                  <a:cubicBezTo>
                    <a:pt x="84" y="3"/>
                    <a:pt x="97" y="13"/>
                    <a:pt x="115" y="25"/>
                  </a:cubicBezTo>
                  <a:cubicBezTo>
                    <a:pt x="138" y="40"/>
                    <a:pt x="176" y="51"/>
                    <a:pt x="188" y="77"/>
                  </a:cubicBezTo>
                  <a:close/>
                </a:path>
              </a:pathLst>
            </a:custGeom>
            <a:gradFill rotWithShape="0">
              <a:gsLst>
                <a:gs pos="0">
                  <a:schemeClr val="tx1">
                    <a:alpha val="39998"/>
                  </a:schemeClr>
                </a:gs>
                <a:gs pos="100000">
                  <a:schemeClr val="tx1">
                    <a:alpha val="0"/>
                  </a:schemeClr>
                </a:gs>
              </a:gsLst>
              <a:lin ang="5400000"/>
              <a:tileRect/>
            </a:gradFill>
            <a:ln w="9525">
              <a:noFill/>
            </a:ln>
          </p:spPr>
          <p:txBody>
            <a:bodyPr/>
            <a:p>
              <a:endParaRPr lang="zh-CN" altLang="en-US"/>
            </a:p>
          </p:txBody>
        </p:sp>
        <p:sp>
          <p:nvSpPr>
            <p:cNvPr id="18473" name="iSlïḍè"/>
            <p:cNvSpPr/>
            <p:nvPr/>
          </p:nvSpPr>
          <p:spPr>
            <a:xfrm>
              <a:off x="5349876" y="3244850"/>
              <a:ext cx="574675" cy="1152525"/>
            </a:xfrm>
            <a:custGeom>
              <a:avLst/>
              <a:gdLst>
                <a:gd name="txL" fmla="*/ 0 w 232"/>
                <a:gd name="txT" fmla="*/ 0 h 466"/>
                <a:gd name="txR" fmla="*/ 232 w 232"/>
                <a:gd name="txB" fmla="*/ 466 h 466"/>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rect l="txL" t="txT" r="txR" b="txB"/>
              <a:pathLst>
                <a:path w="232" h="466">
                  <a:moveTo>
                    <a:pt x="34" y="134"/>
                  </a:moveTo>
                  <a:cubicBezTo>
                    <a:pt x="58" y="178"/>
                    <a:pt x="103" y="218"/>
                    <a:pt x="136" y="256"/>
                  </a:cubicBezTo>
                  <a:cubicBezTo>
                    <a:pt x="140" y="260"/>
                    <a:pt x="144" y="265"/>
                    <a:pt x="147" y="271"/>
                  </a:cubicBezTo>
                  <a:cubicBezTo>
                    <a:pt x="152" y="279"/>
                    <a:pt x="154" y="320"/>
                    <a:pt x="154" y="330"/>
                  </a:cubicBezTo>
                  <a:cubicBezTo>
                    <a:pt x="155" y="442"/>
                    <a:pt x="155" y="442"/>
                    <a:pt x="155" y="442"/>
                  </a:cubicBezTo>
                  <a:cubicBezTo>
                    <a:pt x="155" y="445"/>
                    <a:pt x="155" y="449"/>
                    <a:pt x="156" y="452"/>
                  </a:cubicBezTo>
                  <a:cubicBezTo>
                    <a:pt x="159" y="457"/>
                    <a:pt x="163" y="461"/>
                    <a:pt x="169" y="462"/>
                  </a:cubicBezTo>
                  <a:cubicBezTo>
                    <a:pt x="184" y="466"/>
                    <a:pt x="200" y="457"/>
                    <a:pt x="208" y="445"/>
                  </a:cubicBezTo>
                  <a:cubicBezTo>
                    <a:pt x="217" y="432"/>
                    <a:pt x="220" y="417"/>
                    <a:pt x="222" y="402"/>
                  </a:cubicBezTo>
                  <a:cubicBezTo>
                    <a:pt x="231" y="338"/>
                    <a:pt x="232" y="274"/>
                    <a:pt x="226" y="210"/>
                  </a:cubicBezTo>
                  <a:cubicBezTo>
                    <a:pt x="225" y="195"/>
                    <a:pt x="223" y="180"/>
                    <a:pt x="218" y="166"/>
                  </a:cubicBezTo>
                  <a:cubicBezTo>
                    <a:pt x="212" y="152"/>
                    <a:pt x="204" y="139"/>
                    <a:pt x="194" y="127"/>
                  </a:cubicBezTo>
                  <a:cubicBezTo>
                    <a:pt x="141" y="54"/>
                    <a:pt x="141" y="54"/>
                    <a:pt x="141" y="54"/>
                  </a:cubicBezTo>
                  <a:cubicBezTo>
                    <a:pt x="133" y="42"/>
                    <a:pt x="123" y="32"/>
                    <a:pt x="112" y="23"/>
                  </a:cubicBezTo>
                  <a:cubicBezTo>
                    <a:pt x="89" y="6"/>
                    <a:pt x="33" y="0"/>
                    <a:pt x="17" y="31"/>
                  </a:cubicBezTo>
                  <a:cubicBezTo>
                    <a:pt x="0" y="67"/>
                    <a:pt x="16" y="103"/>
                    <a:pt x="34" y="134"/>
                  </a:cubicBezTo>
                  <a:close/>
                </a:path>
              </a:pathLst>
            </a:custGeom>
            <a:solidFill>
              <a:srgbClr val="606161">
                <a:alpha val="100000"/>
              </a:srgbClr>
            </a:solidFill>
            <a:ln w="9525">
              <a:noFill/>
            </a:ln>
          </p:spPr>
          <p:txBody>
            <a:bodyPr/>
            <a:p>
              <a:endParaRPr lang="zh-CN" altLang="en-US"/>
            </a:p>
          </p:txBody>
        </p:sp>
        <p:sp>
          <p:nvSpPr>
            <p:cNvPr id="18474" name="ïślíḋe"/>
            <p:cNvSpPr/>
            <p:nvPr/>
          </p:nvSpPr>
          <p:spPr>
            <a:xfrm>
              <a:off x="5349876" y="3222625"/>
              <a:ext cx="574675" cy="1150938"/>
            </a:xfrm>
            <a:custGeom>
              <a:avLst/>
              <a:gdLst>
                <a:gd name="txL" fmla="*/ 0 w 232"/>
                <a:gd name="txT" fmla="*/ 0 h 466"/>
                <a:gd name="txR" fmla="*/ 232 w 232"/>
                <a:gd name="txB" fmla="*/ 466 h 466"/>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rect l="txL" t="txT" r="txR" b="txB"/>
              <a:pathLst>
                <a:path w="232" h="466">
                  <a:moveTo>
                    <a:pt x="34" y="134"/>
                  </a:moveTo>
                  <a:cubicBezTo>
                    <a:pt x="58" y="178"/>
                    <a:pt x="103" y="218"/>
                    <a:pt x="136" y="255"/>
                  </a:cubicBezTo>
                  <a:cubicBezTo>
                    <a:pt x="140" y="260"/>
                    <a:pt x="144" y="265"/>
                    <a:pt x="147" y="271"/>
                  </a:cubicBezTo>
                  <a:cubicBezTo>
                    <a:pt x="152" y="279"/>
                    <a:pt x="154" y="320"/>
                    <a:pt x="154" y="330"/>
                  </a:cubicBezTo>
                  <a:cubicBezTo>
                    <a:pt x="155" y="442"/>
                    <a:pt x="155" y="442"/>
                    <a:pt x="155" y="442"/>
                  </a:cubicBezTo>
                  <a:cubicBezTo>
                    <a:pt x="155" y="445"/>
                    <a:pt x="155" y="449"/>
                    <a:pt x="156" y="452"/>
                  </a:cubicBezTo>
                  <a:cubicBezTo>
                    <a:pt x="159" y="457"/>
                    <a:pt x="163" y="461"/>
                    <a:pt x="169" y="462"/>
                  </a:cubicBezTo>
                  <a:cubicBezTo>
                    <a:pt x="184" y="466"/>
                    <a:pt x="200" y="457"/>
                    <a:pt x="208" y="445"/>
                  </a:cubicBezTo>
                  <a:cubicBezTo>
                    <a:pt x="217" y="432"/>
                    <a:pt x="220" y="417"/>
                    <a:pt x="222" y="402"/>
                  </a:cubicBezTo>
                  <a:cubicBezTo>
                    <a:pt x="231" y="338"/>
                    <a:pt x="232" y="274"/>
                    <a:pt x="226" y="210"/>
                  </a:cubicBezTo>
                  <a:cubicBezTo>
                    <a:pt x="225" y="195"/>
                    <a:pt x="223" y="180"/>
                    <a:pt x="218" y="166"/>
                  </a:cubicBezTo>
                  <a:cubicBezTo>
                    <a:pt x="212" y="152"/>
                    <a:pt x="204" y="139"/>
                    <a:pt x="194" y="127"/>
                  </a:cubicBezTo>
                  <a:cubicBezTo>
                    <a:pt x="141" y="54"/>
                    <a:pt x="141" y="54"/>
                    <a:pt x="141" y="54"/>
                  </a:cubicBezTo>
                  <a:cubicBezTo>
                    <a:pt x="133" y="42"/>
                    <a:pt x="123" y="32"/>
                    <a:pt x="112" y="23"/>
                  </a:cubicBezTo>
                  <a:cubicBezTo>
                    <a:pt x="89" y="6"/>
                    <a:pt x="33" y="0"/>
                    <a:pt x="17" y="31"/>
                  </a:cubicBezTo>
                  <a:cubicBezTo>
                    <a:pt x="0" y="67"/>
                    <a:pt x="16" y="103"/>
                    <a:pt x="34" y="134"/>
                  </a:cubicBezTo>
                  <a:close/>
                </a:path>
              </a:pathLst>
            </a:custGeom>
            <a:gradFill rotWithShape="0">
              <a:gsLst>
                <a:gs pos="0">
                  <a:schemeClr val="tx1">
                    <a:alpha val="39998"/>
                  </a:schemeClr>
                </a:gs>
                <a:gs pos="100000">
                  <a:schemeClr val="tx1">
                    <a:alpha val="0"/>
                  </a:schemeClr>
                </a:gs>
              </a:gsLst>
              <a:lin ang="5400000"/>
              <a:tileRect/>
            </a:gradFill>
            <a:ln w="9525">
              <a:noFill/>
            </a:ln>
          </p:spPr>
          <p:txBody>
            <a:bodyPr/>
            <a:p>
              <a:endParaRPr lang="zh-CN" altLang="en-US"/>
            </a:p>
          </p:txBody>
        </p:sp>
        <p:sp>
          <p:nvSpPr>
            <p:cNvPr id="18475" name="íṣľiḍê"/>
            <p:cNvSpPr/>
            <p:nvPr/>
          </p:nvSpPr>
          <p:spPr>
            <a:xfrm>
              <a:off x="5083176" y="3376613"/>
              <a:ext cx="161925" cy="244475"/>
            </a:xfrm>
            <a:custGeom>
              <a:avLst/>
              <a:gdLst>
                <a:gd name="txL" fmla="*/ 0 w 66"/>
                <a:gd name="txT" fmla="*/ 0 h 99"/>
                <a:gd name="txR" fmla="*/ 66 w 66"/>
                <a:gd name="txB" fmla="*/ 99 h 99"/>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rect l="txL" t="txT" r="txR" b="txB"/>
              <a:pathLst>
                <a:path w="66" h="99">
                  <a:moveTo>
                    <a:pt x="1" y="72"/>
                  </a:moveTo>
                  <a:cubicBezTo>
                    <a:pt x="1" y="78"/>
                    <a:pt x="2" y="83"/>
                    <a:pt x="5" y="88"/>
                  </a:cubicBezTo>
                  <a:cubicBezTo>
                    <a:pt x="11" y="96"/>
                    <a:pt x="22" y="97"/>
                    <a:pt x="31" y="98"/>
                  </a:cubicBezTo>
                  <a:cubicBezTo>
                    <a:pt x="39" y="99"/>
                    <a:pt x="47" y="98"/>
                    <a:pt x="54" y="94"/>
                  </a:cubicBezTo>
                  <a:cubicBezTo>
                    <a:pt x="61" y="91"/>
                    <a:pt x="66" y="82"/>
                    <a:pt x="64" y="75"/>
                  </a:cubicBezTo>
                  <a:cubicBezTo>
                    <a:pt x="61" y="67"/>
                    <a:pt x="53" y="63"/>
                    <a:pt x="50" y="56"/>
                  </a:cubicBezTo>
                  <a:cubicBezTo>
                    <a:pt x="48" y="51"/>
                    <a:pt x="48" y="46"/>
                    <a:pt x="49" y="42"/>
                  </a:cubicBezTo>
                  <a:cubicBezTo>
                    <a:pt x="53" y="0"/>
                    <a:pt x="0" y="45"/>
                    <a:pt x="1" y="72"/>
                  </a:cubicBezTo>
                  <a:close/>
                </a:path>
              </a:pathLst>
            </a:custGeom>
            <a:solidFill>
              <a:srgbClr val="F4A982">
                <a:alpha val="100000"/>
              </a:srgbClr>
            </a:solidFill>
            <a:ln w="9525">
              <a:noFill/>
            </a:ln>
          </p:spPr>
          <p:txBody>
            <a:bodyPr/>
            <a:p>
              <a:endParaRPr lang="zh-CN" altLang="en-US"/>
            </a:p>
          </p:txBody>
        </p:sp>
        <p:sp>
          <p:nvSpPr>
            <p:cNvPr id="18476" name="iṣlîďê"/>
            <p:cNvSpPr/>
            <p:nvPr/>
          </p:nvSpPr>
          <p:spPr>
            <a:xfrm>
              <a:off x="5335588" y="2579688"/>
              <a:ext cx="442913" cy="806450"/>
            </a:xfrm>
            <a:custGeom>
              <a:avLst/>
              <a:gdLst>
                <a:gd name="txL" fmla="*/ 0 w 179"/>
                <a:gd name="txT" fmla="*/ 0 h 326"/>
                <a:gd name="txR" fmla="*/ 179 w 179"/>
                <a:gd name="txB" fmla="*/ 326 h 326"/>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rect l="txL" t="txT" r="txR" b="txB"/>
              <a:pathLst>
                <a:path w="179" h="326">
                  <a:moveTo>
                    <a:pt x="91" y="4"/>
                  </a:moveTo>
                  <a:cubicBezTo>
                    <a:pt x="70" y="0"/>
                    <a:pt x="46" y="1"/>
                    <a:pt x="31" y="15"/>
                  </a:cubicBezTo>
                  <a:cubicBezTo>
                    <a:pt x="20" y="27"/>
                    <a:pt x="16" y="44"/>
                    <a:pt x="13" y="60"/>
                  </a:cubicBezTo>
                  <a:cubicBezTo>
                    <a:pt x="6" y="103"/>
                    <a:pt x="2" y="147"/>
                    <a:pt x="1" y="191"/>
                  </a:cubicBezTo>
                  <a:cubicBezTo>
                    <a:pt x="0" y="211"/>
                    <a:pt x="0" y="232"/>
                    <a:pt x="4" y="253"/>
                  </a:cubicBezTo>
                  <a:cubicBezTo>
                    <a:pt x="9" y="273"/>
                    <a:pt x="19" y="293"/>
                    <a:pt x="35" y="305"/>
                  </a:cubicBezTo>
                  <a:cubicBezTo>
                    <a:pt x="55" y="320"/>
                    <a:pt x="82" y="323"/>
                    <a:pt x="107" y="325"/>
                  </a:cubicBezTo>
                  <a:cubicBezTo>
                    <a:pt x="125" y="326"/>
                    <a:pt x="145" y="326"/>
                    <a:pt x="157" y="313"/>
                  </a:cubicBezTo>
                  <a:cubicBezTo>
                    <a:pt x="162" y="308"/>
                    <a:pt x="166" y="301"/>
                    <a:pt x="168" y="294"/>
                  </a:cubicBezTo>
                  <a:cubicBezTo>
                    <a:pt x="174" y="274"/>
                    <a:pt x="176" y="253"/>
                    <a:pt x="177" y="233"/>
                  </a:cubicBezTo>
                  <a:cubicBezTo>
                    <a:pt x="178" y="201"/>
                    <a:pt x="179" y="169"/>
                    <a:pt x="179" y="137"/>
                  </a:cubicBezTo>
                  <a:cubicBezTo>
                    <a:pt x="179" y="108"/>
                    <a:pt x="178" y="77"/>
                    <a:pt x="164" y="51"/>
                  </a:cubicBezTo>
                  <a:cubicBezTo>
                    <a:pt x="150" y="23"/>
                    <a:pt x="121" y="10"/>
                    <a:pt x="91" y="4"/>
                  </a:cubicBezTo>
                  <a:close/>
                </a:path>
              </a:pathLst>
            </a:custGeom>
            <a:solidFill>
              <a:srgbClr val="FFFFFF">
                <a:alpha val="100000"/>
              </a:srgbClr>
            </a:solidFill>
            <a:ln w="9525">
              <a:noFill/>
            </a:ln>
          </p:spPr>
          <p:txBody>
            <a:bodyPr/>
            <a:p>
              <a:endParaRPr lang="zh-CN" altLang="en-US"/>
            </a:p>
          </p:txBody>
        </p:sp>
        <p:sp>
          <p:nvSpPr>
            <p:cNvPr id="73" name="ïṡ1îḓé"/>
            <p:cNvSpPr/>
            <p:nvPr/>
          </p:nvSpPr>
          <p:spPr bwMode="auto">
            <a:xfrm>
              <a:off x="5575301" y="2757488"/>
              <a:ext cx="198438" cy="615950"/>
            </a:xfrm>
            <a:custGeom>
              <a:avLst/>
              <a:gdLst>
                <a:gd name="T0" fmla="*/ 17 w 80"/>
                <a:gd name="T1" fmla="*/ 133 h 249"/>
                <a:gd name="T2" fmla="*/ 15 w 80"/>
                <a:gd name="T3" fmla="*/ 184 h 249"/>
                <a:gd name="T4" fmla="*/ 13 w 80"/>
                <a:gd name="T5" fmla="*/ 219 h 249"/>
                <a:gd name="T6" fmla="*/ 33 w 80"/>
                <a:gd name="T7" fmla="*/ 246 h 249"/>
                <a:gd name="T8" fmla="*/ 65 w 80"/>
                <a:gd name="T9" fmla="*/ 232 h 249"/>
                <a:gd name="T10" fmla="*/ 75 w 80"/>
                <a:gd name="T11" fmla="*/ 196 h 249"/>
                <a:gd name="T12" fmla="*/ 77 w 80"/>
                <a:gd name="T13" fmla="*/ 95 h 249"/>
                <a:gd name="T14" fmla="*/ 71 w 80"/>
                <a:gd name="T15" fmla="*/ 63 h 249"/>
                <a:gd name="T16" fmla="*/ 9 w 80"/>
                <a:gd name="T17" fmla="*/ 22 h 249"/>
                <a:gd name="T18" fmla="*/ 8 w 80"/>
                <a:gd name="T19" fmla="*/ 73 h 249"/>
                <a:gd name="T20" fmla="*/ 17 w 80"/>
                <a:gd name="T21" fmla="*/ 133 h 2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0" h="249">
                  <a:moveTo>
                    <a:pt x="17" y="133"/>
                  </a:moveTo>
                  <a:cubicBezTo>
                    <a:pt x="18" y="150"/>
                    <a:pt x="18" y="167"/>
                    <a:pt x="15" y="184"/>
                  </a:cubicBezTo>
                  <a:cubicBezTo>
                    <a:pt x="14" y="196"/>
                    <a:pt x="11" y="208"/>
                    <a:pt x="13" y="219"/>
                  </a:cubicBezTo>
                  <a:cubicBezTo>
                    <a:pt x="14" y="231"/>
                    <a:pt x="22" y="243"/>
                    <a:pt x="33" y="246"/>
                  </a:cubicBezTo>
                  <a:cubicBezTo>
                    <a:pt x="45" y="249"/>
                    <a:pt x="58" y="242"/>
                    <a:pt x="65" y="232"/>
                  </a:cubicBezTo>
                  <a:cubicBezTo>
                    <a:pt x="71" y="221"/>
                    <a:pt x="73" y="209"/>
                    <a:pt x="75" y="196"/>
                  </a:cubicBezTo>
                  <a:cubicBezTo>
                    <a:pt x="79" y="163"/>
                    <a:pt x="80" y="129"/>
                    <a:pt x="77" y="95"/>
                  </a:cubicBezTo>
                  <a:cubicBezTo>
                    <a:pt x="77" y="84"/>
                    <a:pt x="75" y="73"/>
                    <a:pt x="71" y="63"/>
                  </a:cubicBezTo>
                  <a:cubicBezTo>
                    <a:pt x="65" y="48"/>
                    <a:pt x="28" y="0"/>
                    <a:pt x="9" y="22"/>
                  </a:cubicBezTo>
                  <a:cubicBezTo>
                    <a:pt x="0" y="33"/>
                    <a:pt x="7" y="61"/>
                    <a:pt x="8" y="73"/>
                  </a:cubicBezTo>
                  <a:cubicBezTo>
                    <a:pt x="11" y="93"/>
                    <a:pt x="15" y="113"/>
                    <a:pt x="17" y="133"/>
                  </a:cubicBezTo>
                  <a:close/>
                </a:path>
              </a:pathLst>
            </a:custGeom>
            <a:gradFill>
              <a:gsLst>
                <a:gs pos="3000">
                  <a:schemeClr val="tx1">
                    <a:alpha val="7000"/>
                  </a:schemeClr>
                </a:gs>
                <a:gs pos="100000">
                  <a:schemeClr val="bg1">
                    <a:alpha val="0"/>
                  </a:schemeClr>
                </a:gs>
              </a:gsLst>
              <a:lin ang="10800000" scaled="0"/>
            </a:gradFill>
            <a:ln>
              <a:noFill/>
            </a:ln>
          </p:spPr>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chemeClr val="tx1"/>
                </a:solidFill>
                <a:effectLst/>
                <a:uLnTx/>
                <a:uFillTx/>
                <a:latin typeface="等线" pitchFamily="2" charset="-122"/>
                <a:ea typeface="等线" pitchFamily="2" charset="-122"/>
                <a:cs typeface="+mn-cs"/>
              </a:endParaRPr>
            </a:p>
          </p:txBody>
        </p:sp>
        <p:sp>
          <p:nvSpPr>
            <p:cNvPr id="18480" name="íŝḻîḑé"/>
            <p:cNvSpPr/>
            <p:nvPr/>
          </p:nvSpPr>
          <p:spPr>
            <a:xfrm>
              <a:off x="5621338" y="2614613"/>
              <a:ext cx="427038" cy="484188"/>
            </a:xfrm>
            <a:custGeom>
              <a:avLst/>
              <a:gdLst>
                <a:gd name="txL" fmla="*/ 0 w 172"/>
                <a:gd name="txT" fmla="*/ 0 h 196"/>
                <a:gd name="txR" fmla="*/ 172 w 172"/>
                <a:gd name="txB" fmla="*/ 196 h 196"/>
              </a:gdLst>
              <a:ahLst/>
              <a:cxnLst>
                <a:cxn ang="0">
                  <a:pos x="2147483647"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rect l="txL" t="txT" r="txR" b="txB"/>
              <a:pathLst>
                <a:path w="172" h="196">
                  <a:moveTo>
                    <a:pt x="8" y="19"/>
                  </a:moveTo>
                  <a:cubicBezTo>
                    <a:pt x="3" y="26"/>
                    <a:pt x="0" y="36"/>
                    <a:pt x="0" y="45"/>
                  </a:cubicBezTo>
                  <a:cubicBezTo>
                    <a:pt x="0" y="72"/>
                    <a:pt x="15" y="97"/>
                    <a:pt x="25" y="122"/>
                  </a:cubicBezTo>
                  <a:cubicBezTo>
                    <a:pt x="31" y="138"/>
                    <a:pt x="36" y="156"/>
                    <a:pt x="47" y="170"/>
                  </a:cubicBezTo>
                  <a:cubicBezTo>
                    <a:pt x="57" y="182"/>
                    <a:pt x="70" y="190"/>
                    <a:pt x="85" y="194"/>
                  </a:cubicBezTo>
                  <a:cubicBezTo>
                    <a:pt x="90" y="196"/>
                    <a:pt x="96" y="196"/>
                    <a:pt x="101" y="195"/>
                  </a:cubicBezTo>
                  <a:cubicBezTo>
                    <a:pt x="111" y="193"/>
                    <a:pt x="118" y="186"/>
                    <a:pt x="125" y="178"/>
                  </a:cubicBezTo>
                  <a:cubicBezTo>
                    <a:pt x="149" y="152"/>
                    <a:pt x="169" y="120"/>
                    <a:pt x="172" y="84"/>
                  </a:cubicBezTo>
                  <a:cubicBezTo>
                    <a:pt x="172" y="81"/>
                    <a:pt x="172" y="78"/>
                    <a:pt x="171" y="76"/>
                  </a:cubicBezTo>
                  <a:cubicBezTo>
                    <a:pt x="170" y="72"/>
                    <a:pt x="167" y="69"/>
                    <a:pt x="163" y="67"/>
                  </a:cubicBezTo>
                  <a:cubicBezTo>
                    <a:pt x="155" y="61"/>
                    <a:pt x="146" y="55"/>
                    <a:pt x="136" y="58"/>
                  </a:cubicBezTo>
                  <a:cubicBezTo>
                    <a:pt x="131" y="60"/>
                    <a:pt x="127" y="63"/>
                    <a:pt x="123" y="68"/>
                  </a:cubicBezTo>
                  <a:cubicBezTo>
                    <a:pt x="96" y="98"/>
                    <a:pt x="96" y="98"/>
                    <a:pt x="96" y="98"/>
                  </a:cubicBezTo>
                  <a:cubicBezTo>
                    <a:pt x="87" y="73"/>
                    <a:pt x="74" y="50"/>
                    <a:pt x="59" y="28"/>
                  </a:cubicBezTo>
                  <a:cubicBezTo>
                    <a:pt x="48" y="12"/>
                    <a:pt x="24" y="0"/>
                    <a:pt x="8" y="19"/>
                  </a:cubicBezTo>
                  <a:close/>
                </a:path>
              </a:pathLst>
            </a:custGeom>
            <a:solidFill>
              <a:srgbClr val="FFFFFF">
                <a:alpha val="100000"/>
              </a:srgbClr>
            </a:solidFill>
            <a:ln w="9525">
              <a:noFill/>
            </a:ln>
          </p:spPr>
          <p:txBody>
            <a:bodyPr/>
            <a:p>
              <a:endParaRPr lang="zh-CN" altLang="en-US"/>
            </a:p>
          </p:txBody>
        </p:sp>
        <p:sp>
          <p:nvSpPr>
            <p:cNvPr id="18481" name="išḷiďé"/>
            <p:cNvSpPr/>
            <p:nvPr/>
          </p:nvSpPr>
          <p:spPr>
            <a:xfrm>
              <a:off x="5478463" y="2552700"/>
              <a:ext cx="168275" cy="87313"/>
            </a:xfrm>
            <a:custGeom>
              <a:avLst/>
              <a:gdLst>
                <a:gd name="txL" fmla="*/ 0 w 68"/>
                <a:gd name="txT" fmla="*/ 0 h 35"/>
                <a:gd name="txR" fmla="*/ 68 w 68"/>
                <a:gd name="txB" fmla="*/ 35 h 35"/>
              </a:gdLst>
              <a:ahLst/>
              <a:cxnLst>
                <a:cxn ang="0">
                  <a:pos x="0"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Lst>
              <a:rect l="txL" t="txT" r="txR" b="txB"/>
              <a:pathLst>
                <a:path w="68" h="35">
                  <a:moveTo>
                    <a:pt x="0" y="15"/>
                  </a:moveTo>
                  <a:cubicBezTo>
                    <a:pt x="0" y="16"/>
                    <a:pt x="0" y="17"/>
                    <a:pt x="0" y="18"/>
                  </a:cubicBezTo>
                  <a:cubicBezTo>
                    <a:pt x="1" y="19"/>
                    <a:pt x="1" y="19"/>
                    <a:pt x="2" y="19"/>
                  </a:cubicBezTo>
                  <a:cubicBezTo>
                    <a:pt x="23" y="29"/>
                    <a:pt x="45" y="35"/>
                    <a:pt x="68" y="35"/>
                  </a:cubicBezTo>
                  <a:cubicBezTo>
                    <a:pt x="66" y="31"/>
                    <a:pt x="64" y="26"/>
                    <a:pt x="63" y="22"/>
                  </a:cubicBezTo>
                  <a:cubicBezTo>
                    <a:pt x="63" y="19"/>
                    <a:pt x="63" y="10"/>
                    <a:pt x="61" y="8"/>
                  </a:cubicBezTo>
                  <a:cubicBezTo>
                    <a:pt x="58" y="5"/>
                    <a:pt x="44" y="5"/>
                    <a:pt x="39" y="5"/>
                  </a:cubicBezTo>
                  <a:cubicBezTo>
                    <a:pt x="17" y="2"/>
                    <a:pt x="17" y="2"/>
                    <a:pt x="17" y="2"/>
                  </a:cubicBezTo>
                  <a:cubicBezTo>
                    <a:pt x="5" y="0"/>
                    <a:pt x="3" y="3"/>
                    <a:pt x="0" y="15"/>
                  </a:cubicBezTo>
                  <a:close/>
                </a:path>
              </a:pathLst>
            </a:custGeom>
            <a:solidFill>
              <a:srgbClr val="FFFFFF">
                <a:alpha val="100000"/>
              </a:srgbClr>
            </a:solidFill>
            <a:ln w="9525">
              <a:noFill/>
            </a:ln>
          </p:spPr>
          <p:txBody>
            <a:bodyPr/>
            <a:p>
              <a:endParaRPr lang="zh-CN" altLang="en-US"/>
            </a:p>
          </p:txBody>
        </p:sp>
        <p:sp>
          <p:nvSpPr>
            <p:cNvPr id="76" name="išlíḑe"/>
            <p:cNvSpPr/>
            <p:nvPr/>
          </p:nvSpPr>
          <p:spPr bwMode="auto">
            <a:xfrm>
              <a:off x="5478463" y="2552700"/>
              <a:ext cx="168275" cy="87313"/>
            </a:xfrm>
            <a:custGeom>
              <a:avLst/>
              <a:gdLst>
                <a:gd name="T0" fmla="*/ 0 w 68"/>
                <a:gd name="T1" fmla="*/ 15 h 35"/>
                <a:gd name="T2" fmla="*/ 0 w 68"/>
                <a:gd name="T3" fmla="*/ 18 h 35"/>
                <a:gd name="T4" fmla="*/ 2 w 68"/>
                <a:gd name="T5" fmla="*/ 19 h 35"/>
                <a:gd name="T6" fmla="*/ 68 w 68"/>
                <a:gd name="T7" fmla="*/ 35 h 35"/>
                <a:gd name="T8" fmla="*/ 63 w 68"/>
                <a:gd name="T9" fmla="*/ 22 h 35"/>
                <a:gd name="T10" fmla="*/ 61 w 68"/>
                <a:gd name="T11" fmla="*/ 8 h 35"/>
                <a:gd name="T12" fmla="*/ 39 w 68"/>
                <a:gd name="T13" fmla="*/ 5 h 35"/>
                <a:gd name="T14" fmla="*/ 17 w 68"/>
                <a:gd name="T15" fmla="*/ 2 h 35"/>
                <a:gd name="T16" fmla="*/ 0 w 68"/>
                <a:gd name="T17" fmla="*/ 15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8" h="35">
                  <a:moveTo>
                    <a:pt x="0" y="15"/>
                  </a:moveTo>
                  <a:cubicBezTo>
                    <a:pt x="0" y="16"/>
                    <a:pt x="0" y="17"/>
                    <a:pt x="0" y="18"/>
                  </a:cubicBezTo>
                  <a:cubicBezTo>
                    <a:pt x="1" y="19"/>
                    <a:pt x="1" y="19"/>
                    <a:pt x="2" y="19"/>
                  </a:cubicBezTo>
                  <a:cubicBezTo>
                    <a:pt x="23" y="29"/>
                    <a:pt x="45" y="35"/>
                    <a:pt x="68" y="35"/>
                  </a:cubicBezTo>
                  <a:cubicBezTo>
                    <a:pt x="66" y="31"/>
                    <a:pt x="64" y="26"/>
                    <a:pt x="63" y="22"/>
                  </a:cubicBezTo>
                  <a:cubicBezTo>
                    <a:pt x="63" y="19"/>
                    <a:pt x="63" y="10"/>
                    <a:pt x="61" y="8"/>
                  </a:cubicBezTo>
                  <a:cubicBezTo>
                    <a:pt x="58" y="5"/>
                    <a:pt x="44" y="5"/>
                    <a:pt x="39" y="5"/>
                  </a:cubicBezTo>
                  <a:cubicBezTo>
                    <a:pt x="17" y="2"/>
                    <a:pt x="17" y="2"/>
                    <a:pt x="17" y="2"/>
                  </a:cubicBezTo>
                  <a:cubicBezTo>
                    <a:pt x="5" y="0"/>
                    <a:pt x="3" y="3"/>
                    <a:pt x="0" y="15"/>
                  </a:cubicBezTo>
                  <a:close/>
                </a:path>
              </a:pathLst>
            </a:custGeom>
            <a:gradFill>
              <a:gsLst>
                <a:gs pos="3000">
                  <a:schemeClr val="tx1">
                    <a:alpha val="5000"/>
                  </a:schemeClr>
                </a:gs>
                <a:gs pos="100000">
                  <a:schemeClr val="bg1">
                    <a:alpha val="0"/>
                  </a:schemeClr>
                </a:gs>
              </a:gsLst>
              <a:lin ang="0" scaled="0"/>
            </a:gradFill>
            <a:ln>
              <a:noFill/>
            </a:ln>
          </p:spPr>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chemeClr val="tx1"/>
                </a:solidFill>
                <a:effectLst/>
                <a:uLnTx/>
                <a:uFillTx/>
                <a:latin typeface="等线" pitchFamily="2" charset="-122"/>
                <a:ea typeface="等线" pitchFamily="2" charset="-122"/>
                <a:cs typeface="+mn-cs"/>
              </a:endParaRPr>
            </a:p>
          </p:txBody>
        </p:sp>
        <p:sp>
          <p:nvSpPr>
            <p:cNvPr id="18485" name="îşļîḓe"/>
            <p:cNvSpPr/>
            <p:nvPr/>
          </p:nvSpPr>
          <p:spPr>
            <a:xfrm>
              <a:off x="4584701" y="4413250"/>
              <a:ext cx="768350" cy="717550"/>
            </a:xfrm>
            <a:custGeom>
              <a:avLst/>
              <a:gdLst>
                <a:gd name="txL" fmla="*/ 0 w 310"/>
                <a:gd name="txT" fmla="*/ 0 h 290"/>
                <a:gd name="txR" fmla="*/ 310 w 310"/>
                <a:gd name="txB" fmla="*/ 290 h 290"/>
              </a:gdLst>
              <a:ahLst/>
              <a:cxnLst>
                <a:cxn ang="0">
                  <a:pos x="2147483647" y="0"/>
                </a:cxn>
                <a:cxn ang="0">
                  <a:pos x="2147483647" y="0"/>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0"/>
                </a:cxn>
                <a:cxn ang="0">
                  <a:pos x="2147483647" y="0"/>
                </a:cxn>
                <a:cxn ang="0">
                  <a:pos x="2147483647" y="2147483647"/>
                </a:cxn>
                <a:cxn ang="0">
                  <a:pos x="2147483647" y="0"/>
                </a:cxn>
              </a:cxnLst>
              <a:rect l="txL" t="txT" r="txR" b="txB"/>
              <a:pathLst>
                <a:path w="310" h="290">
                  <a:moveTo>
                    <a:pt x="165" y="0"/>
                  </a:moveTo>
                  <a:cubicBezTo>
                    <a:pt x="165" y="0"/>
                    <a:pt x="165" y="0"/>
                    <a:pt x="165" y="0"/>
                  </a:cubicBezTo>
                  <a:cubicBezTo>
                    <a:pt x="161" y="0"/>
                    <a:pt x="161" y="0"/>
                    <a:pt x="161" y="0"/>
                  </a:cubicBezTo>
                  <a:cubicBezTo>
                    <a:pt x="104" y="2"/>
                    <a:pt x="53" y="36"/>
                    <a:pt x="31" y="89"/>
                  </a:cubicBezTo>
                  <a:cubicBezTo>
                    <a:pt x="0" y="163"/>
                    <a:pt x="34" y="248"/>
                    <a:pt x="108" y="279"/>
                  </a:cubicBezTo>
                  <a:cubicBezTo>
                    <a:pt x="126" y="286"/>
                    <a:pt x="145" y="290"/>
                    <a:pt x="164" y="290"/>
                  </a:cubicBezTo>
                  <a:cubicBezTo>
                    <a:pt x="221" y="290"/>
                    <a:pt x="275" y="257"/>
                    <a:pt x="298" y="201"/>
                  </a:cubicBezTo>
                  <a:cubicBezTo>
                    <a:pt x="306" y="183"/>
                    <a:pt x="310" y="164"/>
                    <a:pt x="310" y="144"/>
                  </a:cubicBezTo>
                  <a:cubicBezTo>
                    <a:pt x="310" y="144"/>
                    <a:pt x="310" y="144"/>
                    <a:pt x="310" y="144"/>
                  </a:cubicBezTo>
                  <a:cubicBezTo>
                    <a:pt x="310" y="164"/>
                    <a:pt x="306" y="183"/>
                    <a:pt x="298" y="201"/>
                  </a:cubicBezTo>
                  <a:cubicBezTo>
                    <a:pt x="161" y="144"/>
                    <a:pt x="161" y="144"/>
                    <a:pt x="161" y="144"/>
                  </a:cubicBezTo>
                  <a:cubicBezTo>
                    <a:pt x="161" y="0"/>
                    <a:pt x="161" y="0"/>
                    <a:pt x="161" y="0"/>
                  </a:cubicBezTo>
                  <a:cubicBezTo>
                    <a:pt x="165" y="0"/>
                    <a:pt x="165" y="0"/>
                    <a:pt x="165" y="0"/>
                  </a:cubicBezTo>
                  <a:cubicBezTo>
                    <a:pt x="165" y="0"/>
                    <a:pt x="165" y="0"/>
                    <a:pt x="165" y="0"/>
                  </a:cubicBezTo>
                  <a:cubicBezTo>
                    <a:pt x="244" y="0"/>
                    <a:pt x="308" y="63"/>
                    <a:pt x="310" y="142"/>
                  </a:cubicBezTo>
                  <a:cubicBezTo>
                    <a:pt x="308" y="63"/>
                    <a:pt x="244" y="0"/>
                    <a:pt x="165" y="0"/>
                  </a:cubicBezTo>
                </a:path>
              </a:pathLst>
            </a:custGeom>
            <a:solidFill>
              <a:srgbClr val="68A4FD">
                <a:alpha val="50195"/>
              </a:srgbClr>
            </a:solidFill>
            <a:ln w="9525">
              <a:noFill/>
            </a:ln>
          </p:spPr>
          <p:txBody>
            <a:bodyPr/>
            <a:p>
              <a:endParaRPr lang="zh-CN" altLang="en-US"/>
            </a:p>
          </p:txBody>
        </p:sp>
        <p:sp>
          <p:nvSpPr>
            <p:cNvPr id="18486" name="ïṥ1îde"/>
            <p:cNvSpPr/>
            <p:nvPr/>
          </p:nvSpPr>
          <p:spPr>
            <a:xfrm>
              <a:off x="5353051" y="4764088"/>
              <a:ext cx="0" cy="6350"/>
            </a:xfrm>
            <a:custGeom>
              <a:avLst/>
              <a:gdLst>
                <a:gd name="txL" fmla="*/ 0 w 0"/>
                <a:gd name="txT" fmla="*/ 0 h 2"/>
                <a:gd name="txR" fmla="*/ 0 w 0"/>
                <a:gd name="txB" fmla="*/ 2 h 2"/>
              </a:gdLst>
              <a:ahLst/>
              <a:cxnLst>
                <a:cxn ang="0">
                  <a:pos x="0" y="0"/>
                </a:cxn>
                <a:cxn ang="0">
                  <a:pos x="0" y="2147483647"/>
                </a:cxn>
                <a:cxn ang="0">
                  <a:pos x="0" y="2147483647"/>
                </a:cxn>
                <a:cxn ang="0">
                  <a:pos x="0" y="2147483647"/>
                </a:cxn>
                <a:cxn ang="0">
                  <a:pos x="0" y="2147483647"/>
                </a:cxn>
                <a:cxn ang="0">
                  <a:pos x="0" y="0"/>
                </a:cxn>
              </a:cxnLst>
              <a:rect l="txL" t="txT" r="txR" b="txB"/>
              <a:pathLst>
                <a:path h="2">
                  <a:moveTo>
                    <a:pt x="0" y="0"/>
                  </a:moveTo>
                  <a:cubicBezTo>
                    <a:pt x="0" y="1"/>
                    <a:pt x="0" y="1"/>
                    <a:pt x="0" y="2"/>
                  </a:cubicBezTo>
                  <a:cubicBezTo>
                    <a:pt x="0" y="2"/>
                    <a:pt x="0" y="2"/>
                    <a:pt x="0" y="2"/>
                  </a:cubicBezTo>
                  <a:cubicBezTo>
                    <a:pt x="0" y="2"/>
                    <a:pt x="0" y="2"/>
                    <a:pt x="0" y="2"/>
                  </a:cubicBezTo>
                  <a:cubicBezTo>
                    <a:pt x="0" y="2"/>
                    <a:pt x="0" y="2"/>
                    <a:pt x="0" y="2"/>
                  </a:cubicBezTo>
                  <a:cubicBezTo>
                    <a:pt x="0" y="2"/>
                    <a:pt x="0" y="1"/>
                    <a:pt x="0" y="0"/>
                  </a:cubicBezTo>
                </a:path>
              </a:pathLst>
            </a:custGeom>
            <a:solidFill>
              <a:srgbClr val="68A4FD">
                <a:alpha val="100000"/>
              </a:srgbClr>
            </a:solidFill>
            <a:ln w="9525">
              <a:noFill/>
            </a:ln>
          </p:spPr>
          <p:txBody>
            <a:bodyPr/>
            <a:p>
              <a:endParaRPr lang="zh-CN" altLang="en-US"/>
            </a:p>
          </p:txBody>
        </p:sp>
        <p:sp>
          <p:nvSpPr>
            <p:cNvPr id="18487" name="i$ľîdè"/>
            <p:cNvSpPr/>
            <p:nvPr/>
          </p:nvSpPr>
          <p:spPr>
            <a:xfrm>
              <a:off x="4983163" y="4413250"/>
              <a:ext cx="369888" cy="496888"/>
            </a:xfrm>
            <a:custGeom>
              <a:avLst/>
              <a:gdLst>
                <a:gd name="txL" fmla="*/ 0 w 149"/>
                <a:gd name="txT" fmla="*/ 0 h 201"/>
                <a:gd name="txR" fmla="*/ 149 w 149"/>
                <a:gd name="txB" fmla="*/ 201 h 201"/>
              </a:gdLst>
              <a:ahLst/>
              <a:cxnLst>
                <a:cxn ang="0">
                  <a:pos x="2147483647" y="0"/>
                </a:cxn>
                <a:cxn ang="0">
                  <a:pos x="2147483647" y="0"/>
                </a:cxn>
                <a:cxn ang="0">
                  <a:pos x="0" y="0"/>
                </a:cxn>
                <a:cxn ang="0">
                  <a:pos x="0" y="2147483647"/>
                </a:cxn>
                <a:cxn ang="0">
                  <a:pos x="2147483647" y="2147483647"/>
                </a:cxn>
                <a:cxn ang="0">
                  <a:pos x="2147483647" y="2147483647"/>
                </a:cxn>
                <a:cxn ang="0">
                  <a:pos x="2147483647" y="2147483647"/>
                </a:cxn>
                <a:cxn ang="0">
                  <a:pos x="2147483647" y="2147483647"/>
                </a:cxn>
                <a:cxn ang="0">
                  <a:pos x="2147483647" y="0"/>
                </a:cxn>
              </a:cxnLst>
              <a:rect l="txL" t="txT" r="txR" b="txB"/>
              <a:pathLst>
                <a:path w="149" h="201">
                  <a:moveTo>
                    <a:pt x="4" y="0"/>
                  </a:moveTo>
                  <a:cubicBezTo>
                    <a:pt x="4" y="0"/>
                    <a:pt x="4" y="0"/>
                    <a:pt x="4" y="0"/>
                  </a:cubicBezTo>
                  <a:cubicBezTo>
                    <a:pt x="0" y="0"/>
                    <a:pt x="0" y="0"/>
                    <a:pt x="0" y="0"/>
                  </a:cubicBezTo>
                  <a:cubicBezTo>
                    <a:pt x="0" y="144"/>
                    <a:pt x="0" y="144"/>
                    <a:pt x="0" y="144"/>
                  </a:cubicBezTo>
                  <a:cubicBezTo>
                    <a:pt x="137" y="201"/>
                    <a:pt x="137" y="201"/>
                    <a:pt x="137" y="201"/>
                  </a:cubicBezTo>
                  <a:cubicBezTo>
                    <a:pt x="145" y="183"/>
                    <a:pt x="149" y="164"/>
                    <a:pt x="149" y="144"/>
                  </a:cubicBezTo>
                  <a:cubicBezTo>
                    <a:pt x="149" y="144"/>
                    <a:pt x="149" y="144"/>
                    <a:pt x="149" y="144"/>
                  </a:cubicBezTo>
                  <a:cubicBezTo>
                    <a:pt x="149" y="143"/>
                    <a:pt x="149" y="143"/>
                    <a:pt x="149" y="142"/>
                  </a:cubicBezTo>
                  <a:cubicBezTo>
                    <a:pt x="147" y="63"/>
                    <a:pt x="83" y="0"/>
                    <a:pt x="4" y="0"/>
                  </a:cubicBezTo>
                </a:path>
              </a:pathLst>
            </a:custGeom>
            <a:solidFill>
              <a:srgbClr val="68A4FD">
                <a:alpha val="100000"/>
              </a:srgbClr>
            </a:solidFill>
            <a:ln w="9525">
              <a:noFill/>
            </a:ln>
          </p:spPr>
          <p:txBody>
            <a:bodyPr/>
            <a:p>
              <a:endParaRPr lang="zh-CN" altLang="en-US"/>
            </a:p>
          </p:txBody>
        </p:sp>
        <p:sp>
          <p:nvSpPr>
            <p:cNvPr id="18488" name="íṧ1ïdè"/>
            <p:cNvSpPr/>
            <p:nvPr/>
          </p:nvSpPr>
          <p:spPr>
            <a:xfrm>
              <a:off x="6688138" y="2254250"/>
              <a:ext cx="614363" cy="493713"/>
            </a:xfrm>
            <a:custGeom>
              <a:avLst/>
              <a:gdLst>
                <a:gd name="txL" fmla="*/ 0 w 248"/>
                <a:gd name="txT" fmla="*/ 0 h 200"/>
                <a:gd name="txR" fmla="*/ 248 w 248"/>
                <a:gd name="txB" fmla="*/ 200 h 200"/>
              </a:gdLst>
              <a:ahLst/>
              <a:cxnLst>
                <a:cxn ang="0">
                  <a:pos x="2147483647" y="2147483647"/>
                </a:cxn>
                <a:cxn ang="0">
                  <a:pos x="0" y="2147483647"/>
                </a:cxn>
                <a:cxn ang="0">
                  <a:pos x="0"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Lst>
              <a:rect l="txL" t="txT" r="txR" b="txB"/>
              <a:pathLst>
                <a:path w="248" h="200">
                  <a:moveTo>
                    <a:pt x="243" y="200"/>
                  </a:moveTo>
                  <a:cubicBezTo>
                    <a:pt x="0" y="200"/>
                    <a:pt x="0" y="200"/>
                    <a:pt x="0" y="200"/>
                  </a:cubicBezTo>
                  <a:cubicBezTo>
                    <a:pt x="0" y="5"/>
                    <a:pt x="0" y="5"/>
                    <a:pt x="0" y="5"/>
                  </a:cubicBezTo>
                  <a:cubicBezTo>
                    <a:pt x="0" y="2"/>
                    <a:pt x="3" y="0"/>
                    <a:pt x="5" y="0"/>
                  </a:cubicBezTo>
                  <a:cubicBezTo>
                    <a:pt x="7" y="1"/>
                    <a:pt x="9" y="2"/>
                    <a:pt x="9" y="5"/>
                  </a:cubicBezTo>
                  <a:cubicBezTo>
                    <a:pt x="9" y="191"/>
                    <a:pt x="9" y="191"/>
                    <a:pt x="9" y="191"/>
                  </a:cubicBezTo>
                  <a:cubicBezTo>
                    <a:pt x="243" y="191"/>
                    <a:pt x="243" y="191"/>
                    <a:pt x="243" y="191"/>
                  </a:cubicBezTo>
                  <a:cubicBezTo>
                    <a:pt x="246" y="190"/>
                    <a:pt x="248" y="192"/>
                    <a:pt x="248" y="195"/>
                  </a:cubicBezTo>
                  <a:cubicBezTo>
                    <a:pt x="248" y="197"/>
                    <a:pt x="247" y="200"/>
                    <a:pt x="244" y="200"/>
                  </a:cubicBezTo>
                  <a:lnTo>
                    <a:pt x="243" y="200"/>
                  </a:lnTo>
                  <a:close/>
                </a:path>
              </a:pathLst>
            </a:custGeom>
            <a:solidFill>
              <a:srgbClr val="68A4FD">
                <a:alpha val="100000"/>
              </a:srgbClr>
            </a:solidFill>
            <a:ln w="9525">
              <a:noFill/>
            </a:ln>
          </p:spPr>
          <p:txBody>
            <a:bodyPr/>
            <a:p>
              <a:endParaRPr lang="zh-CN" altLang="en-US"/>
            </a:p>
          </p:txBody>
        </p:sp>
        <p:sp>
          <p:nvSpPr>
            <p:cNvPr id="18489" name="iṧḷîḑe"/>
            <p:cNvSpPr/>
            <p:nvPr/>
          </p:nvSpPr>
          <p:spPr>
            <a:xfrm>
              <a:off x="6686551" y="2382838"/>
              <a:ext cx="554038" cy="296863"/>
            </a:xfrm>
            <a:custGeom>
              <a:avLst/>
              <a:gdLst>
                <a:gd name="txL" fmla="*/ 0 w 224"/>
                <a:gd name="txT" fmla="*/ 0 h 120"/>
                <a:gd name="txR" fmla="*/ 224 w 224"/>
                <a:gd name="txB" fmla="*/ 120 h 120"/>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rect l="txL" t="txT" r="txR" b="txB"/>
              <a:pathLst>
                <a:path w="224" h="120">
                  <a:moveTo>
                    <a:pt x="5" y="120"/>
                  </a:moveTo>
                  <a:cubicBezTo>
                    <a:pt x="4" y="120"/>
                    <a:pt x="2" y="120"/>
                    <a:pt x="1" y="119"/>
                  </a:cubicBezTo>
                  <a:cubicBezTo>
                    <a:pt x="0" y="117"/>
                    <a:pt x="0" y="114"/>
                    <a:pt x="2" y="112"/>
                  </a:cubicBezTo>
                  <a:cubicBezTo>
                    <a:pt x="84" y="50"/>
                    <a:pt x="84" y="50"/>
                    <a:pt x="84" y="50"/>
                  </a:cubicBezTo>
                  <a:cubicBezTo>
                    <a:pt x="142" y="50"/>
                    <a:pt x="142" y="50"/>
                    <a:pt x="142" y="50"/>
                  </a:cubicBezTo>
                  <a:cubicBezTo>
                    <a:pt x="216" y="1"/>
                    <a:pt x="216" y="1"/>
                    <a:pt x="216" y="1"/>
                  </a:cubicBezTo>
                  <a:cubicBezTo>
                    <a:pt x="218" y="0"/>
                    <a:pt x="221" y="0"/>
                    <a:pt x="223" y="2"/>
                  </a:cubicBezTo>
                  <a:cubicBezTo>
                    <a:pt x="224" y="5"/>
                    <a:pt x="223" y="7"/>
                    <a:pt x="221" y="9"/>
                  </a:cubicBezTo>
                  <a:cubicBezTo>
                    <a:pt x="145" y="59"/>
                    <a:pt x="145" y="59"/>
                    <a:pt x="145" y="59"/>
                  </a:cubicBezTo>
                  <a:cubicBezTo>
                    <a:pt x="87" y="59"/>
                    <a:pt x="87" y="59"/>
                    <a:pt x="87" y="59"/>
                  </a:cubicBezTo>
                  <a:cubicBezTo>
                    <a:pt x="8" y="119"/>
                    <a:pt x="8" y="119"/>
                    <a:pt x="8" y="119"/>
                  </a:cubicBezTo>
                  <a:cubicBezTo>
                    <a:pt x="7" y="120"/>
                    <a:pt x="6" y="120"/>
                    <a:pt x="5" y="120"/>
                  </a:cubicBezTo>
                  <a:close/>
                </a:path>
              </a:pathLst>
            </a:custGeom>
            <a:solidFill>
              <a:srgbClr val="68A4FD">
                <a:alpha val="100000"/>
              </a:srgbClr>
            </a:solidFill>
            <a:ln w="9525">
              <a:noFill/>
            </a:ln>
          </p:spPr>
          <p:txBody>
            <a:bodyPr/>
            <a:p>
              <a:endParaRPr lang="zh-CN" altLang="en-US"/>
            </a:p>
          </p:txBody>
        </p:sp>
        <p:sp>
          <p:nvSpPr>
            <p:cNvPr id="18490" name="íṥḻïdê"/>
            <p:cNvSpPr/>
            <p:nvPr/>
          </p:nvSpPr>
          <p:spPr>
            <a:xfrm>
              <a:off x="7188201" y="2370138"/>
              <a:ext cx="65088" cy="66675"/>
            </a:xfrm>
            <a:custGeom>
              <a:avLst/>
              <a:gdLst>
                <a:gd name="txL" fmla="*/ 0 w 41"/>
                <a:gd name="txT" fmla="*/ 0 h 42"/>
                <a:gd name="txR" fmla="*/ 41 w 41"/>
                <a:gd name="txB" fmla="*/ 42 h 42"/>
              </a:gdLst>
              <a:ahLst/>
              <a:cxnLst>
                <a:cxn ang="0">
                  <a:pos x="0" y="2147483647"/>
                </a:cxn>
                <a:cxn ang="0">
                  <a:pos x="2147483647" y="0"/>
                </a:cxn>
                <a:cxn ang="0">
                  <a:pos x="2147483647" y="2147483647"/>
                </a:cxn>
                <a:cxn ang="0">
                  <a:pos x="0" y="2147483647"/>
                </a:cxn>
              </a:cxnLst>
              <a:rect l="txL" t="txT" r="txR" b="txB"/>
              <a:pathLst>
                <a:path w="41" h="42">
                  <a:moveTo>
                    <a:pt x="0" y="2"/>
                  </a:moveTo>
                  <a:lnTo>
                    <a:pt x="41" y="0"/>
                  </a:lnTo>
                  <a:lnTo>
                    <a:pt x="30" y="42"/>
                  </a:lnTo>
                  <a:lnTo>
                    <a:pt x="0" y="2"/>
                  </a:lnTo>
                  <a:close/>
                </a:path>
              </a:pathLst>
            </a:custGeom>
            <a:solidFill>
              <a:srgbClr val="68A4FD">
                <a:alpha val="100000"/>
              </a:srgbClr>
            </a:solidFill>
            <a:ln w="9525">
              <a:noFill/>
            </a:ln>
          </p:spPr>
          <p:txBody>
            <a:bodyPr/>
            <a:p>
              <a:endParaRPr lang="zh-CN" altLang="en-US"/>
            </a:p>
          </p:txBody>
        </p:sp>
        <p:sp>
          <p:nvSpPr>
            <p:cNvPr id="18491" name="iŝḻïḓe"/>
            <p:cNvSpPr/>
            <p:nvPr/>
          </p:nvSpPr>
          <p:spPr>
            <a:xfrm>
              <a:off x="5114926" y="3435350"/>
              <a:ext cx="98425" cy="52388"/>
            </a:xfrm>
            <a:custGeom>
              <a:avLst/>
              <a:gdLst>
                <a:gd name="txL" fmla="*/ 0 w 40"/>
                <a:gd name="txT" fmla="*/ 0 h 21"/>
                <a:gd name="txR" fmla="*/ 40 w 40"/>
                <a:gd name="txB" fmla="*/ 21 h 21"/>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rect l="txL" t="txT" r="txR" b="txB"/>
              <a:pathLst>
                <a:path w="40" h="21">
                  <a:moveTo>
                    <a:pt x="5" y="8"/>
                  </a:moveTo>
                  <a:cubicBezTo>
                    <a:pt x="2" y="9"/>
                    <a:pt x="1" y="12"/>
                    <a:pt x="1" y="15"/>
                  </a:cubicBezTo>
                  <a:cubicBezTo>
                    <a:pt x="0" y="16"/>
                    <a:pt x="1" y="17"/>
                    <a:pt x="1" y="18"/>
                  </a:cubicBezTo>
                  <a:cubicBezTo>
                    <a:pt x="2" y="19"/>
                    <a:pt x="5" y="19"/>
                    <a:pt x="7" y="18"/>
                  </a:cubicBezTo>
                  <a:cubicBezTo>
                    <a:pt x="16" y="15"/>
                    <a:pt x="26" y="15"/>
                    <a:pt x="35" y="20"/>
                  </a:cubicBezTo>
                  <a:cubicBezTo>
                    <a:pt x="35" y="20"/>
                    <a:pt x="36" y="21"/>
                    <a:pt x="37" y="21"/>
                  </a:cubicBezTo>
                  <a:cubicBezTo>
                    <a:pt x="39" y="21"/>
                    <a:pt x="40" y="18"/>
                    <a:pt x="40" y="16"/>
                  </a:cubicBezTo>
                  <a:cubicBezTo>
                    <a:pt x="40" y="14"/>
                    <a:pt x="39" y="11"/>
                    <a:pt x="39" y="9"/>
                  </a:cubicBezTo>
                  <a:cubicBezTo>
                    <a:pt x="38" y="6"/>
                    <a:pt x="37" y="3"/>
                    <a:pt x="34" y="1"/>
                  </a:cubicBezTo>
                  <a:cubicBezTo>
                    <a:pt x="31" y="0"/>
                    <a:pt x="26" y="0"/>
                    <a:pt x="23" y="2"/>
                  </a:cubicBezTo>
                  <a:cubicBezTo>
                    <a:pt x="17" y="3"/>
                    <a:pt x="11" y="5"/>
                    <a:pt x="5" y="8"/>
                  </a:cubicBezTo>
                  <a:close/>
                </a:path>
              </a:pathLst>
            </a:custGeom>
            <a:solidFill>
              <a:srgbClr val="FFFFFF">
                <a:alpha val="100000"/>
              </a:srgbClr>
            </a:solidFill>
            <a:ln w="9525">
              <a:noFill/>
            </a:ln>
          </p:spPr>
          <p:txBody>
            <a:bodyPr/>
            <a:p>
              <a:endParaRPr lang="zh-CN" altLang="en-US"/>
            </a:p>
          </p:txBody>
        </p:sp>
      </p:grpSp>
      <p:sp>
        <p:nvSpPr>
          <p:cNvPr id="85" name="文本框 84"/>
          <p:cNvSpPr txBox="1"/>
          <p:nvPr/>
        </p:nvSpPr>
        <p:spPr>
          <a:xfrm>
            <a:off x="1601788" y="2543175"/>
            <a:ext cx="1338263" cy="369888"/>
          </a:xfrm>
          <a:prstGeom prst="rect">
            <a:avLst/>
          </a:prstGeom>
          <a:noFill/>
        </p:spPr>
        <p:txBody>
          <a:bodyPr wrap="none">
            <a:spAutoFit/>
          </a:bodyPr>
          <a:lstStyle/>
          <a:p>
            <a:pPr marR="0" defTabSz="914400" eaLnBrk="1" hangingPunct="1">
              <a:buClrTx/>
              <a:buSzTx/>
              <a:buFontTx/>
              <a:defRPr/>
            </a:pPr>
            <a:r>
              <a:rPr kumimoji="0" lang="zh-CN" altLang="en-US" b="1" kern="1200" cap="none" spc="0" normalizeH="0" baseline="0" noProof="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市场容量大</a:t>
            </a:r>
            <a:endParaRPr kumimoji="0" lang="zh-CN" altLang="en-US" b="1" kern="1200" cap="none" spc="0" normalizeH="0" baseline="0" noProof="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86" name="文本框 85"/>
          <p:cNvSpPr txBox="1"/>
          <p:nvPr/>
        </p:nvSpPr>
        <p:spPr>
          <a:xfrm>
            <a:off x="1516063" y="3506788"/>
            <a:ext cx="1108075" cy="369888"/>
          </a:xfrm>
          <a:prstGeom prst="rect">
            <a:avLst/>
          </a:prstGeom>
          <a:noFill/>
        </p:spPr>
        <p:txBody>
          <a:bodyPr wrap="none">
            <a:spAutoFit/>
          </a:bodyPr>
          <a:lstStyle/>
          <a:p>
            <a:pPr marR="0" defTabSz="914400" eaLnBrk="1" hangingPunct="1">
              <a:buClrTx/>
              <a:buSzTx/>
              <a:buFontTx/>
              <a:defRPr/>
            </a:pPr>
            <a:r>
              <a:rPr kumimoji="0" lang="zh-CN" altLang="en-US" b="1" kern="1200" cap="none" spc="0" normalizeH="0" baseline="0" noProof="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竞品数量</a:t>
            </a:r>
            <a:endParaRPr kumimoji="0" lang="zh-CN" altLang="en-US" b="1" kern="1200" cap="none" spc="0" normalizeH="0" baseline="0" noProof="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87" name="文本框 86"/>
          <p:cNvSpPr txBox="1"/>
          <p:nvPr/>
        </p:nvSpPr>
        <p:spPr>
          <a:xfrm>
            <a:off x="1602105" y="4645978"/>
            <a:ext cx="1108075" cy="369888"/>
          </a:xfrm>
          <a:prstGeom prst="rect">
            <a:avLst/>
          </a:prstGeom>
          <a:noFill/>
        </p:spPr>
        <p:txBody>
          <a:bodyPr wrap="none">
            <a:spAutoFit/>
          </a:bodyPr>
          <a:lstStyle/>
          <a:p>
            <a:pPr marR="0" defTabSz="914400" eaLnBrk="1" hangingPunct="1">
              <a:buClrTx/>
              <a:buSzTx/>
              <a:buFontTx/>
              <a:defRPr/>
            </a:pPr>
            <a:r>
              <a:rPr kumimoji="0" lang="zh-CN" altLang="en-US" b="1" kern="1200" cap="none" spc="0" normalizeH="0" baseline="0" noProof="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以一带多</a:t>
            </a:r>
            <a:endParaRPr kumimoji="0" lang="zh-CN" altLang="en-US" b="1" kern="1200" cap="none" spc="0" normalizeH="0" baseline="0" noProof="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90" name="文本框 89"/>
          <p:cNvSpPr txBox="1"/>
          <p:nvPr/>
        </p:nvSpPr>
        <p:spPr>
          <a:xfrm>
            <a:off x="6559550" y="3501708"/>
            <a:ext cx="5402263" cy="583565"/>
          </a:xfrm>
          <a:prstGeom prst="rect">
            <a:avLst/>
          </a:prstGeom>
          <a:noFill/>
        </p:spPr>
        <p:txBody>
          <a:bodyPr>
            <a:spAutoFit/>
          </a:bodyPr>
          <a:lstStyle/>
          <a:p>
            <a:pPr marR="0" defTabSz="914400" eaLnBrk="1" hangingPunct="1">
              <a:buClrTx/>
              <a:buSzTx/>
              <a:buFontTx/>
              <a:defRPr/>
            </a:pPr>
            <a:r>
              <a:rPr kumimoji="0" lang="zh-CN" altLang="en-US" sz="1600" kern="1200" cap="none" spc="0" normalizeH="0" baseline="0" noProof="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将类目缩小到比基尼，活跃的竞品数量非常少，只有几千个，市场份额容易抢占</a:t>
            </a:r>
            <a:endParaRPr kumimoji="0" lang="zh-CN" altLang="en-US" sz="1600" kern="1200" cap="none" spc="0" normalizeH="0" baseline="0" noProof="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91" name="文本框 90"/>
          <p:cNvSpPr txBox="1"/>
          <p:nvPr/>
        </p:nvSpPr>
        <p:spPr>
          <a:xfrm>
            <a:off x="7103745" y="2486660"/>
            <a:ext cx="5087938" cy="337185"/>
          </a:xfrm>
          <a:prstGeom prst="rect">
            <a:avLst/>
          </a:prstGeom>
          <a:noFill/>
        </p:spPr>
        <p:txBody>
          <a:bodyPr>
            <a:spAutoFit/>
          </a:bodyPr>
          <a:lstStyle/>
          <a:p>
            <a:pPr marR="0" defTabSz="914400" eaLnBrk="1" hangingPunct="1">
              <a:buClrTx/>
              <a:buSzTx/>
              <a:buFontTx/>
              <a:defRPr/>
            </a:pPr>
            <a:r>
              <a:rPr kumimoji="0" lang="zh-CN" altLang="en-US" sz="1600" kern="1200" cap="none" spc="0" normalizeH="0" baseline="0" noProof="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市场搜索量大，进这个不激烈，利润高</a:t>
            </a:r>
            <a:endParaRPr kumimoji="0" lang="zh-CN" altLang="en-US" sz="1600" kern="1200" cap="none" spc="0" normalizeH="0" baseline="0" noProof="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92" name="文本框 91"/>
          <p:cNvSpPr txBox="1"/>
          <p:nvPr/>
        </p:nvSpPr>
        <p:spPr>
          <a:xfrm>
            <a:off x="6135688" y="4719638"/>
            <a:ext cx="5602288" cy="338138"/>
          </a:xfrm>
          <a:prstGeom prst="rect">
            <a:avLst/>
          </a:prstGeom>
          <a:noFill/>
        </p:spPr>
        <p:txBody>
          <a:bodyPr>
            <a:spAutoFit/>
          </a:bodyPr>
          <a:lstStyle/>
          <a:p>
            <a:pPr marR="0" defTabSz="914400" eaLnBrk="1" hangingPunct="1">
              <a:buClrTx/>
              <a:buSzTx/>
              <a:buFontTx/>
              <a:defRPr/>
            </a:pPr>
            <a:r>
              <a:rPr kumimoji="0" lang="zh-CN" altLang="en-US" sz="1600" kern="1200" cap="none" spc="0" normalizeH="0" baseline="0" noProof="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市场并没有出现品牌的垄断现象。对我们进入市场很有优势</a:t>
            </a:r>
            <a:endParaRPr kumimoji="0" lang="zh-CN" altLang="en-US" sz="1600" kern="1200" cap="none" spc="0" normalizeH="0" baseline="0" noProof="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 name="文本框 1"/>
          <p:cNvSpPr txBox="1"/>
          <p:nvPr/>
        </p:nvSpPr>
        <p:spPr>
          <a:xfrm>
            <a:off x="6960235" y="1706880"/>
            <a:ext cx="4397375" cy="368300"/>
          </a:xfrm>
          <a:prstGeom prst="rect">
            <a:avLst/>
          </a:prstGeom>
          <a:noFill/>
        </p:spPr>
        <p:txBody>
          <a:bodyPr wrap="square" rtlCol="0">
            <a:spAutoFit/>
          </a:bodyPr>
          <a:p>
            <a:r>
              <a:rPr lang="zh-CN" altLang="en-US">
                <a:solidFill>
                  <a:schemeClr val="bg1"/>
                </a:solidFill>
              </a:rPr>
              <a:t>产品搜索体量大，有明显的淡旺季之分</a:t>
            </a:r>
            <a:endParaRPr lang="zh-CN" altLang="en-US">
              <a:solidFill>
                <a:schemeClr val="bg1"/>
              </a:solidFill>
            </a:endParaRPr>
          </a:p>
        </p:txBody>
      </p:sp>
    </p:spTree>
  </p:cSld>
  <p:clrMapOvr>
    <a:masterClrMapping/>
  </p:clrMapOvr>
  <p:transition spd="slow" advTm="3000">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 name="文本框 35"/>
          <p:cNvSpPr txBox="1"/>
          <p:nvPr/>
        </p:nvSpPr>
        <p:spPr>
          <a:xfrm>
            <a:off x="983128" y="746936"/>
            <a:ext cx="3869329" cy="292388"/>
          </a:xfrm>
          <a:prstGeom prst="rect">
            <a:avLst/>
          </a:prstGeom>
          <a:noFill/>
          <a:ln w="12700" cap="flat">
            <a:noFill/>
            <a:miter lim="400000"/>
          </a:ln>
        </p:spPr>
        <p:style>
          <a:lnRef idx="0">
            <a:scrgbClr r="0" g="0" b="0"/>
          </a:lnRef>
          <a:fillRef idx="0">
            <a:scrgbClr r="0" g="0" b="0"/>
          </a:fillRef>
          <a:effectRef idx="0">
            <a:scrgbClr r="0" g="0" b="0"/>
          </a:effectRef>
          <a:fontRef idx="none"/>
        </p:style>
        <p:txBody>
          <a:bodyPr spcFirstLastPara="1" wrap="none" lIns="22860" tIns="22860" rIns="22860" bIns="22860" spcCol="3810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600" b="0" i="0" u="none" strike="noStrike" kern="1200" cap="none" spc="0" normalizeH="0" baseline="0" noProof="0" dirty="0">
                <a:ln>
                  <a:noFill/>
                </a:ln>
                <a:solidFill>
                  <a:schemeClr val="bg1">
                    <a:alpha val="60000"/>
                  </a:schemeClr>
                </a:solidFill>
                <a:effectLst/>
                <a:uLnTx/>
                <a:uFillTx/>
                <a:latin typeface="Arial" panose="020B0604020202020204" pitchFamily="34" charset="0"/>
                <a:ea typeface="微软雅黑" panose="020B0503020204020204" pitchFamily="34" charset="-122"/>
                <a:cs typeface="+mn-ea"/>
                <a:sym typeface="Arial" panose="020B0604020202020204" pitchFamily="34" charset="0"/>
              </a:rPr>
              <a:t>Conclusion: Look at the truth through data</a:t>
            </a:r>
            <a:endParaRPr kumimoji="0" lang="en-US" altLang="zh-CN" sz="1600" b="0" i="0" u="none" strike="noStrike" kern="1200" cap="none" spc="0" normalizeH="0" baseline="0" noProof="0" dirty="0">
              <a:ln>
                <a:noFill/>
              </a:ln>
              <a:solidFill>
                <a:schemeClr val="bg1">
                  <a:alpha val="60000"/>
                </a:schemeClr>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grpSp>
        <p:nvGrpSpPr>
          <p:cNvPr id="2" name="组合 39"/>
          <p:cNvGrpSpPr/>
          <p:nvPr/>
        </p:nvGrpSpPr>
        <p:grpSpPr>
          <a:xfrm>
            <a:off x="244476" y="292500"/>
            <a:ext cx="493773" cy="615629"/>
            <a:chOff x="7409" y="353"/>
            <a:chExt cx="1374" cy="1582"/>
          </a:xfrm>
          <a:solidFill>
            <a:srgbClr val="1766F3"/>
          </a:solidFill>
        </p:grpSpPr>
        <p:sp>
          <p:nvSpPr>
            <p:cNvPr id="42" name="平行四边形 41"/>
            <p:cNvSpPr/>
            <p:nvPr/>
          </p:nvSpPr>
          <p:spPr>
            <a:xfrm>
              <a:off x="7409" y="353"/>
              <a:ext cx="788" cy="981"/>
            </a:xfrm>
            <a:prstGeom prst="parallelogram">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3600" b="0" i="0" u="none" strike="noStrike" kern="1200" cap="none" spc="0" normalizeH="0" baseline="0" noProof="0">
                <a:ln>
                  <a:noFill/>
                </a:ln>
                <a:solidFill>
                  <a:schemeClr val="lt1"/>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43" name="平行四边形 42"/>
            <p:cNvSpPr/>
            <p:nvPr/>
          </p:nvSpPr>
          <p:spPr>
            <a:xfrm>
              <a:off x="7995" y="955"/>
              <a:ext cx="788" cy="981"/>
            </a:xfrm>
            <a:prstGeom prst="parallelogram">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3600" b="0" i="0" u="none" strike="noStrike" kern="1200" cap="none" spc="0" normalizeH="0" baseline="0" noProof="0">
                <a:ln>
                  <a:noFill/>
                </a:ln>
                <a:solidFill>
                  <a:schemeClr val="lt1"/>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grpSp>
      <p:sp>
        <p:nvSpPr>
          <p:cNvPr id="41" name="文本框 40"/>
          <p:cNvSpPr txBox="1"/>
          <p:nvPr/>
        </p:nvSpPr>
        <p:spPr>
          <a:xfrm>
            <a:off x="879475" y="274638"/>
            <a:ext cx="3473450" cy="554038"/>
          </a:xfrm>
          <a:prstGeom prst="rect">
            <a:avLst/>
          </a:prstGeom>
          <a:noFill/>
        </p:spPr>
        <p:txBody>
          <a:bodyPr wrap="none">
            <a:spAutoFit/>
          </a:bodyPr>
          <a:lstStyle/>
          <a:p>
            <a:pPr marR="0" defTabSz="914400" eaLnBrk="1" hangingPunct="1">
              <a:buClrTx/>
              <a:buSzTx/>
              <a:buFontTx/>
              <a:defRPr/>
            </a:pPr>
            <a:r>
              <a:rPr kumimoji="0" lang="zh-CN" altLang="en-US" sz="3000" b="1" kern="1200" cap="none" spc="-150" normalizeH="0" baseline="0" noProof="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总结：用数据看真相</a:t>
            </a:r>
            <a:endParaRPr kumimoji="0" lang="zh-CN" altLang="en-US" sz="3000" b="1" kern="1200" cap="none" spc="-150" normalizeH="0" baseline="0" noProof="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5" name="Rectangle: Rounded Corners 18"/>
          <p:cNvSpPr/>
          <p:nvPr/>
        </p:nvSpPr>
        <p:spPr>
          <a:xfrm>
            <a:off x="790898" y="1748217"/>
            <a:ext cx="2508456" cy="3574106"/>
          </a:xfrm>
          <a:prstGeom prst="roundRect">
            <a:avLst>
              <a:gd name="adj" fmla="val 2949"/>
            </a:avLst>
          </a:prstGeom>
          <a:blipFill dpi="0" rotWithShape="1">
            <a:blip r:embed="rId1" cstate="print"/>
            <a:srcRect/>
            <a:stretch>
              <a:fillRect l="-3406" r="-3372"/>
            </a:stretch>
          </a:blipFill>
          <a:ln>
            <a:noFill/>
          </a:ln>
        </p:spPr>
        <p:style>
          <a:lnRef idx="2">
            <a:schemeClr val="accent1">
              <a:shade val="50000"/>
            </a:schemeClr>
          </a:lnRef>
          <a:fillRef idx="1">
            <a:schemeClr val="accent1"/>
          </a:fillRef>
          <a:effectRef idx="0">
            <a:schemeClr val="accent1"/>
          </a:effectRef>
          <a:fontRef idx="minor">
            <a:schemeClr val="lt1"/>
          </a:fontRef>
        </p:style>
        <p:txBody>
          <a:bodyPr lIns="91393" tIns="45696" rIns="91393" bIns="45696"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sp>
        <p:nvSpPr>
          <p:cNvPr id="26" name="Rectangle: Rounded Corners 18"/>
          <p:cNvSpPr/>
          <p:nvPr/>
        </p:nvSpPr>
        <p:spPr>
          <a:xfrm>
            <a:off x="790575" y="1747838"/>
            <a:ext cx="2508250" cy="3575050"/>
          </a:xfrm>
          <a:prstGeom prst="roundRect">
            <a:avLst>
              <a:gd name="adj" fmla="val 2949"/>
            </a:avLst>
          </a:prstGeom>
          <a:solidFill>
            <a:srgbClr val="0D1637">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393" tIns="45696" rIns="91393" bIns="45696"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sp>
        <p:nvSpPr>
          <p:cNvPr id="20489" name="TextBox 2"/>
          <p:cNvSpPr txBox="1"/>
          <p:nvPr/>
        </p:nvSpPr>
        <p:spPr>
          <a:xfrm>
            <a:off x="898525" y="2968625"/>
            <a:ext cx="2298700" cy="1060450"/>
          </a:xfrm>
          <a:prstGeom prst="rect">
            <a:avLst/>
          </a:prstGeom>
          <a:noFill/>
          <a:ln w="9525">
            <a:noFill/>
          </a:ln>
        </p:spPr>
        <p:txBody>
          <a:bodyPr>
            <a:spAutoFit/>
          </a:bodyPr>
          <a:p>
            <a:pPr algn="ctr" eaLnBrk="1" hangingPunct="1">
              <a:lnSpc>
                <a:spcPct val="150000"/>
              </a:lnSpc>
              <a:buClrTx/>
              <a:buSzTx/>
              <a:buFontTx/>
            </a:pPr>
            <a:r>
              <a:rPr lang="en-US" altLang="zh-CN" sz="1400" dirty="0" smtClean="0">
                <a:solidFill>
                  <a:schemeClr val="bg1"/>
                </a:solidFill>
                <a:latin typeface="Arial" panose="020B0604020202020204" pitchFamily="34" charset="0"/>
                <a:ea typeface="微软雅黑" panose="020B0503020204020204" pitchFamily="34" charset="-122"/>
                <a:sym typeface="+mn-ea"/>
              </a:rPr>
              <a:t>bikini</a:t>
            </a:r>
            <a:endParaRPr lang="en-US" altLang="zh-CN" sz="1400" dirty="0" smtClean="0">
              <a:solidFill>
                <a:schemeClr val="bg1"/>
              </a:solidFill>
              <a:latin typeface="Arial" panose="020B0604020202020204" pitchFamily="34" charset="0"/>
              <a:ea typeface="微软雅黑" panose="020B0503020204020204" pitchFamily="34" charset="-122"/>
              <a:sym typeface="+mn-ea"/>
            </a:endParaRPr>
          </a:p>
          <a:p>
            <a:pPr algn="ctr" eaLnBrk="1" hangingPunct="1">
              <a:lnSpc>
                <a:spcPct val="150000"/>
              </a:lnSpc>
            </a:pPr>
            <a:r>
              <a:rPr lang="en-US" altLang="zh-CN" sz="1400" dirty="0" smtClean="0">
                <a:solidFill>
                  <a:schemeClr val="bg1"/>
                </a:solidFill>
                <a:latin typeface="Arial" panose="020B0604020202020204" pitchFamily="34" charset="0"/>
                <a:ea typeface="微软雅黑" panose="020B0503020204020204" pitchFamily="34" charset="-122"/>
                <a:sym typeface="+mn-ea"/>
              </a:rPr>
              <a:t>bikinis for women</a:t>
            </a:r>
            <a:endParaRPr lang="en-US" altLang="zh-CN" sz="1400" dirty="0" smtClean="0">
              <a:solidFill>
                <a:schemeClr val="bg1"/>
              </a:solidFill>
              <a:latin typeface="Arial" panose="020B0604020202020204" pitchFamily="34" charset="0"/>
              <a:ea typeface="微软雅黑" panose="020B0503020204020204" pitchFamily="34" charset="-122"/>
              <a:sym typeface="+mn-ea"/>
            </a:endParaRPr>
          </a:p>
          <a:p>
            <a:pPr algn="ctr" eaLnBrk="1" hangingPunct="1">
              <a:lnSpc>
                <a:spcPct val="150000"/>
              </a:lnSpc>
            </a:pPr>
            <a:r>
              <a:rPr lang="en-US" altLang="zh-CN" sz="1400" dirty="0" smtClean="0">
                <a:solidFill>
                  <a:schemeClr val="bg1"/>
                </a:solidFill>
                <a:latin typeface="Arial" panose="020B0604020202020204" pitchFamily="34" charset="0"/>
                <a:ea typeface="微软雅黑" panose="020B0503020204020204" pitchFamily="34" charset="-122"/>
                <a:sym typeface="+mn-ea"/>
              </a:rPr>
              <a:t>bikini swimsuit for women</a:t>
            </a:r>
            <a:endParaRPr lang="en-US" altLang="zh-CN" sz="1400" dirty="0" smtClean="0">
              <a:solidFill>
                <a:schemeClr val="bg1"/>
              </a:solidFill>
              <a:latin typeface="Arial" panose="020B0604020202020204" pitchFamily="34" charset="0"/>
              <a:ea typeface="微软雅黑" panose="020B0503020204020204" pitchFamily="34" charset="-122"/>
              <a:sym typeface="+mn-ea"/>
            </a:endParaRPr>
          </a:p>
        </p:txBody>
      </p:sp>
      <p:sp>
        <p:nvSpPr>
          <p:cNvPr id="20490" name="TextBox 2"/>
          <p:cNvSpPr txBox="1"/>
          <p:nvPr/>
        </p:nvSpPr>
        <p:spPr>
          <a:xfrm>
            <a:off x="1000125" y="2473325"/>
            <a:ext cx="2057400" cy="400050"/>
          </a:xfrm>
          <a:prstGeom prst="rect">
            <a:avLst/>
          </a:prstGeom>
          <a:noFill/>
          <a:ln w="9525">
            <a:noFill/>
          </a:ln>
        </p:spPr>
        <p:txBody>
          <a:bodyPr>
            <a:spAutoFit/>
          </a:bodyPr>
          <a:p>
            <a:pPr algn="ctr" eaLnBrk="1" hangingPunct="1"/>
            <a:r>
              <a:rPr lang="zh-CN" altLang="en-US" sz="2000" b="1" dirty="0">
                <a:solidFill>
                  <a:srgbClr val="FFFFFF"/>
                </a:solidFill>
                <a:latin typeface="Arial" panose="020B0604020202020204" pitchFamily="34" charset="0"/>
                <a:ea typeface="微软雅黑" panose="020B0503020204020204" pitchFamily="34" charset="-122"/>
                <a:sym typeface="Arial" panose="020B0604020202020204" pitchFamily="34" charset="0"/>
              </a:rPr>
              <a:t>关键词</a:t>
            </a:r>
            <a:endParaRPr lang="zh-CN" altLang="en-US" sz="2000" b="1" dirty="0">
              <a:solidFill>
                <a:srgbClr val="FFFFFF"/>
              </a:solidFill>
              <a:latin typeface="Arial" panose="020B0604020202020204" pitchFamily="34" charset="0"/>
              <a:ea typeface="微软雅黑" panose="020B0503020204020204" pitchFamily="34" charset="-122"/>
              <a:sym typeface="Arial" panose="020B0604020202020204" pitchFamily="34" charset="0"/>
            </a:endParaRPr>
          </a:p>
        </p:txBody>
      </p:sp>
      <p:sp>
        <p:nvSpPr>
          <p:cNvPr id="67" name="Rectangle: Rounded Corners 18"/>
          <p:cNvSpPr/>
          <p:nvPr/>
        </p:nvSpPr>
        <p:spPr>
          <a:xfrm>
            <a:off x="3485454" y="1748217"/>
            <a:ext cx="2508456" cy="3574106"/>
          </a:xfrm>
          <a:prstGeom prst="roundRect">
            <a:avLst>
              <a:gd name="adj" fmla="val 2949"/>
            </a:avLst>
          </a:prstGeom>
          <a:blipFill dpi="0" rotWithShape="1">
            <a:blip r:embed="rId2" cstate="print"/>
            <a:srcRect/>
            <a:stretch>
              <a:fillRect t="-2647" b="-2629"/>
            </a:stretch>
          </a:blipFill>
          <a:ln>
            <a:noFill/>
          </a:ln>
        </p:spPr>
        <p:style>
          <a:lnRef idx="2">
            <a:schemeClr val="accent1">
              <a:shade val="50000"/>
            </a:schemeClr>
          </a:lnRef>
          <a:fillRef idx="1">
            <a:schemeClr val="accent1"/>
          </a:fillRef>
          <a:effectRef idx="0">
            <a:schemeClr val="accent1"/>
          </a:effectRef>
          <a:fontRef idx="minor">
            <a:schemeClr val="lt1"/>
          </a:fontRef>
        </p:style>
        <p:txBody>
          <a:bodyPr lIns="91393" tIns="45696" rIns="91393" bIns="45696"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sp>
        <p:nvSpPr>
          <p:cNvPr id="68" name="Rectangle: Rounded Corners 18"/>
          <p:cNvSpPr/>
          <p:nvPr/>
        </p:nvSpPr>
        <p:spPr>
          <a:xfrm>
            <a:off x="3473450" y="1747838"/>
            <a:ext cx="2508250" cy="3575050"/>
          </a:xfrm>
          <a:prstGeom prst="roundRect">
            <a:avLst>
              <a:gd name="adj" fmla="val 2949"/>
            </a:avLst>
          </a:prstGeom>
          <a:solidFill>
            <a:srgbClr val="0D1637">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393" tIns="45696" rIns="91393" bIns="45696"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sp>
        <p:nvSpPr>
          <p:cNvPr id="20495" name="TextBox 2"/>
          <p:cNvSpPr txBox="1"/>
          <p:nvPr/>
        </p:nvSpPr>
        <p:spPr>
          <a:xfrm>
            <a:off x="3594100" y="2968625"/>
            <a:ext cx="2298700" cy="1060450"/>
          </a:xfrm>
          <a:prstGeom prst="rect">
            <a:avLst/>
          </a:prstGeom>
          <a:noFill/>
          <a:ln w="9525">
            <a:noFill/>
          </a:ln>
        </p:spPr>
        <p:txBody>
          <a:bodyPr>
            <a:spAutoFit/>
          </a:bodyPr>
          <a:p>
            <a:pPr algn="ctr" eaLnBrk="1" hangingPunct="1">
              <a:lnSpc>
                <a:spcPct val="150000"/>
              </a:lnSpc>
            </a:pPr>
            <a:r>
              <a:rPr lang="zh-CN" altLang="en-US" sz="1400" dirty="0">
                <a:solidFill>
                  <a:srgbClr val="FFFFFF"/>
                </a:solidFill>
                <a:latin typeface="Arial" panose="020B0604020202020204" pitchFamily="34" charset="0"/>
                <a:ea typeface="微软雅黑" panose="020B0503020204020204" pitchFamily="34" charset="-122"/>
                <a:sym typeface="Arial" panose="020B0604020202020204" pitchFamily="34" charset="0"/>
              </a:rPr>
              <a:t>市场的垄断度很低，市场比较层次不齐，没有非常明显的品牌化效应。</a:t>
            </a:r>
            <a:endParaRPr lang="zh-CN" altLang="en-US" sz="1400" dirty="0">
              <a:solidFill>
                <a:srgbClr val="FFFFFF"/>
              </a:solidFill>
              <a:latin typeface="Arial" panose="020B0604020202020204" pitchFamily="34" charset="0"/>
              <a:ea typeface="微软雅黑" panose="020B0503020204020204" pitchFamily="34" charset="-122"/>
              <a:sym typeface="Arial" panose="020B0604020202020204" pitchFamily="34" charset="0"/>
            </a:endParaRPr>
          </a:p>
        </p:txBody>
      </p:sp>
      <p:sp>
        <p:nvSpPr>
          <p:cNvPr id="20496" name="TextBox 2"/>
          <p:cNvSpPr txBox="1"/>
          <p:nvPr/>
        </p:nvSpPr>
        <p:spPr>
          <a:xfrm>
            <a:off x="3695700" y="2451100"/>
            <a:ext cx="2057400" cy="400050"/>
          </a:xfrm>
          <a:prstGeom prst="rect">
            <a:avLst/>
          </a:prstGeom>
          <a:noFill/>
          <a:ln w="9525">
            <a:noFill/>
          </a:ln>
        </p:spPr>
        <p:txBody>
          <a:bodyPr>
            <a:spAutoFit/>
          </a:bodyPr>
          <a:p>
            <a:pPr algn="ctr" eaLnBrk="1" hangingPunct="1"/>
            <a:r>
              <a:rPr lang="zh-CN" altLang="en-US" sz="2000" b="1" dirty="0">
                <a:solidFill>
                  <a:srgbClr val="FFFFFF"/>
                </a:solidFill>
                <a:latin typeface="Arial" panose="020B0604020202020204" pitchFamily="34" charset="0"/>
                <a:ea typeface="微软雅黑" panose="020B0503020204020204" pitchFamily="34" charset="-122"/>
                <a:sym typeface="Arial" panose="020B0604020202020204" pitchFamily="34" charset="0"/>
              </a:rPr>
              <a:t>市场垄断情况</a:t>
            </a:r>
            <a:endParaRPr lang="zh-CN" altLang="en-US" sz="2000" b="1" dirty="0">
              <a:solidFill>
                <a:srgbClr val="FFFFFF"/>
              </a:solidFill>
              <a:latin typeface="Arial" panose="020B0604020202020204" pitchFamily="34" charset="0"/>
              <a:ea typeface="微软雅黑" panose="020B0503020204020204" pitchFamily="34" charset="-122"/>
              <a:sym typeface="Arial" panose="020B0604020202020204" pitchFamily="34" charset="0"/>
            </a:endParaRPr>
          </a:p>
        </p:txBody>
      </p:sp>
      <p:sp>
        <p:nvSpPr>
          <p:cNvPr id="72" name="Rectangle: Rounded Corners 18"/>
          <p:cNvSpPr/>
          <p:nvPr/>
        </p:nvSpPr>
        <p:spPr>
          <a:xfrm>
            <a:off x="6180010" y="1748217"/>
            <a:ext cx="2508456" cy="3574106"/>
          </a:xfrm>
          <a:prstGeom prst="roundRect">
            <a:avLst>
              <a:gd name="adj" fmla="val 2949"/>
            </a:avLst>
          </a:prstGeom>
          <a:blipFill dpi="0" rotWithShape="1">
            <a:blip r:embed="rId3" cstate="print"/>
            <a:srcRect/>
            <a:stretch>
              <a:fillRect l="-57191" r="-56616"/>
            </a:stretch>
          </a:blipFill>
          <a:ln>
            <a:noFill/>
          </a:ln>
        </p:spPr>
        <p:style>
          <a:lnRef idx="2">
            <a:schemeClr val="accent1">
              <a:shade val="50000"/>
            </a:schemeClr>
          </a:lnRef>
          <a:fillRef idx="1">
            <a:schemeClr val="accent1"/>
          </a:fillRef>
          <a:effectRef idx="0">
            <a:schemeClr val="accent1"/>
          </a:effectRef>
          <a:fontRef idx="minor">
            <a:schemeClr val="lt1"/>
          </a:fontRef>
        </p:style>
        <p:txBody>
          <a:bodyPr lIns="91393" tIns="45696" rIns="91393" bIns="45696"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sp>
        <p:nvSpPr>
          <p:cNvPr id="73" name="Rectangle: Rounded Corners 18"/>
          <p:cNvSpPr/>
          <p:nvPr/>
        </p:nvSpPr>
        <p:spPr>
          <a:xfrm>
            <a:off x="6180138" y="1747838"/>
            <a:ext cx="2508250" cy="3575050"/>
          </a:xfrm>
          <a:prstGeom prst="roundRect">
            <a:avLst>
              <a:gd name="adj" fmla="val 2949"/>
            </a:avLst>
          </a:prstGeom>
          <a:solidFill>
            <a:srgbClr val="0D1637">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393" tIns="45696" rIns="91393" bIns="45696"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sp>
        <p:nvSpPr>
          <p:cNvPr id="20501" name="TextBox 2"/>
          <p:cNvSpPr txBox="1"/>
          <p:nvPr/>
        </p:nvSpPr>
        <p:spPr>
          <a:xfrm>
            <a:off x="6288088" y="2968625"/>
            <a:ext cx="2298700" cy="737235"/>
          </a:xfrm>
          <a:prstGeom prst="rect">
            <a:avLst/>
          </a:prstGeom>
          <a:noFill/>
          <a:ln w="9525">
            <a:noFill/>
          </a:ln>
        </p:spPr>
        <p:txBody>
          <a:bodyPr>
            <a:spAutoFit/>
          </a:bodyPr>
          <a:p>
            <a:pPr algn="ctr" eaLnBrk="1" hangingPunct="1">
              <a:lnSpc>
                <a:spcPct val="150000"/>
              </a:lnSpc>
            </a:pPr>
            <a:r>
              <a:rPr lang="zh-CN" altLang="en-US" sz="1400" dirty="0">
                <a:solidFill>
                  <a:srgbClr val="FFFFFF"/>
                </a:solidFill>
                <a:latin typeface="Arial" panose="020B0604020202020204" pitchFamily="34" charset="0"/>
                <a:ea typeface="微软雅黑" panose="020B0503020204020204" pitchFamily="34" charset="-122"/>
                <a:sym typeface="Arial" panose="020B0604020202020204" pitchFamily="34" charset="0"/>
              </a:rPr>
              <a:t>根据市场数据分析，比基尼利润占比</a:t>
            </a:r>
            <a:r>
              <a:rPr lang="en-US" altLang="zh-CN" sz="1400" dirty="0">
                <a:solidFill>
                  <a:srgbClr val="FFFFFF"/>
                </a:solidFill>
                <a:latin typeface="Arial" panose="020B0604020202020204" pitchFamily="34" charset="0"/>
                <a:ea typeface="微软雅黑" panose="020B0503020204020204" pitchFamily="34" charset="-122"/>
                <a:sym typeface="Arial" panose="020B0604020202020204" pitchFamily="34" charset="0"/>
              </a:rPr>
              <a:t>60%</a:t>
            </a:r>
            <a:endParaRPr lang="en-US" altLang="zh-CN" sz="1400" dirty="0">
              <a:solidFill>
                <a:srgbClr val="FFFFFF"/>
              </a:solidFill>
              <a:latin typeface="Arial" panose="020B0604020202020204" pitchFamily="34" charset="0"/>
              <a:ea typeface="微软雅黑" panose="020B0503020204020204" pitchFamily="34" charset="-122"/>
              <a:sym typeface="Arial" panose="020B0604020202020204" pitchFamily="34" charset="0"/>
            </a:endParaRPr>
          </a:p>
        </p:txBody>
      </p:sp>
      <p:sp>
        <p:nvSpPr>
          <p:cNvPr id="20502" name="TextBox 2"/>
          <p:cNvSpPr txBox="1"/>
          <p:nvPr/>
        </p:nvSpPr>
        <p:spPr>
          <a:xfrm>
            <a:off x="6389688" y="2473325"/>
            <a:ext cx="2057400" cy="400050"/>
          </a:xfrm>
          <a:prstGeom prst="rect">
            <a:avLst/>
          </a:prstGeom>
          <a:noFill/>
          <a:ln w="9525">
            <a:noFill/>
          </a:ln>
        </p:spPr>
        <p:txBody>
          <a:bodyPr>
            <a:spAutoFit/>
          </a:bodyPr>
          <a:p>
            <a:pPr algn="ctr" eaLnBrk="1" hangingPunct="1"/>
            <a:r>
              <a:rPr lang="zh-CN" altLang="en-US" sz="2000" b="1" dirty="0">
                <a:solidFill>
                  <a:srgbClr val="FFFFFF"/>
                </a:solidFill>
                <a:latin typeface="Arial" panose="020B0604020202020204" pitchFamily="34" charset="0"/>
                <a:ea typeface="微软雅黑" panose="020B0503020204020204" pitchFamily="34" charset="-122"/>
                <a:sym typeface="Arial" panose="020B0604020202020204" pitchFamily="34" charset="0"/>
              </a:rPr>
              <a:t>利润高</a:t>
            </a:r>
            <a:endParaRPr lang="zh-CN" altLang="en-US" sz="2000" b="1" dirty="0">
              <a:solidFill>
                <a:srgbClr val="FFFFFF"/>
              </a:solidFill>
              <a:latin typeface="Arial" panose="020B0604020202020204" pitchFamily="34" charset="0"/>
              <a:ea typeface="微软雅黑" panose="020B0503020204020204" pitchFamily="34" charset="-122"/>
              <a:sym typeface="Arial" panose="020B0604020202020204" pitchFamily="34" charset="0"/>
            </a:endParaRPr>
          </a:p>
        </p:txBody>
      </p:sp>
      <p:sp>
        <p:nvSpPr>
          <p:cNvPr id="77" name="Rectangle: Rounded Corners 18"/>
          <p:cNvSpPr/>
          <p:nvPr/>
        </p:nvSpPr>
        <p:spPr>
          <a:xfrm>
            <a:off x="8874567" y="1748217"/>
            <a:ext cx="2508456" cy="3574106"/>
          </a:xfrm>
          <a:prstGeom prst="roundRect">
            <a:avLst>
              <a:gd name="adj" fmla="val 2949"/>
            </a:avLst>
          </a:prstGeom>
          <a:blipFill dpi="0" rotWithShape="1">
            <a:blip r:embed="rId4" cstate="print"/>
            <a:srcRect/>
            <a:stretch>
              <a:fillRect l="-1081" r="-1072"/>
            </a:stretch>
          </a:blipFill>
          <a:ln>
            <a:noFill/>
          </a:ln>
        </p:spPr>
        <p:style>
          <a:lnRef idx="2">
            <a:schemeClr val="accent1">
              <a:shade val="50000"/>
            </a:schemeClr>
          </a:lnRef>
          <a:fillRef idx="1">
            <a:schemeClr val="accent1"/>
          </a:fillRef>
          <a:effectRef idx="0">
            <a:schemeClr val="accent1"/>
          </a:effectRef>
          <a:fontRef idx="minor">
            <a:schemeClr val="lt1"/>
          </a:fontRef>
        </p:style>
        <p:txBody>
          <a:bodyPr lIns="91393" tIns="45696" rIns="91393" bIns="45696"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sp>
        <p:nvSpPr>
          <p:cNvPr id="78" name="Rectangle: Rounded Corners 18"/>
          <p:cNvSpPr/>
          <p:nvPr/>
        </p:nvSpPr>
        <p:spPr>
          <a:xfrm>
            <a:off x="8874125" y="1747838"/>
            <a:ext cx="2508250" cy="3575050"/>
          </a:xfrm>
          <a:prstGeom prst="roundRect">
            <a:avLst>
              <a:gd name="adj" fmla="val 2949"/>
            </a:avLst>
          </a:prstGeom>
          <a:solidFill>
            <a:srgbClr val="0D1637">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393" tIns="45696" rIns="91393" bIns="45696"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sp>
        <p:nvSpPr>
          <p:cNvPr id="20507" name="TextBox 2"/>
          <p:cNvSpPr txBox="1"/>
          <p:nvPr/>
        </p:nvSpPr>
        <p:spPr>
          <a:xfrm>
            <a:off x="8983663" y="2968625"/>
            <a:ext cx="2297112" cy="1062038"/>
          </a:xfrm>
          <a:prstGeom prst="rect">
            <a:avLst/>
          </a:prstGeom>
          <a:noFill/>
          <a:ln w="9525">
            <a:noFill/>
          </a:ln>
        </p:spPr>
        <p:txBody>
          <a:bodyPr>
            <a:spAutoFit/>
          </a:bodyPr>
          <a:p>
            <a:pPr algn="ctr" eaLnBrk="1" hangingPunct="1">
              <a:lnSpc>
                <a:spcPct val="150000"/>
              </a:lnSpc>
            </a:pPr>
            <a:r>
              <a:rPr lang="zh-CN" altLang="en-US" sz="1400" dirty="0">
                <a:solidFill>
                  <a:srgbClr val="FFFFFF"/>
                </a:solidFill>
                <a:latin typeface="Arial" panose="020B0604020202020204" pitchFamily="34" charset="0"/>
                <a:ea typeface="微软雅黑" panose="020B0503020204020204" pitchFamily="34" charset="-122"/>
                <a:sym typeface="Arial" panose="020B0604020202020204" pitchFamily="34" charset="0"/>
              </a:rPr>
              <a:t>竞品的数量比较少，市场的体量在逐步提升，新品容易进入抢占市场。</a:t>
            </a:r>
            <a:endParaRPr lang="zh-CN" altLang="en-US" sz="1400" dirty="0">
              <a:solidFill>
                <a:srgbClr val="FFFFFF"/>
              </a:solidFill>
              <a:latin typeface="Arial" panose="020B0604020202020204" pitchFamily="34" charset="0"/>
              <a:ea typeface="微软雅黑" panose="020B0503020204020204" pitchFamily="34" charset="-122"/>
              <a:sym typeface="Arial" panose="020B0604020202020204" pitchFamily="34" charset="0"/>
            </a:endParaRPr>
          </a:p>
        </p:txBody>
      </p:sp>
      <p:sp>
        <p:nvSpPr>
          <p:cNvPr id="20508" name="TextBox 2"/>
          <p:cNvSpPr txBox="1"/>
          <p:nvPr/>
        </p:nvSpPr>
        <p:spPr>
          <a:xfrm>
            <a:off x="9083675" y="2473325"/>
            <a:ext cx="2058988" cy="400050"/>
          </a:xfrm>
          <a:prstGeom prst="rect">
            <a:avLst/>
          </a:prstGeom>
          <a:noFill/>
          <a:ln w="9525">
            <a:noFill/>
          </a:ln>
        </p:spPr>
        <p:txBody>
          <a:bodyPr>
            <a:spAutoFit/>
          </a:bodyPr>
          <a:p>
            <a:pPr algn="ctr" eaLnBrk="1" hangingPunct="1"/>
            <a:r>
              <a:rPr lang="zh-CN" altLang="en-US" sz="2000" b="1" dirty="0">
                <a:solidFill>
                  <a:srgbClr val="FFFFFF"/>
                </a:solidFill>
                <a:latin typeface="Arial" panose="020B0604020202020204" pitchFamily="34" charset="0"/>
                <a:ea typeface="微软雅黑" panose="020B0503020204020204" pitchFamily="34" charset="-122"/>
                <a:sym typeface="Arial" panose="020B0604020202020204" pitchFamily="34" charset="0"/>
              </a:rPr>
              <a:t>竞品活跃度</a:t>
            </a:r>
            <a:endParaRPr lang="zh-CN" altLang="en-US" sz="2000" b="1" dirty="0">
              <a:solidFill>
                <a:srgbClr val="FFFFFF"/>
              </a:solidFill>
              <a:latin typeface="Arial" panose="020B0604020202020204" pitchFamily="34" charset="0"/>
              <a:ea typeface="微软雅黑" panose="020B0503020204020204" pitchFamily="34" charset="-122"/>
              <a:sym typeface="Arial" panose="020B0604020202020204" pitchFamily="34" charset="0"/>
            </a:endParaRPr>
          </a:p>
        </p:txBody>
      </p:sp>
    </p:spTree>
  </p:cSld>
  <p:clrMapOvr>
    <a:masterClrMapping/>
  </p:clrMapOvr>
  <p:transition spd="slow" advTm="3000">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p:nvPr/>
        </p:nvSpPr>
        <p:spPr>
          <a:xfrm>
            <a:off x="0" y="0"/>
            <a:ext cx="12192000" cy="6858000"/>
          </a:xfrm>
          <a:prstGeom prst="rect">
            <a:avLst/>
          </a:prstGeom>
          <a:blipFill>
            <a:blip r:embed="rId1" cstate="print">
              <a:alphaModFix amt="20000"/>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5" name="文本框 4"/>
          <p:cNvSpPr txBox="1"/>
          <p:nvPr/>
        </p:nvSpPr>
        <p:spPr>
          <a:xfrm>
            <a:off x="5164143" y="2143795"/>
            <a:ext cx="1863715" cy="553678"/>
          </a:xfrm>
          <a:prstGeom prst="rect">
            <a:avLst/>
          </a:prstGeom>
          <a:noFill/>
        </p:spPr>
        <p:txBody>
          <a:bodyPr wrap="none" lIns="0" tIns="0" rIns="0" bIns="0">
            <a:spAutoFit/>
          </a:bodyPr>
          <a:lstStyle/>
          <a:p>
            <a:pPr marR="0" algn="ctr" defTabSz="914400" eaLnBrk="1" hangingPunct="1">
              <a:buClrTx/>
              <a:buSzTx/>
              <a:buFontTx/>
              <a:defRPr/>
            </a:pPr>
            <a:r>
              <a:rPr kumimoji="0" lang="en-US" altLang="zh-CN" sz="3600" b="1" kern="1200" cap="none" spc="0" normalizeH="0" baseline="0" noProof="0" dirty="0">
                <a:solidFill>
                  <a:schemeClr val="bg1">
                    <a:alpha val="70000"/>
                  </a:schemeClr>
                </a:solidFill>
                <a:latin typeface="Arial" panose="020B0604020202020204" pitchFamily="34" charset="0"/>
                <a:ea typeface="微软雅黑" panose="020B0503020204020204" pitchFamily="34" charset="-122"/>
                <a:cs typeface="+mn-ea"/>
                <a:sym typeface="Arial" panose="020B0604020202020204" pitchFamily="34" charset="0"/>
              </a:rPr>
              <a:t>PART 02</a:t>
            </a:r>
            <a:endParaRPr kumimoji="0" lang="en-US" altLang="zh-CN" sz="3600" b="1" kern="1200" cap="none" spc="0" normalizeH="0" baseline="0" noProof="0" dirty="0">
              <a:solidFill>
                <a:schemeClr val="bg1">
                  <a:alpha val="7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6" name="文本框 5"/>
          <p:cNvSpPr txBox="1"/>
          <p:nvPr/>
        </p:nvSpPr>
        <p:spPr>
          <a:xfrm>
            <a:off x="4133850" y="2789238"/>
            <a:ext cx="3924300" cy="738188"/>
          </a:xfrm>
          <a:prstGeom prst="rect">
            <a:avLst/>
          </a:prstGeom>
          <a:noFill/>
        </p:spPr>
        <p:txBody>
          <a:bodyPr wrap="none" lIns="0" tIns="0" rIns="0" bIns="0">
            <a:spAutoFit/>
          </a:bodyPr>
          <a:lstStyle/>
          <a:p>
            <a:pPr marR="0" algn="ctr" defTabSz="914400" eaLnBrk="1" hangingPunct="1">
              <a:buClrTx/>
              <a:buSzTx/>
              <a:buFontTx/>
              <a:defRPr/>
            </a:pPr>
            <a:r>
              <a:rPr kumimoji="0" lang="zh-CN" altLang="en-US" sz="4800" b="1" kern="1200" cap="none" spc="300" normalizeH="0" baseline="0" noProof="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同行竞品分析</a:t>
            </a:r>
            <a:endParaRPr kumimoji="0" lang="zh-CN" altLang="en-US" sz="4800" b="1" kern="1200" cap="none" spc="300" normalizeH="0" baseline="0" noProof="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7" name="文本框 6"/>
          <p:cNvSpPr txBox="1"/>
          <p:nvPr/>
        </p:nvSpPr>
        <p:spPr>
          <a:xfrm>
            <a:off x="3669233" y="3678394"/>
            <a:ext cx="4853534" cy="323678"/>
          </a:xfrm>
          <a:prstGeom prst="rect">
            <a:avLst/>
          </a:prstGeom>
          <a:noFill/>
        </p:spPr>
        <p:txBody>
          <a:bodyPr lIns="0" tIns="0" rIns="0" bIns="0">
            <a:spAutoFit/>
          </a:bodyPr>
          <a:lstStyle/>
          <a:p>
            <a:pPr marR="0" algn="ctr" defTabSz="914400" eaLnBrk="1" hangingPunct="1">
              <a:lnSpc>
                <a:spcPct val="150000"/>
              </a:lnSpc>
              <a:buClrTx/>
              <a:buSzTx/>
              <a:buFontTx/>
              <a:defRPr/>
            </a:pPr>
            <a:r>
              <a:rPr kumimoji="0" lang="en-US" altLang="zh-CN" sz="1600" kern="1200" cap="none" spc="0" normalizeH="0" baseline="0" noProof="0" dirty="0">
                <a:solidFill>
                  <a:schemeClr val="bg1">
                    <a:alpha val="70000"/>
                  </a:schemeClr>
                </a:solidFill>
                <a:latin typeface="Arial" panose="020B0604020202020204" pitchFamily="34" charset="0"/>
                <a:ea typeface="微软雅黑" panose="020B0503020204020204" pitchFamily="34" charset="-122"/>
                <a:cs typeface="+mn-ea"/>
                <a:sym typeface="Arial" panose="020B0604020202020204" pitchFamily="34" charset="0"/>
              </a:rPr>
              <a:t>Analysis of competitors</a:t>
            </a:r>
            <a:endParaRPr kumimoji="0" lang="en-US" altLang="zh-CN" sz="1600" kern="1200" cap="none" spc="0" normalizeH="0" baseline="0" noProof="0" dirty="0">
              <a:solidFill>
                <a:schemeClr val="bg1">
                  <a:alpha val="7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pic>
        <p:nvPicPr>
          <p:cNvPr id="21511" name="图片 61" descr="图片1.png"/>
          <p:cNvPicPr>
            <a:picLocks noChangeAspect="1"/>
          </p:cNvPicPr>
          <p:nvPr/>
        </p:nvPicPr>
        <p:blipFill>
          <a:blip r:embed="rId2"/>
          <a:stretch>
            <a:fillRect/>
          </a:stretch>
        </p:blipFill>
        <p:spPr>
          <a:xfrm>
            <a:off x="0" y="0"/>
            <a:ext cx="2060575" cy="1054100"/>
          </a:xfrm>
          <a:prstGeom prst="rect">
            <a:avLst/>
          </a:prstGeom>
          <a:noFill/>
          <a:ln w="9525">
            <a:noFill/>
          </a:ln>
        </p:spPr>
      </p:pic>
    </p:spTree>
  </p:cSld>
  <p:clrMapOvr>
    <a:masterClrMapping/>
  </p:clrMapOvr>
  <p:transition spd="slow" advTm="3000">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 name="文本框 15"/>
          <p:cNvSpPr txBox="1"/>
          <p:nvPr/>
        </p:nvSpPr>
        <p:spPr>
          <a:xfrm>
            <a:off x="983128" y="746936"/>
            <a:ext cx="2885085" cy="292388"/>
          </a:xfrm>
          <a:prstGeom prst="rect">
            <a:avLst/>
          </a:prstGeom>
          <a:noFill/>
          <a:ln w="12700" cap="flat">
            <a:noFill/>
            <a:miter lim="400000"/>
          </a:ln>
        </p:spPr>
        <p:style>
          <a:lnRef idx="0">
            <a:scrgbClr r="0" g="0" b="0"/>
          </a:lnRef>
          <a:fillRef idx="0">
            <a:scrgbClr r="0" g="0" b="0"/>
          </a:fillRef>
          <a:effectRef idx="0">
            <a:scrgbClr r="0" g="0" b="0"/>
          </a:effectRef>
          <a:fontRef idx="none"/>
        </p:style>
        <p:txBody>
          <a:bodyPr spcFirstLastPara="1" wrap="none" lIns="22860" tIns="22860" rIns="22860" bIns="22860" spcCol="3810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600" b="0" i="0" u="none" strike="noStrike" kern="1200" cap="none" spc="0" normalizeH="0" baseline="0" noProof="0" dirty="0">
                <a:ln>
                  <a:noFill/>
                </a:ln>
                <a:solidFill>
                  <a:schemeClr val="bg1">
                    <a:alpha val="60000"/>
                  </a:schemeClr>
                </a:solidFill>
                <a:effectLst/>
                <a:uLnTx/>
                <a:uFillTx/>
                <a:latin typeface="Arial" panose="020B0604020202020204" pitchFamily="34" charset="0"/>
                <a:ea typeface="微软雅黑" panose="020B0503020204020204" pitchFamily="34" charset="-122"/>
                <a:cs typeface="+mn-ea"/>
                <a:sym typeface="Arial" panose="020B0604020202020204" pitchFamily="34" charset="0"/>
              </a:rPr>
              <a:t>Analysis of competing products</a:t>
            </a:r>
            <a:endParaRPr kumimoji="0" lang="en-US" altLang="zh-CN" sz="1600" b="0" i="0" u="none" strike="noStrike" kern="1200" cap="none" spc="0" normalizeH="0" baseline="0" noProof="0" dirty="0">
              <a:ln>
                <a:noFill/>
              </a:ln>
              <a:solidFill>
                <a:schemeClr val="bg1">
                  <a:alpha val="60000"/>
                </a:schemeClr>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grpSp>
        <p:nvGrpSpPr>
          <p:cNvPr id="2" name="组合 17"/>
          <p:cNvGrpSpPr/>
          <p:nvPr/>
        </p:nvGrpSpPr>
        <p:grpSpPr>
          <a:xfrm>
            <a:off x="244476" y="292500"/>
            <a:ext cx="493773" cy="615629"/>
            <a:chOff x="7409" y="353"/>
            <a:chExt cx="1374" cy="1582"/>
          </a:xfrm>
          <a:solidFill>
            <a:srgbClr val="1766F3"/>
          </a:solidFill>
        </p:grpSpPr>
        <p:sp>
          <p:nvSpPr>
            <p:cNvPr id="20" name="平行四边形 19"/>
            <p:cNvSpPr/>
            <p:nvPr/>
          </p:nvSpPr>
          <p:spPr>
            <a:xfrm>
              <a:off x="7409" y="353"/>
              <a:ext cx="788" cy="981"/>
            </a:xfrm>
            <a:prstGeom prst="parallelogram">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3600" b="0" i="0" u="none" strike="noStrike" kern="1200" cap="none" spc="0" normalizeH="0" baseline="0" noProof="0">
                <a:ln>
                  <a:noFill/>
                </a:ln>
                <a:solidFill>
                  <a:schemeClr val="lt1"/>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1" name="平行四边形 20"/>
            <p:cNvSpPr/>
            <p:nvPr/>
          </p:nvSpPr>
          <p:spPr>
            <a:xfrm>
              <a:off x="7995" y="955"/>
              <a:ext cx="788" cy="981"/>
            </a:xfrm>
            <a:prstGeom prst="parallelogram">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3600" b="0" i="0" u="none" strike="noStrike" kern="1200" cap="none" spc="0" normalizeH="0" baseline="0" noProof="0">
                <a:ln>
                  <a:noFill/>
                </a:ln>
                <a:solidFill>
                  <a:schemeClr val="lt1"/>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grpSp>
      <p:sp>
        <p:nvSpPr>
          <p:cNvPr id="19" name="文本框 18"/>
          <p:cNvSpPr txBox="1"/>
          <p:nvPr/>
        </p:nvSpPr>
        <p:spPr>
          <a:xfrm>
            <a:off x="879475" y="274638"/>
            <a:ext cx="2378075" cy="554038"/>
          </a:xfrm>
          <a:prstGeom prst="rect">
            <a:avLst/>
          </a:prstGeom>
          <a:noFill/>
        </p:spPr>
        <p:txBody>
          <a:bodyPr wrap="none">
            <a:spAutoFit/>
          </a:bodyPr>
          <a:lstStyle/>
          <a:p>
            <a:pPr marR="0" defTabSz="914400" eaLnBrk="1" hangingPunct="1">
              <a:buClrTx/>
              <a:buSzTx/>
              <a:buFontTx/>
              <a:defRPr/>
            </a:pPr>
            <a:r>
              <a:rPr kumimoji="0" lang="zh-CN" altLang="en-US" sz="3000" b="1" kern="1200" cap="none" spc="-150" normalizeH="0" baseline="0" noProof="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一：竞品分析</a:t>
            </a:r>
            <a:endParaRPr kumimoji="0" lang="zh-CN" altLang="en-US" sz="3000" b="1" kern="1200" cap="none" spc="-150" normalizeH="0" baseline="0" noProof="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pic>
        <p:nvPicPr>
          <p:cNvPr id="23558" name="Picture 25"/>
          <p:cNvPicPr>
            <a:picLocks noChangeAspect="1"/>
          </p:cNvPicPr>
          <p:nvPr/>
        </p:nvPicPr>
        <p:blipFill>
          <a:blip r:embed="rId1"/>
          <a:stretch>
            <a:fillRect/>
          </a:stretch>
        </p:blipFill>
        <p:spPr>
          <a:xfrm>
            <a:off x="517525" y="1433513"/>
            <a:ext cx="11356975" cy="4940300"/>
          </a:xfrm>
          <a:prstGeom prst="rect">
            <a:avLst/>
          </a:prstGeom>
          <a:noFill/>
          <a:ln w="9525">
            <a:noFill/>
          </a:ln>
        </p:spPr>
      </p:pic>
      <p:sp>
        <p:nvSpPr>
          <p:cNvPr id="23559" name="矩形 17"/>
          <p:cNvSpPr/>
          <p:nvPr/>
        </p:nvSpPr>
        <p:spPr>
          <a:xfrm>
            <a:off x="1246823" y="1038860"/>
            <a:ext cx="4297680" cy="368300"/>
          </a:xfrm>
          <a:prstGeom prst="rect">
            <a:avLst/>
          </a:prstGeom>
          <a:noFill/>
          <a:ln w="9525">
            <a:noFill/>
          </a:ln>
        </p:spPr>
        <p:txBody>
          <a:bodyPr wrap="none">
            <a:spAutoFit/>
          </a:bodyPr>
          <a:p>
            <a:pPr algn="l"/>
            <a:r>
              <a:rPr lang="en-US" altLang="zh-CN" dirty="0">
                <a:solidFill>
                  <a:schemeClr val="bg1"/>
                </a:solidFill>
                <a:latin typeface="等线" pitchFamily="2" charset="-122"/>
              </a:rPr>
              <a:t>https://www.amazon.com/dp/B07QGBB5L5</a:t>
            </a:r>
            <a:endParaRPr lang="en-US" altLang="zh-CN" dirty="0">
              <a:solidFill>
                <a:schemeClr val="bg1"/>
              </a:solidFill>
              <a:latin typeface="等线" pitchFamily="2" charset="-122"/>
            </a:endParaRPr>
          </a:p>
        </p:txBody>
      </p:sp>
      <p:pic>
        <p:nvPicPr>
          <p:cNvPr id="4" name="图片 3"/>
          <p:cNvPicPr>
            <a:picLocks noChangeAspect="1"/>
          </p:cNvPicPr>
          <p:nvPr/>
        </p:nvPicPr>
        <p:blipFill>
          <a:blip r:embed="rId2"/>
          <a:stretch>
            <a:fillRect/>
          </a:stretch>
        </p:blipFill>
        <p:spPr>
          <a:xfrm>
            <a:off x="2420620" y="1668145"/>
            <a:ext cx="7550785" cy="4043680"/>
          </a:xfrm>
          <a:prstGeom prst="rect">
            <a:avLst/>
          </a:prstGeom>
        </p:spPr>
      </p:pic>
    </p:spTree>
  </p:cSld>
  <p:clrMapOvr>
    <a:masterClrMapping/>
  </p:clrMapOvr>
  <p:transition spd="slow" advTm="3000">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 name="文本框 15"/>
          <p:cNvSpPr txBox="1"/>
          <p:nvPr/>
        </p:nvSpPr>
        <p:spPr>
          <a:xfrm>
            <a:off x="983128" y="746936"/>
            <a:ext cx="2885085" cy="292388"/>
          </a:xfrm>
          <a:prstGeom prst="rect">
            <a:avLst/>
          </a:prstGeom>
          <a:noFill/>
          <a:ln w="12700" cap="flat">
            <a:noFill/>
            <a:miter lim="400000"/>
          </a:ln>
        </p:spPr>
        <p:style>
          <a:lnRef idx="0">
            <a:scrgbClr r="0" g="0" b="0"/>
          </a:lnRef>
          <a:fillRef idx="0">
            <a:scrgbClr r="0" g="0" b="0"/>
          </a:fillRef>
          <a:effectRef idx="0">
            <a:scrgbClr r="0" g="0" b="0"/>
          </a:effectRef>
          <a:fontRef idx="none"/>
        </p:style>
        <p:txBody>
          <a:bodyPr spcFirstLastPara="1" wrap="none" lIns="22860" tIns="22860" rIns="22860" bIns="22860" spcCol="3810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600" b="0" i="0" u="none" strike="noStrike" kern="1200" cap="none" spc="0" normalizeH="0" baseline="0" noProof="0" dirty="0">
                <a:ln>
                  <a:noFill/>
                </a:ln>
                <a:solidFill>
                  <a:schemeClr val="bg1">
                    <a:alpha val="60000"/>
                  </a:schemeClr>
                </a:solidFill>
                <a:effectLst/>
                <a:uLnTx/>
                <a:uFillTx/>
                <a:latin typeface="Arial" panose="020B0604020202020204" pitchFamily="34" charset="0"/>
                <a:ea typeface="微软雅黑" panose="020B0503020204020204" pitchFamily="34" charset="-122"/>
                <a:cs typeface="+mn-ea"/>
                <a:sym typeface="Arial" panose="020B0604020202020204" pitchFamily="34" charset="0"/>
              </a:rPr>
              <a:t>Analysis of competing products</a:t>
            </a:r>
            <a:endParaRPr kumimoji="0" lang="en-US" altLang="zh-CN" sz="1600" b="0" i="0" u="none" strike="noStrike" kern="1200" cap="none" spc="0" normalizeH="0" baseline="0" noProof="0" dirty="0">
              <a:ln>
                <a:noFill/>
              </a:ln>
              <a:solidFill>
                <a:schemeClr val="bg1">
                  <a:alpha val="60000"/>
                </a:schemeClr>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grpSp>
        <p:nvGrpSpPr>
          <p:cNvPr id="2" name="组合 17"/>
          <p:cNvGrpSpPr/>
          <p:nvPr/>
        </p:nvGrpSpPr>
        <p:grpSpPr>
          <a:xfrm>
            <a:off x="244476" y="292500"/>
            <a:ext cx="493773" cy="615629"/>
            <a:chOff x="7409" y="353"/>
            <a:chExt cx="1374" cy="1582"/>
          </a:xfrm>
          <a:solidFill>
            <a:srgbClr val="1766F3"/>
          </a:solidFill>
        </p:grpSpPr>
        <p:sp>
          <p:nvSpPr>
            <p:cNvPr id="20" name="平行四边形 19"/>
            <p:cNvSpPr/>
            <p:nvPr/>
          </p:nvSpPr>
          <p:spPr>
            <a:xfrm>
              <a:off x="7409" y="353"/>
              <a:ext cx="788" cy="981"/>
            </a:xfrm>
            <a:prstGeom prst="parallelogram">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3600" b="0" i="0" u="none" strike="noStrike" kern="1200" cap="none" spc="0" normalizeH="0" baseline="0" noProof="0">
                <a:ln>
                  <a:noFill/>
                </a:ln>
                <a:solidFill>
                  <a:schemeClr val="lt1"/>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1" name="平行四边形 20"/>
            <p:cNvSpPr/>
            <p:nvPr/>
          </p:nvSpPr>
          <p:spPr>
            <a:xfrm>
              <a:off x="7995" y="955"/>
              <a:ext cx="788" cy="981"/>
            </a:xfrm>
            <a:prstGeom prst="parallelogram">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3600" b="0" i="0" u="none" strike="noStrike" kern="1200" cap="none" spc="0" normalizeH="0" baseline="0" noProof="0">
                <a:ln>
                  <a:noFill/>
                </a:ln>
                <a:solidFill>
                  <a:schemeClr val="lt1"/>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grpSp>
      <p:sp>
        <p:nvSpPr>
          <p:cNvPr id="19" name="文本框 18"/>
          <p:cNvSpPr txBox="1"/>
          <p:nvPr/>
        </p:nvSpPr>
        <p:spPr>
          <a:xfrm>
            <a:off x="879475" y="274638"/>
            <a:ext cx="2378075" cy="554038"/>
          </a:xfrm>
          <a:prstGeom prst="rect">
            <a:avLst/>
          </a:prstGeom>
          <a:noFill/>
        </p:spPr>
        <p:txBody>
          <a:bodyPr wrap="none">
            <a:spAutoFit/>
          </a:bodyPr>
          <a:lstStyle/>
          <a:p>
            <a:pPr marR="0" defTabSz="914400" eaLnBrk="1" hangingPunct="1">
              <a:buClrTx/>
              <a:buSzTx/>
              <a:buFontTx/>
              <a:defRPr/>
            </a:pPr>
            <a:r>
              <a:rPr kumimoji="0" lang="zh-CN" altLang="en-US" sz="3000" b="1" kern="1200" cap="none" spc="-150" normalizeH="0" baseline="0" noProof="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一：竞品分析</a:t>
            </a:r>
            <a:endParaRPr kumimoji="0" lang="zh-CN" altLang="en-US" sz="3000" b="1" kern="1200" cap="none" spc="-150" normalizeH="0" baseline="0" noProof="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pic>
        <p:nvPicPr>
          <p:cNvPr id="23558" name="Picture 25"/>
          <p:cNvPicPr>
            <a:picLocks noChangeAspect="1"/>
          </p:cNvPicPr>
          <p:nvPr/>
        </p:nvPicPr>
        <p:blipFill>
          <a:blip r:embed="rId1"/>
          <a:stretch>
            <a:fillRect/>
          </a:stretch>
        </p:blipFill>
        <p:spPr>
          <a:xfrm>
            <a:off x="517525" y="1433513"/>
            <a:ext cx="11356975" cy="4940300"/>
          </a:xfrm>
          <a:prstGeom prst="rect">
            <a:avLst/>
          </a:prstGeom>
          <a:noFill/>
          <a:ln w="9525">
            <a:noFill/>
          </a:ln>
        </p:spPr>
      </p:pic>
      <p:sp>
        <p:nvSpPr>
          <p:cNvPr id="6" name="文本框 5"/>
          <p:cNvSpPr txBox="1"/>
          <p:nvPr/>
        </p:nvSpPr>
        <p:spPr>
          <a:xfrm>
            <a:off x="1437005" y="6005830"/>
            <a:ext cx="6926580" cy="368300"/>
          </a:xfrm>
          <a:prstGeom prst="rect">
            <a:avLst/>
          </a:prstGeom>
          <a:noFill/>
        </p:spPr>
        <p:txBody>
          <a:bodyPr wrap="none" rtlCol="0">
            <a:spAutoFit/>
          </a:bodyPr>
          <a:p>
            <a:pPr algn="l"/>
            <a:r>
              <a:rPr lang="en-US" altLang="zh-CN">
                <a:solidFill>
                  <a:srgbClr val="FF0000"/>
                </a:solidFill>
                <a:sym typeface="+mn-ea"/>
              </a:rPr>
              <a:t>2018</a:t>
            </a:r>
            <a:r>
              <a:rPr lang="zh-CN" altLang="en-US">
                <a:solidFill>
                  <a:srgbClr val="FF0000"/>
                </a:solidFill>
                <a:sym typeface="+mn-ea"/>
              </a:rPr>
              <a:t>年</a:t>
            </a:r>
            <a:r>
              <a:rPr lang="en-US" altLang="zh-CN">
                <a:solidFill>
                  <a:srgbClr val="FF0000"/>
                </a:solidFill>
                <a:sym typeface="+mn-ea"/>
              </a:rPr>
              <a:t>1</a:t>
            </a:r>
            <a:r>
              <a:rPr lang="zh-CN" altLang="en-US">
                <a:solidFill>
                  <a:srgbClr val="FF0000"/>
                </a:solidFill>
                <a:sym typeface="+mn-ea"/>
              </a:rPr>
              <a:t>月份上架的产品。现在销量很稳定。一个月</a:t>
            </a:r>
            <a:r>
              <a:rPr lang="en-US" altLang="zh-CN">
                <a:solidFill>
                  <a:srgbClr val="FF0000"/>
                </a:solidFill>
                <a:sym typeface="+mn-ea"/>
              </a:rPr>
              <a:t>10</a:t>
            </a:r>
            <a:r>
              <a:rPr lang="zh-CN" altLang="en-US">
                <a:solidFill>
                  <a:srgbClr val="FF0000"/>
                </a:solidFill>
                <a:sym typeface="+mn-ea"/>
              </a:rPr>
              <a:t>万美金左右。</a:t>
            </a:r>
            <a:endParaRPr lang="zh-CN" altLang="en-US">
              <a:solidFill>
                <a:srgbClr val="FF0000"/>
              </a:solidFill>
              <a:sym typeface="+mn-ea"/>
            </a:endParaRPr>
          </a:p>
        </p:txBody>
      </p:sp>
      <p:pic>
        <p:nvPicPr>
          <p:cNvPr id="4" name="图片 3"/>
          <p:cNvPicPr>
            <a:picLocks noChangeAspect="1"/>
          </p:cNvPicPr>
          <p:nvPr/>
        </p:nvPicPr>
        <p:blipFill>
          <a:blip r:embed="rId2"/>
          <a:stretch>
            <a:fillRect/>
          </a:stretch>
        </p:blipFill>
        <p:spPr>
          <a:xfrm>
            <a:off x="2340610" y="1668145"/>
            <a:ext cx="7790815" cy="4110355"/>
          </a:xfrm>
          <a:prstGeom prst="rect">
            <a:avLst/>
          </a:prstGeom>
        </p:spPr>
      </p:pic>
    </p:spTree>
  </p:cSld>
  <p:clrMapOvr>
    <a:masterClrMapping/>
  </p:clrMapOvr>
  <p:transition spd="slow" advTm="3000">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 name="文本框 15"/>
          <p:cNvSpPr txBox="1"/>
          <p:nvPr/>
        </p:nvSpPr>
        <p:spPr>
          <a:xfrm>
            <a:off x="983128" y="746936"/>
            <a:ext cx="2885085" cy="292388"/>
          </a:xfrm>
          <a:prstGeom prst="rect">
            <a:avLst/>
          </a:prstGeom>
          <a:noFill/>
          <a:ln w="12700" cap="flat">
            <a:noFill/>
            <a:miter lim="400000"/>
          </a:ln>
        </p:spPr>
        <p:style>
          <a:lnRef idx="0">
            <a:scrgbClr r="0" g="0" b="0"/>
          </a:lnRef>
          <a:fillRef idx="0">
            <a:scrgbClr r="0" g="0" b="0"/>
          </a:fillRef>
          <a:effectRef idx="0">
            <a:scrgbClr r="0" g="0" b="0"/>
          </a:effectRef>
          <a:fontRef idx="none"/>
        </p:style>
        <p:txBody>
          <a:bodyPr spcFirstLastPara="1" wrap="none" lIns="22860" tIns="22860" rIns="22860" bIns="22860" spcCol="3810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600" b="0" i="0" u="none" strike="noStrike" kern="1200" cap="none" spc="0" normalizeH="0" baseline="0" noProof="0" dirty="0">
                <a:ln>
                  <a:noFill/>
                </a:ln>
                <a:solidFill>
                  <a:schemeClr val="bg1">
                    <a:alpha val="60000"/>
                  </a:schemeClr>
                </a:solidFill>
                <a:effectLst/>
                <a:uLnTx/>
                <a:uFillTx/>
                <a:latin typeface="Arial" panose="020B0604020202020204" pitchFamily="34" charset="0"/>
                <a:ea typeface="微软雅黑" panose="020B0503020204020204" pitchFamily="34" charset="-122"/>
                <a:cs typeface="+mn-ea"/>
                <a:sym typeface="Arial" panose="020B0604020202020204" pitchFamily="34" charset="0"/>
              </a:rPr>
              <a:t>Analysis of competing products</a:t>
            </a:r>
            <a:endParaRPr kumimoji="0" lang="en-US" altLang="zh-CN" sz="1600" b="0" i="0" u="none" strike="noStrike" kern="1200" cap="none" spc="0" normalizeH="0" baseline="0" noProof="0" dirty="0">
              <a:ln>
                <a:noFill/>
              </a:ln>
              <a:solidFill>
                <a:schemeClr val="bg1">
                  <a:alpha val="60000"/>
                </a:schemeClr>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grpSp>
        <p:nvGrpSpPr>
          <p:cNvPr id="2" name="组合 17"/>
          <p:cNvGrpSpPr/>
          <p:nvPr/>
        </p:nvGrpSpPr>
        <p:grpSpPr>
          <a:xfrm>
            <a:off x="244476" y="292500"/>
            <a:ext cx="493773" cy="615629"/>
            <a:chOff x="7409" y="353"/>
            <a:chExt cx="1374" cy="1582"/>
          </a:xfrm>
          <a:solidFill>
            <a:srgbClr val="1766F3"/>
          </a:solidFill>
        </p:grpSpPr>
        <p:sp>
          <p:nvSpPr>
            <p:cNvPr id="20" name="平行四边形 19"/>
            <p:cNvSpPr/>
            <p:nvPr/>
          </p:nvSpPr>
          <p:spPr>
            <a:xfrm>
              <a:off x="7409" y="353"/>
              <a:ext cx="788" cy="981"/>
            </a:xfrm>
            <a:prstGeom prst="parallelogram">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3600" b="0" i="0" u="none" strike="noStrike" kern="1200" cap="none" spc="0" normalizeH="0" baseline="0" noProof="0">
                <a:ln>
                  <a:noFill/>
                </a:ln>
                <a:solidFill>
                  <a:schemeClr val="lt1"/>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1" name="平行四边形 20"/>
            <p:cNvSpPr/>
            <p:nvPr/>
          </p:nvSpPr>
          <p:spPr>
            <a:xfrm>
              <a:off x="7995" y="955"/>
              <a:ext cx="788" cy="981"/>
            </a:xfrm>
            <a:prstGeom prst="parallelogram">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3600" b="0" i="0" u="none" strike="noStrike" kern="1200" cap="none" spc="0" normalizeH="0" baseline="0" noProof="0">
                <a:ln>
                  <a:noFill/>
                </a:ln>
                <a:solidFill>
                  <a:schemeClr val="lt1"/>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grpSp>
      <p:sp>
        <p:nvSpPr>
          <p:cNvPr id="19" name="文本框 18"/>
          <p:cNvSpPr txBox="1"/>
          <p:nvPr/>
        </p:nvSpPr>
        <p:spPr>
          <a:xfrm>
            <a:off x="879475" y="274638"/>
            <a:ext cx="2378075" cy="554038"/>
          </a:xfrm>
          <a:prstGeom prst="rect">
            <a:avLst/>
          </a:prstGeom>
          <a:noFill/>
        </p:spPr>
        <p:txBody>
          <a:bodyPr wrap="none">
            <a:spAutoFit/>
          </a:bodyPr>
          <a:lstStyle/>
          <a:p>
            <a:pPr marR="0" defTabSz="914400" eaLnBrk="1" hangingPunct="1">
              <a:buClrTx/>
              <a:buSzTx/>
              <a:buFontTx/>
              <a:defRPr/>
            </a:pPr>
            <a:r>
              <a:rPr kumimoji="0" lang="zh-CN" altLang="en-US" sz="3000" b="1" kern="1200" cap="none" spc="-150" normalizeH="0" baseline="0" noProof="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一：竞品分析</a:t>
            </a:r>
            <a:endParaRPr kumimoji="0" lang="zh-CN" altLang="en-US" sz="3000" b="1" kern="1200" cap="none" spc="-150" normalizeH="0" baseline="0" noProof="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pic>
        <p:nvPicPr>
          <p:cNvPr id="23558" name="Picture 25"/>
          <p:cNvPicPr>
            <a:picLocks noChangeAspect="1"/>
          </p:cNvPicPr>
          <p:nvPr/>
        </p:nvPicPr>
        <p:blipFill>
          <a:blip r:embed="rId1"/>
          <a:stretch>
            <a:fillRect/>
          </a:stretch>
        </p:blipFill>
        <p:spPr>
          <a:xfrm>
            <a:off x="517525" y="1433513"/>
            <a:ext cx="11356975" cy="4940300"/>
          </a:xfrm>
          <a:prstGeom prst="rect">
            <a:avLst/>
          </a:prstGeom>
          <a:noFill/>
          <a:ln w="9525">
            <a:noFill/>
          </a:ln>
        </p:spPr>
      </p:pic>
      <p:sp>
        <p:nvSpPr>
          <p:cNvPr id="23559" name="矩形 17"/>
          <p:cNvSpPr/>
          <p:nvPr/>
        </p:nvSpPr>
        <p:spPr>
          <a:xfrm>
            <a:off x="1246823" y="1038860"/>
            <a:ext cx="9898380" cy="368300"/>
          </a:xfrm>
          <a:prstGeom prst="rect">
            <a:avLst/>
          </a:prstGeom>
          <a:noFill/>
          <a:ln w="9525">
            <a:noFill/>
          </a:ln>
        </p:spPr>
        <p:txBody>
          <a:bodyPr wrap="none">
            <a:spAutoFit/>
          </a:bodyPr>
          <a:p>
            <a:pPr algn="l"/>
            <a:r>
              <a:rPr lang="zh-CN" altLang="en-US" dirty="0">
                <a:solidFill>
                  <a:schemeClr val="bg1"/>
                </a:solidFill>
                <a:latin typeface="等线" pitchFamily="2" charset="-122"/>
              </a:rPr>
              <a:t>链接：</a:t>
            </a:r>
            <a:r>
              <a:rPr lang="en-US" altLang="zh-CN" dirty="0">
                <a:solidFill>
                  <a:schemeClr val="bg1"/>
                </a:solidFill>
                <a:latin typeface="等线" pitchFamily="2" charset="-122"/>
              </a:rPr>
              <a:t>https://www.amazon.com/Pizazz-Density-Brazilian-Plucked-Bleached/dp/B07Q9QNK2S/</a:t>
            </a:r>
            <a:endParaRPr lang="en-US" altLang="zh-CN" dirty="0">
              <a:solidFill>
                <a:schemeClr val="bg1"/>
              </a:solidFill>
              <a:latin typeface="等线" pitchFamily="2" charset="-122"/>
            </a:endParaRPr>
          </a:p>
        </p:txBody>
      </p:sp>
      <p:pic>
        <p:nvPicPr>
          <p:cNvPr id="5" name="图片 4"/>
          <p:cNvPicPr>
            <a:picLocks noChangeAspect="1"/>
          </p:cNvPicPr>
          <p:nvPr/>
        </p:nvPicPr>
        <p:blipFill>
          <a:blip r:embed="rId2"/>
          <a:stretch>
            <a:fillRect/>
          </a:stretch>
        </p:blipFill>
        <p:spPr>
          <a:xfrm>
            <a:off x="2368550" y="1668780"/>
            <a:ext cx="7682230" cy="4327525"/>
          </a:xfrm>
          <a:prstGeom prst="rect">
            <a:avLst/>
          </a:prstGeom>
        </p:spPr>
      </p:pic>
    </p:spTree>
  </p:cSld>
  <p:clrMapOvr>
    <a:masterClrMapping/>
  </p:clrMapOvr>
  <p:transition spd="slow" advTm="3000">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 name="文本框 15"/>
          <p:cNvSpPr txBox="1"/>
          <p:nvPr/>
        </p:nvSpPr>
        <p:spPr>
          <a:xfrm>
            <a:off x="983128" y="746936"/>
            <a:ext cx="2885085" cy="292388"/>
          </a:xfrm>
          <a:prstGeom prst="rect">
            <a:avLst/>
          </a:prstGeom>
          <a:noFill/>
          <a:ln w="12700" cap="flat">
            <a:noFill/>
            <a:miter lim="400000"/>
          </a:ln>
        </p:spPr>
        <p:style>
          <a:lnRef idx="0">
            <a:scrgbClr r="0" g="0" b="0"/>
          </a:lnRef>
          <a:fillRef idx="0">
            <a:scrgbClr r="0" g="0" b="0"/>
          </a:fillRef>
          <a:effectRef idx="0">
            <a:scrgbClr r="0" g="0" b="0"/>
          </a:effectRef>
          <a:fontRef idx="none"/>
        </p:style>
        <p:txBody>
          <a:bodyPr spcFirstLastPara="1" wrap="none" lIns="22860" tIns="22860" rIns="22860" bIns="22860" spcCol="3810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600" b="0" i="0" u="none" strike="noStrike" kern="1200" cap="none" spc="0" normalizeH="0" baseline="0" noProof="0" dirty="0">
                <a:ln>
                  <a:noFill/>
                </a:ln>
                <a:solidFill>
                  <a:schemeClr val="bg1">
                    <a:alpha val="60000"/>
                  </a:schemeClr>
                </a:solidFill>
                <a:effectLst/>
                <a:uLnTx/>
                <a:uFillTx/>
                <a:latin typeface="Arial" panose="020B0604020202020204" pitchFamily="34" charset="0"/>
                <a:ea typeface="微软雅黑" panose="020B0503020204020204" pitchFamily="34" charset="-122"/>
                <a:cs typeface="+mn-ea"/>
                <a:sym typeface="Arial" panose="020B0604020202020204" pitchFamily="34" charset="0"/>
              </a:rPr>
              <a:t>Analysis of competing products</a:t>
            </a:r>
            <a:endParaRPr kumimoji="0" lang="en-US" altLang="zh-CN" sz="1600" b="0" i="0" u="none" strike="noStrike" kern="1200" cap="none" spc="0" normalizeH="0" baseline="0" noProof="0" dirty="0">
              <a:ln>
                <a:noFill/>
              </a:ln>
              <a:solidFill>
                <a:schemeClr val="bg1">
                  <a:alpha val="60000"/>
                </a:schemeClr>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grpSp>
        <p:nvGrpSpPr>
          <p:cNvPr id="2" name="组合 17"/>
          <p:cNvGrpSpPr/>
          <p:nvPr/>
        </p:nvGrpSpPr>
        <p:grpSpPr>
          <a:xfrm>
            <a:off x="244476" y="292500"/>
            <a:ext cx="493773" cy="615629"/>
            <a:chOff x="7409" y="353"/>
            <a:chExt cx="1374" cy="1582"/>
          </a:xfrm>
          <a:solidFill>
            <a:srgbClr val="1766F3"/>
          </a:solidFill>
        </p:grpSpPr>
        <p:sp>
          <p:nvSpPr>
            <p:cNvPr id="20" name="平行四边形 19"/>
            <p:cNvSpPr/>
            <p:nvPr/>
          </p:nvSpPr>
          <p:spPr>
            <a:xfrm>
              <a:off x="7409" y="353"/>
              <a:ext cx="788" cy="981"/>
            </a:xfrm>
            <a:prstGeom prst="parallelogram">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3600" b="0" i="0" u="none" strike="noStrike" kern="1200" cap="none" spc="0" normalizeH="0" baseline="0" noProof="0">
                <a:ln>
                  <a:noFill/>
                </a:ln>
                <a:solidFill>
                  <a:schemeClr val="lt1"/>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1" name="平行四边形 20"/>
            <p:cNvSpPr/>
            <p:nvPr/>
          </p:nvSpPr>
          <p:spPr>
            <a:xfrm>
              <a:off x="7995" y="955"/>
              <a:ext cx="788" cy="981"/>
            </a:xfrm>
            <a:prstGeom prst="parallelogram">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3600" b="0" i="0" u="none" strike="noStrike" kern="1200" cap="none" spc="0" normalizeH="0" baseline="0" noProof="0">
                <a:ln>
                  <a:noFill/>
                </a:ln>
                <a:solidFill>
                  <a:schemeClr val="lt1"/>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grpSp>
      <p:sp>
        <p:nvSpPr>
          <p:cNvPr id="19" name="文本框 18"/>
          <p:cNvSpPr txBox="1"/>
          <p:nvPr/>
        </p:nvSpPr>
        <p:spPr>
          <a:xfrm>
            <a:off x="879475" y="274638"/>
            <a:ext cx="2378075" cy="554038"/>
          </a:xfrm>
          <a:prstGeom prst="rect">
            <a:avLst/>
          </a:prstGeom>
          <a:noFill/>
        </p:spPr>
        <p:txBody>
          <a:bodyPr wrap="none">
            <a:spAutoFit/>
          </a:bodyPr>
          <a:lstStyle/>
          <a:p>
            <a:pPr marR="0" defTabSz="914400" eaLnBrk="1" hangingPunct="1">
              <a:buClrTx/>
              <a:buSzTx/>
              <a:buFontTx/>
              <a:defRPr/>
            </a:pPr>
            <a:r>
              <a:rPr kumimoji="0" lang="zh-CN" altLang="en-US" sz="3000" b="1" kern="1200" cap="none" spc="-150" normalizeH="0" baseline="0" noProof="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一：竞品分析</a:t>
            </a:r>
            <a:endParaRPr kumimoji="0" lang="zh-CN" altLang="en-US" sz="3000" b="1" kern="1200" cap="none" spc="-150" normalizeH="0" baseline="0" noProof="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pic>
        <p:nvPicPr>
          <p:cNvPr id="24582" name="Picture 25"/>
          <p:cNvPicPr>
            <a:picLocks noChangeAspect="1"/>
          </p:cNvPicPr>
          <p:nvPr/>
        </p:nvPicPr>
        <p:blipFill>
          <a:blip r:embed="rId1"/>
          <a:stretch>
            <a:fillRect/>
          </a:stretch>
        </p:blipFill>
        <p:spPr>
          <a:xfrm>
            <a:off x="835025" y="1497013"/>
            <a:ext cx="10436225" cy="4940300"/>
          </a:xfrm>
          <a:prstGeom prst="rect">
            <a:avLst/>
          </a:prstGeom>
          <a:noFill/>
          <a:ln w="9525">
            <a:noFill/>
          </a:ln>
        </p:spPr>
      </p:pic>
      <p:sp>
        <p:nvSpPr>
          <p:cNvPr id="6" name="文本框 5"/>
          <p:cNvSpPr txBox="1"/>
          <p:nvPr/>
        </p:nvSpPr>
        <p:spPr>
          <a:xfrm>
            <a:off x="1833245" y="6028055"/>
            <a:ext cx="8298180" cy="368300"/>
          </a:xfrm>
          <a:prstGeom prst="rect">
            <a:avLst/>
          </a:prstGeom>
          <a:noFill/>
        </p:spPr>
        <p:txBody>
          <a:bodyPr wrap="none" rtlCol="0">
            <a:spAutoFit/>
          </a:bodyPr>
          <a:p>
            <a:r>
              <a:rPr lang="zh-CN" altLang="en-US">
                <a:solidFill>
                  <a:srgbClr val="FF0000"/>
                </a:solidFill>
              </a:rPr>
              <a:t>此产品的上架时间是</a:t>
            </a:r>
            <a:r>
              <a:rPr lang="en-US" altLang="zh-CN">
                <a:solidFill>
                  <a:srgbClr val="FF0000"/>
                </a:solidFill>
              </a:rPr>
              <a:t>2019</a:t>
            </a:r>
            <a:r>
              <a:rPr lang="zh-CN" altLang="en-US">
                <a:solidFill>
                  <a:srgbClr val="FF0000"/>
                </a:solidFill>
              </a:rPr>
              <a:t>年</a:t>
            </a:r>
            <a:r>
              <a:rPr lang="en-US" altLang="zh-CN">
                <a:solidFill>
                  <a:srgbClr val="FF0000"/>
                </a:solidFill>
              </a:rPr>
              <a:t>9</a:t>
            </a:r>
            <a:r>
              <a:rPr lang="zh-CN" altLang="en-US">
                <a:solidFill>
                  <a:srgbClr val="FF0000"/>
                </a:solidFill>
              </a:rPr>
              <a:t>月份，</a:t>
            </a:r>
            <a:r>
              <a:rPr lang="en-US" altLang="zh-CN">
                <a:solidFill>
                  <a:srgbClr val="FF0000"/>
                </a:solidFill>
              </a:rPr>
              <a:t>1</a:t>
            </a:r>
            <a:r>
              <a:rPr lang="zh-CN" altLang="en-US">
                <a:solidFill>
                  <a:srgbClr val="FF0000"/>
                </a:solidFill>
              </a:rPr>
              <a:t>年多的时间单款产品就达到月销售额</a:t>
            </a:r>
            <a:r>
              <a:rPr lang="en-US" altLang="zh-CN">
                <a:solidFill>
                  <a:srgbClr val="FF0000"/>
                </a:solidFill>
              </a:rPr>
              <a:t>6</a:t>
            </a:r>
            <a:r>
              <a:rPr lang="zh-CN" altLang="en-US">
                <a:solidFill>
                  <a:srgbClr val="FF0000"/>
                </a:solidFill>
              </a:rPr>
              <a:t>万左右</a:t>
            </a:r>
            <a:endParaRPr lang="zh-CN" altLang="en-US">
              <a:solidFill>
                <a:srgbClr val="FF0000"/>
              </a:solidFill>
            </a:endParaRPr>
          </a:p>
        </p:txBody>
      </p:sp>
      <p:pic>
        <p:nvPicPr>
          <p:cNvPr id="4" name="图片 3"/>
          <p:cNvPicPr>
            <a:picLocks noChangeAspect="1"/>
          </p:cNvPicPr>
          <p:nvPr/>
        </p:nvPicPr>
        <p:blipFill>
          <a:blip r:embed="rId2"/>
          <a:stretch>
            <a:fillRect/>
          </a:stretch>
        </p:blipFill>
        <p:spPr>
          <a:xfrm>
            <a:off x="2578100" y="1746885"/>
            <a:ext cx="7018655" cy="4098290"/>
          </a:xfrm>
          <a:prstGeom prst="rect">
            <a:avLst/>
          </a:prstGeom>
        </p:spPr>
      </p:pic>
    </p:spTree>
  </p:cSld>
  <p:clrMapOvr>
    <a:masterClrMapping/>
  </p:clrMapOvr>
  <p:transition spd="slow" advTm="3000">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 name="文本框 15"/>
          <p:cNvSpPr txBox="1"/>
          <p:nvPr/>
        </p:nvSpPr>
        <p:spPr>
          <a:xfrm>
            <a:off x="983128" y="746936"/>
            <a:ext cx="2885085" cy="292388"/>
          </a:xfrm>
          <a:prstGeom prst="rect">
            <a:avLst/>
          </a:prstGeom>
          <a:noFill/>
          <a:ln w="12700" cap="flat">
            <a:noFill/>
            <a:miter lim="400000"/>
          </a:ln>
        </p:spPr>
        <p:style>
          <a:lnRef idx="0">
            <a:scrgbClr r="0" g="0" b="0"/>
          </a:lnRef>
          <a:fillRef idx="0">
            <a:scrgbClr r="0" g="0" b="0"/>
          </a:fillRef>
          <a:effectRef idx="0">
            <a:scrgbClr r="0" g="0" b="0"/>
          </a:effectRef>
          <a:fontRef idx="none"/>
        </p:style>
        <p:txBody>
          <a:bodyPr spcFirstLastPara="1" wrap="none" lIns="22860" tIns="22860" rIns="22860" bIns="22860" spcCol="3810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600" b="0" i="0" u="none" strike="noStrike" kern="1200" cap="none" spc="0" normalizeH="0" baseline="0" noProof="0" dirty="0">
                <a:ln>
                  <a:noFill/>
                </a:ln>
                <a:solidFill>
                  <a:schemeClr val="bg1">
                    <a:alpha val="60000"/>
                  </a:schemeClr>
                </a:solidFill>
                <a:effectLst/>
                <a:uLnTx/>
                <a:uFillTx/>
                <a:latin typeface="Arial" panose="020B0604020202020204" pitchFamily="34" charset="0"/>
                <a:ea typeface="微软雅黑" panose="020B0503020204020204" pitchFamily="34" charset="-122"/>
                <a:cs typeface="+mn-ea"/>
                <a:sym typeface="Arial" panose="020B0604020202020204" pitchFamily="34" charset="0"/>
              </a:rPr>
              <a:t>Analysis of competing products</a:t>
            </a:r>
            <a:endParaRPr kumimoji="0" lang="en-US" altLang="zh-CN" sz="1600" b="0" i="0" u="none" strike="noStrike" kern="1200" cap="none" spc="0" normalizeH="0" baseline="0" noProof="0" dirty="0">
              <a:ln>
                <a:noFill/>
              </a:ln>
              <a:solidFill>
                <a:schemeClr val="bg1">
                  <a:alpha val="60000"/>
                </a:schemeClr>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grpSp>
        <p:nvGrpSpPr>
          <p:cNvPr id="2" name="组合 17"/>
          <p:cNvGrpSpPr/>
          <p:nvPr/>
        </p:nvGrpSpPr>
        <p:grpSpPr>
          <a:xfrm>
            <a:off x="244476" y="292500"/>
            <a:ext cx="493773" cy="615629"/>
            <a:chOff x="7409" y="353"/>
            <a:chExt cx="1374" cy="1582"/>
          </a:xfrm>
          <a:solidFill>
            <a:srgbClr val="1766F3"/>
          </a:solidFill>
        </p:grpSpPr>
        <p:sp>
          <p:nvSpPr>
            <p:cNvPr id="20" name="平行四边形 19"/>
            <p:cNvSpPr/>
            <p:nvPr/>
          </p:nvSpPr>
          <p:spPr>
            <a:xfrm>
              <a:off x="7409" y="353"/>
              <a:ext cx="788" cy="981"/>
            </a:xfrm>
            <a:prstGeom prst="parallelogram">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3600" b="0" i="0" u="none" strike="noStrike" kern="1200" cap="none" spc="0" normalizeH="0" baseline="0" noProof="0">
                <a:ln>
                  <a:noFill/>
                </a:ln>
                <a:solidFill>
                  <a:schemeClr val="lt1"/>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1" name="平行四边形 20"/>
            <p:cNvSpPr/>
            <p:nvPr/>
          </p:nvSpPr>
          <p:spPr>
            <a:xfrm>
              <a:off x="7995" y="955"/>
              <a:ext cx="788" cy="981"/>
            </a:xfrm>
            <a:prstGeom prst="parallelogram">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3600" b="0" i="0" u="none" strike="noStrike" kern="1200" cap="none" spc="0" normalizeH="0" baseline="0" noProof="0">
                <a:ln>
                  <a:noFill/>
                </a:ln>
                <a:solidFill>
                  <a:schemeClr val="lt1"/>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grpSp>
      <p:sp>
        <p:nvSpPr>
          <p:cNvPr id="19" name="文本框 18"/>
          <p:cNvSpPr txBox="1"/>
          <p:nvPr/>
        </p:nvSpPr>
        <p:spPr>
          <a:xfrm>
            <a:off x="879475" y="274638"/>
            <a:ext cx="2378075" cy="554038"/>
          </a:xfrm>
          <a:prstGeom prst="rect">
            <a:avLst/>
          </a:prstGeom>
          <a:noFill/>
        </p:spPr>
        <p:txBody>
          <a:bodyPr wrap="none">
            <a:spAutoFit/>
          </a:bodyPr>
          <a:lstStyle/>
          <a:p>
            <a:pPr marR="0" defTabSz="914400" eaLnBrk="1" hangingPunct="1">
              <a:buClrTx/>
              <a:buSzTx/>
              <a:buFontTx/>
              <a:defRPr/>
            </a:pPr>
            <a:r>
              <a:rPr kumimoji="0" lang="zh-CN" altLang="en-US" sz="3000" b="1" kern="1200" cap="none" spc="-150" normalizeH="0" baseline="0" noProof="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一：竞品分析</a:t>
            </a:r>
            <a:endParaRPr kumimoji="0" lang="zh-CN" altLang="en-US" sz="3000" b="1" kern="1200" cap="none" spc="-150" normalizeH="0" baseline="0" noProof="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pic>
        <p:nvPicPr>
          <p:cNvPr id="27654" name="Picture 25"/>
          <p:cNvPicPr>
            <a:picLocks noChangeAspect="1"/>
          </p:cNvPicPr>
          <p:nvPr/>
        </p:nvPicPr>
        <p:blipFill>
          <a:blip r:embed="rId1"/>
          <a:stretch>
            <a:fillRect/>
          </a:stretch>
        </p:blipFill>
        <p:spPr>
          <a:xfrm>
            <a:off x="527685" y="1455738"/>
            <a:ext cx="11356975" cy="4940300"/>
          </a:xfrm>
          <a:prstGeom prst="rect">
            <a:avLst/>
          </a:prstGeom>
          <a:noFill/>
          <a:ln w="9525">
            <a:noFill/>
          </a:ln>
        </p:spPr>
      </p:pic>
      <p:grpSp>
        <p:nvGrpSpPr>
          <p:cNvPr id="14340" name="iṣļïḋé"/>
          <p:cNvGrpSpPr/>
          <p:nvPr/>
        </p:nvGrpSpPr>
        <p:grpSpPr>
          <a:xfrm>
            <a:off x="1693228" y="1555433"/>
            <a:ext cx="258762" cy="292100"/>
            <a:chOff x="1687513" y="1622425"/>
            <a:chExt cx="314325" cy="355600"/>
          </a:xfrm>
        </p:grpSpPr>
        <p:sp>
          <p:nvSpPr>
            <p:cNvPr id="14344" name="isľiḓè"/>
            <p:cNvSpPr/>
            <p:nvPr/>
          </p:nvSpPr>
          <p:spPr>
            <a:xfrm>
              <a:off x="1687513" y="1622425"/>
              <a:ext cx="314325" cy="355600"/>
            </a:xfrm>
            <a:custGeom>
              <a:avLst/>
              <a:gdLst>
                <a:gd name="txL" fmla="*/ 0 w 233"/>
                <a:gd name="txT" fmla="*/ 0 h 264"/>
                <a:gd name="txR" fmla="*/ 233 w 233"/>
                <a:gd name="txB" fmla="*/ 264 h 264"/>
              </a:gdLst>
              <a:ahLst/>
              <a:cxnLst>
                <a:cxn ang="0">
                  <a:pos x="2147483647" y="2147483647"/>
                </a:cxn>
                <a:cxn ang="0">
                  <a:pos x="2147483647" y="2147483647"/>
                </a:cxn>
                <a:cxn ang="0">
                  <a:pos x="0"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rect l="txL" t="txT" r="txR" b="txB"/>
              <a:pathLst>
                <a:path w="233" h="264">
                  <a:moveTo>
                    <a:pt x="17" y="264"/>
                  </a:moveTo>
                  <a:cubicBezTo>
                    <a:pt x="14" y="264"/>
                    <a:pt x="11" y="263"/>
                    <a:pt x="9" y="262"/>
                  </a:cubicBezTo>
                  <a:cubicBezTo>
                    <a:pt x="3" y="259"/>
                    <a:pt x="0" y="253"/>
                    <a:pt x="0" y="247"/>
                  </a:cubicBezTo>
                  <a:cubicBezTo>
                    <a:pt x="0" y="17"/>
                    <a:pt x="0" y="17"/>
                    <a:pt x="0" y="17"/>
                  </a:cubicBezTo>
                  <a:cubicBezTo>
                    <a:pt x="0" y="11"/>
                    <a:pt x="3" y="6"/>
                    <a:pt x="9" y="3"/>
                  </a:cubicBezTo>
                  <a:cubicBezTo>
                    <a:pt x="14" y="0"/>
                    <a:pt x="20" y="0"/>
                    <a:pt x="25" y="3"/>
                  </a:cubicBezTo>
                  <a:cubicBezTo>
                    <a:pt x="225" y="118"/>
                    <a:pt x="225" y="118"/>
                    <a:pt x="225" y="118"/>
                  </a:cubicBezTo>
                  <a:cubicBezTo>
                    <a:pt x="230" y="121"/>
                    <a:pt x="233" y="126"/>
                    <a:pt x="233" y="132"/>
                  </a:cubicBezTo>
                  <a:cubicBezTo>
                    <a:pt x="233" y="138"/>
                    <a:pt x="230" y="144"/>
                    <a:pt x="225" y="147"/>
                  </a:cubicBezTo>
                  <a:cubicBezTo>
                    <a:pt x="25" y="262"/>
                    <a:pt x="25" y="262"/>
                    <a:pt x="25" y="262"/>
                  </a:cubicBezTo>
                  <a:cubicBezTo>
                    <a:pt x="23" y="263"/>
                    <a:pt x="20" y="264"/>
                    <a:pt x="17" y="264"/>
                  </a:cubicBezTo>
                  <a:close/>
                </a:path>
              </a:pathLst>
            </a:custGeom>
            <a:solidFill>
              <a:srgbClr val="FFFFFF">
                <a:alpha val="100000"/>
              </a:srgbClr>
            </a:solidFill>
            <a:ln w="9525">
              <a:noFill/>
            </a:ln>
          </p:spPr>
          <p:txBody>
            <a:bodyPr/>
            <a:p>
              <a:endParaRPr lang="zh-CN" altLang="en-US"/>
            </a:p>
          </p:txBody>
        </p:sp>
        <p:sp>
          <p:nvSpPr>
            <p:cNvPr id="108" name="ïsļïḓé"/>
            <p:cNvSpPr/>
            <p:nvPr/>
          </p:nvSpPr>
          <p:spPr bwMode="auto">
            <a:xfrm>
              <a:off x="1845640" y="1759640"/>
              <a:ext cx="71349" cy="81170"/>
            </a:xfrm>
            <a:custGeom>
              <a:avLst/>
              <a:gdLst/>
              <a:ahLst/>
              <a:cxnLst>
                <a:cxn ang="0">
                  <a:pos x="0" y="0"/>
                </a:cxn>
                <a:cxn ang="0">
                  <a:pos x="44" y="26"/>
                </a:cxn>
                <a:cxn ang="0">
                  <a:pos x="0" y="52"/>
                </a:cxn>
                <a:cxn ang="0">
                  <a:pos x="0" y="0"/>
                </a:cxn>
              </a:cxnLst>
              <a:rect l="0" t="0" r="r" b="b"/>
              <a:pathLst>
                <a:path w="44" h="52">
                  <a:moveTo>
                    <a:pt x="0" y="0"/>
                  </a:moveTo>
                  <a:lnTo>
                    <a:pt x="44" y="26"/>
                  </a:lnTo>
                  <a:lnTo>
                    <a:pt x="0" y="52"/>
                  </a:lnTo>
                  <a:lnTo>
                    <a:pt x="0" y="0"/>
                  </a:lnTo>
                  <a:close/>
                </a:path>
              </a:pathLst>
            </a:custGeom>
            <a:solidFill>
              <a:schemeClr val="accent4"/>
            </a:solidFill>
            <a:ln w="9525">
              <a:noFill/>
              <a:round/>
            </a:ln>
          </p:spPr>
          <p:txBody>
            <a:bodyPr anchor="ctr"/>
            <a:p>
              <a:pPr marL="0" marR="0" lvl="0" indent="0" algn="ctr" defTabSz="914400" rtl="0" eaLnBrk="1" fontAlgn="base"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chemeClr val="tx1"/>
                </a:solidFill>
                <a:effectLst/>
                <a:uLnTx/>
                <a:uFillTx/>
                <a:latin typeface="等线" pitchFamily="2" charset="-122"/>
                <a:ea typeface="等线" pitchFamily="2" charset="-122"/>
                <a:cs typeface="+mn-cs"/>
              </a:endParaRPr>
            </a:p>
          </p:txBody>
        </p:sp>
      </p:grpSp>
      <p:sp>
        <p:nvSpPr>
          <p:cNvPr id="3" name="文本框 2"/>
          <p:cNvSpPr txBox="1"/>
          <p:nvPr/>
        </p:nvSpPr>
        <p:spPr>
          <a:xfrm>
            <a:off x="664210" y="1178560"/>
            <a:ext cx="1004570" cy="1014730"/>
          </a:xfrm>
          <a:prstGeom prst="rect">
            <a:avLst/>
          </a:prstGeom>
          <a:noFill/>
        </p:spPr>
        <p:txBody>
          <a:bodyPr wrap="square" rtlCol="0">
            <a:spAutoFit/>
          </a:bodyPr>
          <a:p>
            <a:r>
              <a:rPr lang="zh-CN" altLang="en-US" sz="3000" b="1" spc="-150" noProof="0" dirty="0">
                <a:solidFill>
                  <a:schemeClr val="bg1"/>
                </a:solidFill>
                <a:latin typeface="Arial" panose="020B0604020202020204" pitchFamily="34" charset="0"/>
                <a:ea typeface="微软雅黑" panose="020B0503020204020204" pitchFamily="34" charset="-122"/>
                <a:cs typeface="+mn-ea"/>
              </a:rPr>
              <a:t>产品特点</a:t>
            </a:r>
            <a:endParaRPr lang="zh-CN" altLang="en-US"/>
          </a:p>
        </p:txBody>
      </p:sp>
      <p:sp>
        <p:nvSpPr>
          <p:cNvPr id="4" name="文本框 3"/>
          <p:cNvSpPr txBox="1"/>
          <p:nvPr/>
        </p:nvSpPr>
        <p:spPr>
          <a:xfrm>
            <a:off x="3037840" y="1734820"/>
            <a:ext cx="5729605" cy="521970"/>
          </a:xfrm>
          <a:prstGeom prst="rect">
            <a:avLst/>
          </a:prstGeom>
          <a:noFill/>
        </p:spPr>
        <p:txBody>
          <a:bodyPr wrap="square" rtlCol="0">
            <a:spAutoFit/>
          </a:bodyPr>
          <a:p>
            <a:pPr algn="l"/>
            <a:r>
              <a:rPr lang="zh-CN" altLang="en-US" sz="2800" b="1" dirty="0" smtClean="0">
                <a:solidFill>
                  <a:schemeClr val="tx1"/>
                </a:solidFill>
                <a:effectLst>
                  <a:outerShdw blurRad="38100" dist="19050" dir="2700000" algn="tl" rotWithShape="0">
                    <a:schemeClr val="dk1">
                      <a:alpha val="40000"/>
                    </a:schemeClr>
                  </a:outerShdw>
                </a:effectLst>
                <a:sym typeface="+mn-ea"/>
              </a:rPr>
              <a:t>尺寸一般是</a:t>
            </a:r>
            <a:r>
              <a:rPr lang="en-US" altLang="zh-CN" sz="2800" b="1" dirty="0" smtClean="0">
                <a:solidFill>
                  <a:schemeClr val="tx1"/>
                </a:solidFill>
                <a:effectLst>
                  <a:outerShdw blurRad="38100" dist="19050" dir="2700000" algn="tl" rotWithShape="0">
                    <a:schemeClr val="dk1">
                      <a:alpha val="40000"/>
                    </a:schemeClr>
                  </a:outerShdw>
                </a:effectLst>
                <a:sym typeface="+mn-ea"/>
              </a:rPr>
              <a:t>5</a:t>
            </a:r>
            <a:r>
              <a:rPr lang="zh-CN" altLang="en-US" sz="2800" b="1" dirty="0" smtClean="0">
                <a:solidFill>
                  <a:schemeClr val="tx1"/>
                </a:solidFill>
                <a:effectLst>
                  <a:outerShdw blurRad="38100" dist="19050" dir="2700000" algn="tl" rotWithShape="0">
                    <a:schemeClr val="dk1">
                      <a:alpha val="40000"/>
                    </a:schemeClr>
                  </a:outerShdw>
                </a:effectLst>
                <a:sym typeface="+mn-ea"/>
              </a:rPr>
              <a:t>个，花色自定</a:t>
            </a:r>
            <a:endParaRPr lang="zh-CN" altLang="en-US" sz="2800" b="1" dirty="0" smtClean="0">
              <a:solidFill>
                <a:schemeClr val="tx1"/>
              </a:solidFill>
              <a:effectLst>
                <a:outerShdw blurRad="38100" dist="19050" dir="2700000" algn="tl" rotWithShape="0">
                  <a:schemeClr val="dk1">
                    <a:alpha val="40000"/>
                  </a:schemeClr>
                </a:outerShdw>
              </a:effectLst>
              <a:sym typeface="+mn-ea"/>
            </a:endParaRPr>
          </a:p>
        </p:txBody>
      </p:sp>
      <p:sp>
        <p:nvSpPr>
          <p:cNvPr id="5" name="文本框 4"/>
          <p:cNvSpPr txBox="1"/>
          <p:nvPr/>
        </p:nvSpPr>
        <p:spPr>
          <a:xfrm>
            <a:off x="2470150" y="3973195"/>
            <a:ext cx="6297295" cy="1476375"/>
          </a:xfrm>
          <a:prstGeom prst="rect">
            <a:avLst/>
          </a:prstGeom>
          <a:noFill/>
        </p:spPr>
        <p:txBody>
          <a:bodyPr wrap="square" rtlCol="0">
            <a:spAutoFit/>
          </a:bodyPr>
          <a:p>
            <a:pPr algn="l"/>
            <a:r>
              <a:rPr lang="en-US" altLang="zh-CN"/>
              <a:t>1</a:t>
            </a:r>
            <a:r>
              <a:rPr lang="zh-CN" altLang="en-US"/>
              <a:t>：材质主要是</a:t>
            </a:r>
            <a:r>
              <a:rPr lang="en-US" altLang="zh-CN"/>
              <a:t>聚酰胺和氨纶</a:t>
            </a:r>
            <a:r>
              <a:rPr lang="zh-CN" altLang="en-US"/>
              <a:t>，涤纶。</a:t>
            </a:r>
            <a:endParaRPr lang="en-US" altLang="zh-CN"/>
          </a:p>
          <a:p>
            <a:pPr algn="l"/>
            <a:r>
              <a:rPr lang="en-US" altLang="zh-CN"/>
              <a:t>2</a:t>
            </a:r>
            <a:r>
              <a:rPr lang="zh-CN" altLang="en-US"/>
              <a:t>：</a:t>
            </a:r>
            <a:r>
              <a:rPr lang="zh-CN" altLang="en-US"/>
              <a:t>浅色可拆卸衬垫比基尼上衣。</a:t>
            </a:r>
            <a:endParaRPr lang="zh-CN" altLang="en-US"/>
          </a:p>
          <a:p>
            <a:pPr algn="l"/>
            <a:r>
              <a:rPr lang="en-US" altLang="zh-CN"/>
              <a:t>3</a:t>
            </a:r>
            <a:r>
              <a:rPr lang="zh-CN" altLang="en-US"/>
              <a:t>：</a:t>
            </a:r>
            <a:r>
              <a:rPr lang="zh-CN" altLang="en-US"/>
              <a:t>颈部和中央后部的领带可调节，可调节杯。</a:t>
            </a:r>
            <a:endParaRPr lang="zh-CN" altLang="en-US"/>
          </a:p>
          <a:p>
            <a:pPr algn="l"/>
            <a:r>
              <a:rPr lang="en-US" altLang="zh-CN"/>
              <a:t>4</a:t>
            </a:r>
            <a:r>
              <a:rPr lang="zh-CN" altLang="en-US"/>
              <a:t>：随时可风干。</a:t>
            </a:r>
            <a:endParaRPr lang="zh-CN" altLang="en-US"/>
          </a:p>
          <a:p>
            <a:pPr algn="l"/>
            <a:r>
              <a:rPr lang="en-US" altLang="zh-CN"/>
              <a:t>5: </a:t>
            </a:r>
            <a:r>
              <a:rPr lang="zh-CN" altLang="zh-CN"/>
              <a:t>适合冬天夏天。</a:t>
            </a:r>
            <a:endParaRPr lang="zh-CN" altLang="zh-CN"/>
          </a:p>
        </p:txBody>
      </p:sp>
      <p:pic>
        <p:nvPicPr>
          <p:cNvPr id="6" name="图片 5"/>
          <p:cNvPicPr>
            <a:picLocks noChangeAspect="1"/>
          </p:cNvPicPr>
          <p:nvPr/>
        </p:nvPicPr>
        <p:blipFill>
          <a:blip r:embed="rId2"/>
          <a:stretch>
            <a:fillRect/>
          </a:stretch>
        </p:blipFill>
        <p:spPr>
          <a:xfrm>
            <a:off x="5074285" y="2410460"/>
            <a:ext cx="4573905" cy="1219200"/>
          </a:xfrm>
          <a:prstGeom prst="rect">
            <a:avLst/>
          </a:prstGeom>
        </p:spPr>
      </p:pic>
      <p:pic>
        <p:nvPicPr>
          <p:cNvPr id="7" name="图片 6"/>
          <p:cNvPicPr>
            <a:picLocks noChangeAspect="1"/>
          </p:cNvPicPr>
          <p:nvPr/>
        </p:nvPicPr>
        <p:blipFill>
          <a:blip r:embed="rId3"/>
          <a:stretch>
            <a:fillRect/>
          </a:stretch>
        </p:blipFill>
        <p:spPr>
          <a:xfrm>
            <a:off x="2877820" y="2473325"/>
            <a:ext cx="908685" cy="1092835"/>
          </a:xfrm>
          <a:prstGeom prst="rect">
            <a:avLst/>
          </a:prstGeom>
        </p:spPr>
      </p:pic>
    </p:spTree>
  </p:cSld>
  <p:clrMapOvr>
    <a:masterClrMapping/>
  </p:clrMapOvr>
  <p:transition spd="slow" advTm="3000">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 name="文本框 35"/>
          <p:cNvSpPr txBox="1"/>
          <p:nvPr/>
        </p:nvSpPr>
        <p:spPr>
          <a:xfrm>
            <a:off x="983128" y="746936"/>
            <a:ext cx="4013599" cy="292388"/>
          </a:xfrm>
          <a:prstGeom prst="rect">
            <a:avLst/>
          </a:prstGeom>
          <a:noFill/>
          <a:ln w="12700" cap="flat">
            <a:noFill/>
            <a:miter lim="400000"/>
          </a:ln>
        </p:spPr>
        <p:style>
          <a:lnRef idx="0">
            <a:scrgbClr r="0" g="0" b="0"/>
          </a:lnRef>
          <a:fillRef idx="0">
            <a:scrgbClr r="0" g="0" b="0"/>
          </a:fillRef>
          <a:effectRef idx="0">
            <a:scrgbClr r="0" g="0" b="0"/>
          </a:effectRef>
          <a:fontRef idx="none"/>
        </p:style>
        <p:txBody>
          <a:bodyPr spcFirstLastPara="1" wrap="none" lIns="22860" tIns="22860" rIns="22860" bIns="22860" spcCol="3810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600" b="0" i="0" u="none" strike="noStrike" kern="1200" cap="none" spc="0" normalizeH="0" baseline="0" noProof="0" dirty="0">
                <a:ln>
                  <a:noFill/>
                </a:ln>
                <a:solidFill>
                  <a:schemeClr val="bg1">
                    <a:alpha val="60000"/>
                  </a:schemeClr>
                </a:solidFill>
                <a:effectLst/>
                <a:uLnTx/>
                <a:uFillTx/>
                <a:latin typeface="Arial" panose="020B0604020202020204" pitchFamily="34" charset="0"/>
                <a:ea typeface="微软雅黑" panose="020B0503020204020204" pitchFamily="34" charset="-122"/>
                <a:cs typeface="+mn-ea"/>
                <a:sym typeface="Arial" panose="020B0604020202020204" pitchFamily="34" charset="0"/>
              </a:rPr>
              <a:t>Notice: Product advantages and pain points</a:t>
            </a:r>
            <a:endParaRPr kumimoji="0" lang="en-US" altLang="zh-CN" sz="1600" b="0" i="0" u="none" strike="noStrike" kern="1200" cap="none" spc="0" normalizeH="0" baseline="0" noProof="0" dirty="0">
              <a:ln>
                <a:noFill/>
              </a:ln>
              <a:solidFill>
                <a:schemeClr val="bg1">
                  <a:alpha val="60000"/>
                </a:schemeClr>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grpSp>
        <p:nvGrpSpPr>
          <p:cNvPr id="2" name="组合 39"/>
          <p:cNvGrpSpPr/>
          <p:nvPr/>
        </p:nvGrpSpPr>
        <p:grpSpPr>
          <a:xfrm>
            <a:off x="244476" y="292500"/>
            <a:ext cx="493773" cy="615629"/>
            <a:chOff x="7409" y="353"/>
            <a:chExt cx="1374" cy="1582"/>
          </a:xfrm>
          <a:solidFill>
            <a:srgbClr val="1766F3"/>
          </a:solidFill>
        </p:grpSpPr>
        <p:sp>
          <p:nvSpPr>
            <p:cNvPr id="42" name="平行四边形 41"/>
            <p:cNvSpPr/>
            <p:nvPr/>
          </p:nvSpPr>
          <p:spPr>
            <a:xfrm>
              <a:off x="7409" y="353"/>
              <a:ext cx="788" cy="981"/>
            </a:xfrm>
            <a:prstGeom prst="parallelogram">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3600" b="0" i="0" u="none" strike="noStrike" kern="1200" cap="none" spc="0" normalizeH="0" baseline="0" noProof="0">
                <a:ln>
                  <a:noFill/>
                </a:ln>
                <a:solidFill>
                  <a:schemeClr val="lt1"/>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43" name="平行四边形 42"/>
            <p:cNvSpPr/>
            <p:nvPr/>
          </p:nvSpPr>
          <p:spPr>
            <a:xfrm>
              <a:off x="7995" y="955"/>
              <a:ext cx="788" cy="981"/>
            </a:xfrm>
            <a:prstGeom prst="parallelogram">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3600" b="0" i="0" u="none" strike="noStrike" kern="1200" cap="none" spc="0" normalizeH="0" baseline="0" noProof="0">
                <a:ln>
                  <a:noFill/>
                </a:ln>
                <a:solidFill>
                  <a:schemeClr val="lt1"/>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grpSp>
      <p:sp>
        <p:nvSpPr>
          <p:cNvPr id="41" name="文本框 40"/>
          <p:cNvSpPr txBox="1"/>
          <p:nvPr/>
        </p:nvSpPr>
        <p:spPr>
          <a:xfrm>
            <a:off x="879475" y="274638"/>
            <a:ext cx="3440430" cy="553085"/>
          </a:xfrm>
          <a:prstGeom prst="rect">
            <a:avLst/>
          </a:prstGeom>
          <a:noFill/>
        </p:spPr>
        <p:txBody>
          <a:bodyPr wrap="none">
            <a:spAutoFit/>
          </a:bodyPr>
          <a:lstStyle/>
          <a:p>
            <a:pPr marR="0" defTabSz="914400" eaLnBrk="1" hangingPunct="1">
              <a:buClrTx/>
              <a:buSzTx/>
              <a:buFontTx/>
              <a:defRPr/>
            </a:pPr>
            <a:r>
              <a:rPr kumimoji="0" lang="zh-CN" altLang="en-US" sz="3000" b="1" kern="1200" cap="none" spc="-150" normalizeH="0" baseline="0" noProof="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注意：产品数据总结</a:t>
            </a:r>
            <a:endParaRPr kumimoji="0" lang="zh-CN" altLang="en-US" sz="3000" b="1" kern="1200" cap="none" spc="-150" normalizeH="0" baseline="0" noProof="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 name="文本框 2"/>
          <p:cNvSpPr txBox="1"/>
          <p:nvPr/>
        </p:nvSpPr>
        <p:spPr>
          <a:xfrm>
            <a:off x="1089025" y="1188085"/>
            <a:ext cx="8133715" cy="4799965"/>
          </a:xfrm>
          <a:prstGeom prst="rect">
            <a:avLst/>
          </a:prstGeom>
          <a:noFill/>
        </p:spPr>
        <p:txBody>
          <a:bodyPr wrap="square" rtlCol="0">
            <a:spAutoFit/>
          </a:bodyPr>
          <a:p>
            <a:pPr algn="l"/>
            <a:r>
              <a:rPr lang="en-US" altLang="zh-CN">
                <a:solidFill>
                  <a:schemeClr val="bg1"/>
                </a:solidFill>
              </a:rPr>
              <a:t>1</a:t>
            </a:r>
            <a:r>
              <a:rPr lang="zh-CN" altLang="en-US">
                <a:solidFill>
                  <a:schemeClr val="bg1"/>
                </a:solidFill>
              </a:rPr>
              <a:t>：泳衣</a:t>
            </a:r>
            <a:r>
              <a:rPr lang="zh-CN" altLang="en-US" dirty="0" smtClean="0">
                <a:solidFill>
                  <a:schemeClr val="bg1"/>
                </a:solidFill>
                <a:sym typeface="+mn-ea"/>
              </a:rPr>
              <a:t>市场巨大，竞争激烈，明显的季节性产品。</a:t>
            </a:r>
            <a:endParaRPr lang="en-US" altLang="zh-CN" dirty="0" smtClean="0">
              <a:solidFill>
                <a:schemeClr val="bg1"/>
              </a:solidFill>
            </a:endParaRPr>
          </a:p>
          <a:p>
            <a:pPr algn="l"/>
            <a:r>
              <a:rPr lang="en-US" altLang="zh-CN">
                <a:solidFill>
                  <a:schemeClr val="bg1"/>
                </a:solidFill>
              </a:rPr>
              <a:t>2</a:t>
            </a:r>
            <a:r>
              <a:rPr lang="zh-CN" altLang="en-US">
                <a:solidFill>
                  <a:schemeClr val="bg1"/>
                </a:solidFill>
              </a:rPr>
              <a:t>：</a:t>
            </a:r>
            <a:r>
              <a:rPr lang="zh-CN" altLang="en-US" dirty="0" smtClean="0">
                <a:solidFill>
                  <a:schemeClr val="bg1"/>
                </a:solidFill>
                <a:sym typeface="+mn-ea"/>
              </a:rPr>
              <a:t>精准词</a:t>
            </a:r>
            <a:r>
              <a:rPr dirty="0" smtClean="0">
                <a:solidFill>
                  <a:schemeClr val="bg1"/>
                </a:solidFill>
                <a:sym typeface="+mn-ea"/>
              </a:rPr>
              <a:t>bikini</a:t>
            </a:r>
            <a:r>
              <a:rPr lang="zh-CN" altLang="en-US" dirty="0" smtClean="0">
                <a:solidFill>
                  <a:schemeClr val="bg1"/>
                </a:solidFill>
                <a:sym typeface="+mn-ea"/>
              </a:rPr>
              <a:t>搜索量大。</a:t>
            </a:r>
            <a:endParaRPr lang="zh-CN" altLang="en-US" dirty="0" smtClean="0">
              <a:solidFill>
                <a:schemeClr val="bg1"/>
              </a:solidFill>
              <a:sym typeface="+mn-ea"/>
            </a:endParaRPr>
          </a:p>
          <a:p>
            <a:pPr algn="l"/>
            <a:r>
              <a:rPr lang="en-US" altLang="zh-CN">
                <a:solidFill>
                  <a:schemeClr val="bg1"/>
                </a:solidFill>
              </a:rPr>
              <a:t>3</a:t>
            </a:r>
            <a:r>
              <a:rPr lang="zh-CN" altLang="en-US">
                <a:solidFill>
                  <a:schemeClr val="bg1"/>
                </a:solidFill>
              </a:rPr>
              <a:t>：</a:t>
            </a:r>
            <a:r>
              <a:rPr lang="zh-CN" altLang="en-US" dirty="0" smtClean="0">
                <a:solidFill>
                  <a:schemeClr val="bg1"/>
                </a:solidFill>
                <a:sym typeface="+mn-ea"/>
              </a:rPr>
              <a:t>搜索量平稳。</a:t>
            </a:r>
            <a:endParaRPr lang="zh-CN" altLang="en-US" dirty="0" smtClean="0">
              <a:solidFill>
                <a:schemeClr val="bg1"/>
              </a:solidFill>
              <a:sym typeface="+mn-ea"/>
            </a:endParaRPr>
          </a:p>
          <a:p>
            <a:pPr algn="l"/>
            <a:r>
              <a:rPr lang="en-US" altLang="zh-CN">
                <a:solidFill>
                  <a:schemeClr val="bg1"/>
                </a:solidFill>
              </a:rPr>
              <a:t>4</a:t>
            </a:r>
            <a:r>
              <a:rPr lang="zh-CN" altLang="en-US">
                <a:solidFill>
                  <a:schemeClr val="bg1"/>
                </a:solidFill>
              </a:rPr>
              <a:t>：</a:t>
            </a:r>
            <a:r>
              <a:rPr lang="zh-CN" altLang="en-US" dirty="0" smtClean="0">
                <a:solidFill>
                  <a:schemeClr val="bg1"/>
                </a:solidFill>
                <a:sym typeface="+mn-ea"/>
              </a:rPr>
              <a:t>搜索比较多的连体，以及分开两件式的居多，相应的产品下有多个花色。</a:t>
            </a:r>
            <a:endParaRPr lang="zh-CN" altLang="en-US" dirty="0" smtClean="0">
              <a:solidFill>
                <a:schemeClr val="bg1"/>
              </a:solidFill>
            </a:endParaRPr>
          </a:p>
          <a:p>
            <a:pPr algn="l"/>
            <a:endParaRPr lang="zh-CN" altLang="en-US" dirty="0" smtClean="0">
              <a:solidFill>
                <a:schemeClr val="bg1"/>
              </a:solidFill>
              <a:sym typeface="+mn-ea"/>
            </a:endParaRPr>
          </a:p>
          <a:p>
            <a:pPr algn="l"/>
            <a:r>
              <a:rPr lang="zh-CN" altLang="en-US" dirty="0" smtClean="0">
                <a:solidFill>
                  <a:schemeClr val="bg1"/>
                </a:solidFill>
                <a:sym typeface="+mn-ea"/>
              </a:rPr>
              <a:t>亚马逊</a:t>
            </a:r>
            <a:r>
              <a:rPr dirty="0" smtClean="0">
                <a:solidFill>
                  <a:schemeClr val="bg1"/>
                </a:solidFill>
                <a:sym typeface="+mn-ea"/>
              </a:rPr>
              <a:t>bikini</a:t>
            </a:r>
            <a:r>
              <a:rPr lang="zh-CN" altLang="en-US" dirty="0" smtClean="0">
                <a:solidFill>
                  <a:schemeClr val="bg1"/>
                </a:solidFill>
                <a:sym typeface="+mn-ea"/>
              </a:rPr>
              <a:t>市场价格调研</a:t>
            </a:r>
            <a:endParaRPr lang="zh-CN" altLang="en-US" dirty="0">
              <a:solidFill>
                <a:schemeClr val="bg1"/>
              </a:solidFill>
            </a:endParaRPr>
          </a:p>
          <a:p>
            <a:pPr algn="l"/>
            <a:r>
              <a:rPr lang="zh-CN" altLang="en-US" b="1" dirty="0" smtClean="0">
                <a:solidFill>
                  <a:schemeClr val="bg1"/>
                </a:solidFill>
                <a:sym typeface="+mn-ea"/>
              </a:rPr>
              <a:t>基基本的定价在在</a:t>
            </a:r>
            <a:r>
              <a:rPr lang="en-US" altLang="zh-CN" b="1" dirty="0" smtClean="0">
                <a:solidFill>
                  <a:schemeClr val="bg1"/>
                </a:solidFill>
                <a:sym typeface="+mn-ea"/>
              </a:rPr>
              <a:t>25-70</a:t>
            </a:r>
            <a:r>
              <a:rPr lang="zh-CN" altLang="en-US" b="1" dirty="0" smtClean="0">
                <a:solidFill>
                  <a:schemeClr val="bg1"/>
                </a:solidFill>
                <a:sym typeface="+mn-ea"/>
              </a:rPr>
              <a:t>美金之间。</a:t>
            </a:r>
            <a:endParaRPr lang="zh-CN" altLang="en-US" b="1" dirty="0">
              <a:solidFill>
                <a:schemeClr val="bg1"/>
              </a:solidFill>
            </a:endParaRPr>
          </a:p>
          <a:p>
            <a:pPr algn="l"/>
            <a:endParaRPr lang="zh-CN" altLang="en-US" dirty="0" smtClean="0">
              <a:solidFill>
                <a:schemeClr val="bg1"/>
              </a:solidFill>
              <a:latin typeface="+mn-ea"/>
              <a:ea typeface="+mn-ea"/>
              <a:sym typeface="+mn-ea"/>
            </a:endParaRPr>
          </a:p>
          <a:p>
            <a:pPr algn="l"/>
            <a:r>
              <a:rPr dirty="0" smtClean="0">
                <a:solidFill>
                  <a:schemeClr val="bg1"/>
                </a:solidFill>
                <a:sym typeface="+mn-ea"/>
              </a:rPr>
              <a:t>bikini</a:t>
            </a:r>
            <a:r>
              <a:rPr lang="zh-CN" altLang="en-US" dirty="0" smtClean="0">
                <a:solidFill>
                  <a:schemeClr val="bg1"/>
                </a:solidFill>
                <a:latin typeface="+mn-ea"/>
                <a:ea typeface="+mn-ea"/>
                <a:sym typeface="+mn-ea"/>
              </a:rPr>
              <a:t>款式：热卖款式主要以两件式高腰低腰，以及连体遮肚为主。</a:t>
            </a:r>
            <a:br>
              <a:rPr lang="en-US" altLang="zh-CN" dirty="0" smtClean="0">
                <a:solidFill>
                  <a:schemeClr val="bg1"/>
                </a:solidFill>
                <a:latin typeface="+mn-ea"/>
                <a:ea typeface="+mn-ea"/>
                <a:sym typeface="+mn-ea"/>
              </a:rPr>
            </a:br>
            <a:br>
              <a:rPr lang="en-US" altLang="zh-CN" dirty="0" smtClean="0">
                <a:solidFill>
                  <a:schemeClr val="bg1"/>
                </a:solidFill>
                <a:sym typeface="+mn-ea"/>
              </a:rPr>
            </a:br>
            <a:r>
              <a:rPr lang="zh-CN" altLang="en-US" dirty="0" smtClean="0">
                <a:solidFill>
                  <a:schemeClr val="bg1"/>
                </a:solidFill>
                <a:sym typeface="+mn-ea"/>
              </a:rPr>
              <a:t>产品痛点：</a:t>
            </a:r>
            <a:br>
              <a:rPr lang="en-US" altLang="zh-CN" dirty="0" smtClean="0">
                <a:solidFill>
                  <a:schemeClr val="bg1"/>
                </a:solidFill>
                <a:sym typeface="+mn-ea"/>
              </a:rPr>
            </a:br>
            <a:r>
              <a:rPr lang="en-US" altLang="zh-CN" dirty="0" smtClean="0">
                <a:solidFill>
                  <a:schemeClr val="bg1"/>
                </a:solidFill>
                <a:sym typeface="+mn-ea"/>
              </a:rPr>
              <a:t>1.</a:t>
            </a:r>
            <a:r>
              <a:rPr lang="zh-CN" altLang="en-US" dirty="0" smtClean="0">
                <a:solidFill>
                  <a:schemeClr val="bg1"/>
                </a:solidFill>
                <a:sym typeface="+mn-ea"/>
              </a:rPr>
              <a:t>产品尺寸与实际的尺寸不符，与实际的偏小。</a:t>
            </a:r>
            <a:br>
              <a:rPr lang="en-US" altLang="zh-CN" dirty="0" smtClean="0">
                <a:solidFill>
                  <a:schemeClr val="bg1"/>
                </a:solidFill>
                <a:sym typeface="+mn-ea"/>
              </a:rPr>
            </a:br>
            <a:r>
              <a:rPr lang="en-US" altLang="zh-CN" dirty="0" smtClean="0">
                <a:solidFill>
                  <a:schemeClr val="bg1"/>
                </a:solidFill>
                <a:sym typeface="+mn-ea"/>
              </a:rPr>
              <a:t>2.</a:t>
            </a:r>
            <a:r>
              <a:rPr lang="zh-CN" altLang="en-US" dirty="0" smtClean="0">
                <a:solidFill>
                  <a:schemeClr val="bg1"/>
                </a:solidFill>
                <a:sym typeface="+mn-ea"/>
              </a:rPr>
              <a:t>泳衣的材质比较劣质，不够精致，弹性不好，面料比较薄，会透。</a:t>
            </a:r>
            <a:br>
              <a:rPr lang="en-US" altLang="zh-CN" dirty="0" smtClean="0">
                <a:solidFill>
                  <a:schemeClr val="bg1"/>
                </a:solidFill>
                <a:sym typeface="+mn-ea"/>
              </a:rPr>
            </a:br>
            <a:r>
              <a:rPr lang="en-US" altLang="zh-CN" dirty="0" smtClean="0">
                <a:solidFill>
                  <a:schemeClr val="bg1"/>
                </a:solidFill>
                <a:sym typeface="+mn-ea"/>
              </a:rPr>
              <a:t>3.</a:t>
            </a:r>
            <a:r>
              <a:rPr lang="zh-CN" altLang="en-US" dirty="0" smtClean="0">
                <a:solidFill>
                  <a:schemeClr val="bg1"/>
                </a:solidFill>
                <a:sym typeface="+mn-ea"/>
              </a:rPr>
              <a:t>会出现，上衣合适，下衣不合适的状况，尺寸有误。</a:t>
            </a:r>
            <a:endParaRPr lang="zh-CN" altLang="en-US" dirty="0" smtClean="0">
              <a:solidFill>
                <a:schemeClr val="bg1"/>
              </a:solidFill>
              <a:sym typeface="+mn-ea"/>
            </a:endParaRPr>
          </a:p>
          <a:p>
            <a:pPr algn="l"/>
            <a:r>
              <a:rPr lang="en-US" altLang="zh-CN" dirty="0" smtClean="0">
                <a:solidFill>
                  <a:schemeClr val="bg1"/>
                </a:solidFill>
                <a:sym typeface="+mn-ea"/>
              </a:rPr>
              <a:t>4.</a:t>
            </a:r>
            <a:r>
              <a:rPr lang="zh-CN" altLang="en-US" dirty="0" smtClean="0">
                <a:solidFill>
                  <a:schemeClr val="bg1"/>
                </a:solidFill>
                <a:sym typeface="+mn-ea"/>
              </a:rPr>
              <a:t>不能速干。</a:t>
            </a:r>
            <a:endParaRPr lang="zh-CN" altLang="en-US" dirty="0" smtClean="0">
              <a:solidFill>
                <a:schemeClr val="bg1"/>
              </a:solidFill>
              <a:sym typeface="+mn-ea"/>
            </a:endParaRPr>
          </a:p>
          <a:p>
            <a:pPr algn="l"/>
            <a:r>
              <a:rPr lang="en-US" altLang="zh-CN" dirty="0" smtClean="0">
                <a:solidFill>
                  <a:schemeClr val="bg1"/>
                </a:solidFill>
                <a:sym typeface="+mn-ea"/>
              </a:rPr>
              <a:t>5.</a:t>
            </a:r>
            <a:r>
              <a:rPr lang="zh-CN" altLang="en-US" dirty="0" smtClean="0">
                <a:solidFill>
                  <a:schemeClr val="bg1"/>
                </a:solidFill>
                <a:sym typeface="+mn-ea"/>
              </a:rPr>
              <a:t>接缝处，线开了。</a:t>
            </a:r>
            <a:endParaRPr lang="zh-CN" altLang="en-US" dirty="0">
              <a:solidFill>
                <a:schemeClr val="bg1"/>
              </a:solidFill>
            </a:endParaRPr>
          </a:p>
          <a:p>
            <a:endParaRPr lang="zh-CN" altLang="en-US" dirty="0">
              <a:solidFill>
                <a:schemeClr val="bg1"/>
              </a:solidFill>
            </a:endParaRPr>
          </a:p>
        </p:txBody>
      </p:sp>
    </p:spTree>
  </p:cSld>
  <p:clrMapOvr>
    <a:masterClrMapping/>
  </p:clrMapOvr>
  <p:transition spd="slow" advTm="3000">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 name="文本框 35"/>
          <p:cNvSpPr txBox="1"/>
          <p:nvPr/>
        </p:nvSpPr>
        <p:spPr>
          <a:xfrm>
            <a:off x="983128" y="746936"/>
            <a:ext cx="3869329" cy="292388"/>
          </a:xfrm>
          <a:prstGeom prst="rect">
            <a:avLst/>
          </a:prstGeom>
          <a:noFill/>
          <a:ln w="12700" cap="flat">
            <a:noFill/>
            <a:miter lim="400000"/>
          </a:ln>
        </p:spPr>
        <p:style>
          <a:lnRef idx="0">
            <a:scrgbClr r="0" g="0" b="0"/>
          </a:lnRef>
          <a:fillRef idx="0">
            <a:scrgbClr r="0" g="0" b="0"/>
          </a:fillRef>
          <a:effectRef idx="0">
            <a:scrgbClr r="0" g="0" b="0"/>
          </a:effectRef>
          <a:fontRef idx="none"/>
        </p:style>
        <p:txBody>
          <a:bodyPr spcFirstLastPara="1" wrap="none" lIns="22860" tIns="22860" rIns="22860" bIns="22860" spcCol="3810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600" b="0" i="0" u="none" strike="noStrike" kern="1200" cap="none" spc="0" normalizeH="0" baseline="0" noProof="0" dirty="0">
                <a:ln>
                  <a:noFill/>
                </a:ln>
                <a:solidFill>
                  <a:schemeClr val="bg1">
                    <a:alpha val="60000"/>
                  </a:schemeClr>
                </a:solidFill>
                <a:effectLst/>
                <a:uLnTx/>
                <a:uFillTx/>
                <a:latin typeface="Arial" panose="020B0604020202020204" pitchFamily="34" charset="0"/>
                <a:ea typeface="微软雅黑" panose="020B0503020204020204" pitchFamily="34" charset="-122"/>
                <a:cs typeface="+mn-ea"/>
                <a:sym typeface="Arial" panose="020B0604020202020204" pitchFamily="34" charset="0"/>
              </a:rPr>
              <a:t>Conclusion: Look at the truth through data</a:t>
            </a:r>
            <a:endParaRPr kumimoji="0" lang="en-US" altLang="zh-CN" sz="1600" b="0" i="0" u="none" strike="noStrike" kern="1200" cap="none" spc="0" normalizeH="0" baseline="0" noProof="0" dirty="0">
              <a:ln>
                <a:noFill/>
              </a:ln>
              <a:solidFill>
                <a:schemeClr val="bg1">
                  <a:alpha val="60000"/>
                </a:schemeClr>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grpSp>
        <p:nvGrpSpPr>
          <p:cNvPr id="2" name="组合 39"/>
          <p:cNvGrpSpPr/>
          <p:nvPr/>
        </p:nvGrpSpPr>
        <p:grpSpPr>
          <a:xfrm>
            <a:off x="244476" y="292500"/>
            <a:ext cx="493773" cy="615629"/>
            <a:chOff x="7409" y="353"/>
            <a:chExt cx="1374" cy="1582"/>
          </a:xfrm>
          <a:solidFill>
            <a:srgbClr val="1766F3"/>
          </a:solidFill>
        </p:grpSpPr>
        <p:sp>
          <p:nvSpPr>
            <p:cNvPr id="42" name="平行四边形 41"/>
            <p:cNvSpPr/>
            <p:nvPr/>
          </p:nvSpPr>
          <p:spPr>
            <a:xfrm>
              <a:off x="7409" y="353"/>
              <a:ext cx="788" cy="981"/>
            </a:xfrm>
            <a:prstGeom prst="parallelogram">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3600" b="0" i="0" u="none" strike="noStrike" kern="1200" cap="none" spc="0" normalizeH="0" baseline="0" noProof="0">
                <a:ln>
                  <a:noFill/>
                </a:ln>
                <a:solidFill>
                  <a:schemeClr val="lt1"/>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43" name="平行四边形 42"/>
            <p:cNvSpPr/>
            <p:nvPr/>
          </p:nvSpPr>
          <p:spPr>
            <a:xfrm>
              <a:off x="7995" y="955"/>
              <a:ext cx="788" cy="981"/>
            </a:xfrm>
            <a:prstGeom prst="parallelogram">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3600" b="0" i="0" u="none" strike="noStrike" kern="1200" cap="none" spc="0" normalizeH="0" baseline="0" noProof="0">
                <a:ln>
                  <a:noFill/>
                </a:ln>
                <a:solidFill>
                  <a:schemeClr val="lt1"/>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grpSp>
      <p:sp>
        <p:nvSpPr>
          <p:cNvPr id="41" name="文本框 40"/>
          <p:cNvSpPr txBox="1"/>
          <p:nvPr/>
        </p:nvSpPr>
        <p:spPr>
          <a:xfrm>
            <a:off x="879475" y="274638"/>
            <a:ext cx="3473450" cy="554038"/>
          </a:xfrm>
          <a:prstGeom prst="rect">
            <a:avLst/>
          </a:prstGeom>
          <a:noFill/>
        </p:spPr>
        <p:txBody>
          <a:bodyPr wrap="none">
            <a:spAutoFit/>
          </a:bodyPr>
          <a:lstStyle/>
          <a:p>
            <a:pPr marR="0" defTabSz="914400" eaLnBrk="1" hangingPunct="1">
              <a:buClrTx/>
              <a:buSzTx/>
              <a:buFontTx/>
              <a:defRPr/>
            </a:pPr>
            <a:r>
              <a:rPr kumimoji="0" lang="zh-CN" altLang="en-US" sz="3000" b="1" kern="1200" cap="none" spc="-150" normalizeH="0" baseline="0" noProof="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总结：用数据看真相</a:t>
            </a:r>
            <a:endParaRPr kumimoji="0" lang="zh-CN" altLang="en-US" sz="3000" b="1" kern="1200" cap="none" spc="-150" normalizeH="0" baseline="0" noProof="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5" name="Rectangle: Rounded Corners 18"/>
          <p:cNvSpPr/>
          <p:nvPr/>
        </p:nvSpPr>
        <p:spPr>
          <a:xfrm>
            <a:off x="1527498" y="1786317"/>
            <a:ext cx="2508456" cy="3574106"/>
          </a:xfrm>
          <a:prstGeom prst="roundRect">
            <a:avLst>
              <a:gd name="adj" fmla="val 2949"/>
            </a:avLst>
          </a:prstGeom>
          <a:blipFill dpi="0" rotWithShape="1">
            <a:blip r:embed="rId1" cstate="print"/>
            <a:srcRect/>
            <a:stretch>
              <a:fillRect l="-3406" r="-3372"/>
            </a:stretch>
          </a:blipFill>
          <a:ln>
            <a:noFill/>
          </a:ln>
        </p:spPr>
        <p:style>
          <a:lnRef idx="2">
            <a:schemeClr val="accent1">
              <a:shade val="50000"/>
            </a:schemeClr>
          </a:lnRef>
          <a:fillRef idx="1">
            <a:schemeClr val="accent1"/>
          </a:fillRef>
          <a:effectRef idx="0">
            <a:schemeClr val="accent1"/>
          </a:effectRef>
          <a:fontRef idx="minor">
            <a:schemeClr val="lt1"/>
          </a:fontRef>
        </p:style>
        <p:txBody>
          <a:bodyPr lIns="91393" tIns="45696" rIns="91393" bIns="45696"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sp>
        <p:nvSpPr>
          <p:cNvPr id="26" name="Rectangle: Rounded Corners 18"/>
          <p:cNvSpPr/>
          <p:nvPr/>
        </p:nvSpPr>
        <p:spPr>
          <a:xfrm>
            <a:off x="1527175" y="1747838"/>
            <a:ext cx="2508250" cy="3575050"/>
          </a:xfrm>
          <a:prstGeom prst="roundRect">
            <a:avLst>
              <a:gd name="adj" fmla="val 2949"/>
            </a:avLst>
          </a:prstGeom>
          <a:solidFill>
            <a:srgbClr val="0D1637">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393" tIns="45696" rIns="91393" bIns="45696"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sp>
        <p:nvSpPr>
          <p:cNvPr id="33801" name="TextBox 2"/>
          <p:cNvSpPr txBox="1"/>
          <p:nvPr/>
        </p:nvSpPr>
        <p:spPr>
          <a:xfrm>
            <a:off x="1632585" y="2463800"/>
            <a:ext cx="2298700" cy="2030095"/>
          </a:xfrm>
          <a:prstGeom prst="rect">
            <a:avLst/>
          </a:prstGeom>
          <a:noFill/>
          <a:ln w="9525">
            <a:noFill/>
          </a:ln>
        </p:spPr>
        <p:txBody>
          <a:bodyPr>
            <a:spAutoFit/>
          </a:bodyPr>
          <a:p>
            <a:pPr algn="ctr" eaLnBrk="1" hangingPunct="1">
              <a:lnSpc>
                <a:spcPct val="150000"/>
              </a:lnSpc>
            </a:pPr>
            <a:r>
              <a:rPr lang="zh-CN" altLang="en-US" sz="1400" dirty="0">
                <a:solidFill>
                  <a:schemeClr val="bg1"/>
                </a:solidFill>
                <a:latin typeface="Arial" panose="020B0604020202020204" pitchFamily="34" charset="0"/>
                <a:ea typeface="微软雅黑" panose="020B0503020204020204" pitchFamily="34" charset="-122"/>
                <a:sym typeface="Arial" panose="020B0604020202020204" pitchFamily="34" charset="0"/>
              </a:rPr>
              <a:t>主打的市场是发达国家，从不同价位的产品分析上来看，消费者在比基尼的消费上更愿意为产品的质量去买单，对产品的品质的重视要远远高于价格。</a:t>
            </a:r>
            <a:endParaRPr lang="zh-CN" altLang="en-US" sz="1400"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sp>
        <p:nvSpPr>
          <p:cNvPr id="33802" name="TextBox 2"/>
          <p:cNvSpPr txBox="1"/>
          <p:nvPr/>
        </p:nvSpPr>
        <p:spPr>
          <a:xfrm>
            <a:off x="1814830" y="2063750"/>
            <a:ext cx="2057400" cy="400050"/>
          </a:xfrm>
          <a:prstGeom prst="rect">
            <a:avLst/>
          </a:prstGeom>
          <a:noFill/>
          <a:ln w="9525">
            <a:noFill/>
          </a:ln>
        </p:spPr>
        <p:txBody>
          <a:bodyPr>
            <a:spAutoFit/>
          </a:bodyPr>
          <a:p>
            <a:pPr algn="ctr" eaLnBrk="1" hangingPunct="1"/>
            <a:r>
              <a:rPr lang="zh-CN" altLang="en-US" sz="2000" b="1" dirty="0">
                <a:solidFill>
                  <a:srgbClr val="FFFFFF"/>
                </a:solidFill>
                <a:latin typeface="Arial" panose="020B0604020202020204" pitchFamily="34" charset="0"/>
                <a:ea typeface="微软雅黑" panose="020B0503020204020204" pitchFamily="34" charset="-122"/>
                <a:sym typeface="Arial" panose="020B0604020202020204" pitchFamily="34" charset="0"/>
              </a:rPr>
              <a:t>价位</a:t>
            </a:r>
            <a:endParaRPr lang="zh-CN" altLang="en-US" sz="2000" b="1" dirty="0">
              <a:solidFill>
                <a:srgbClr val="FFFFFF"/>
              </a:solidFill>
              <a:latin typeface="Arial" panose="020B0604020202020204" pitchFamily="34" charset="0"/>
              <a:ea typeface="微软雅黑" panose="020B0503020204020204" pitchFamily="34" charset="-122"/>
              <a:sym typeface="Arial" panose="020B0604020202020204" pitchFamily="34" charset="0"/>
            </a:endParaRPr>
          </a:p>
        </p:txBody>
      </p:sp>
      <p:sp>
        <p:nvSpPr>
          <p:cNvPr id="67" name="Rectangle: Rounded Corners 18"/>
          <p:cNvSpPr/>
          <p:nvPr/>
        </p:nvSpPr>
        <p:spPr>
          <a:xfrm>
            <a:off x="4831654" y="1760917"/>
            <a:ext cx="2508456" cy="3574106"/>
          </a:xfrm>
          <a:prstGeom prst="roundRect">
            <a:avLst>
              <a:gd name="adj" fmla="val 2949"/>
            </a:avLst>
          </a:prstGeom>
          <a:blipFill dpi="0" rotWithShape="1">
            <a:blip r:embed="rId2" cstate="print"/>
            <a:srcRect/>
            <a:stretch>
              <a:fillRect t="-2647" b="-2629"/>
            </a:stretch>
          </a:blipFill>
          <a:ln>
            <a:noFill/>
          </a:ln>
        </p:spPr>
        <p:style>
          <a:lnRef idx="2">
            <a:schemeClr val="accent1">
              <a:shade val="50000"/>
            </a:schemeClr>
          </a:lnRef>
          <a:fillRef idx="1">
            <a:schemeClr val="accent1"/>
          </a:fillRef>
          <a:effectRef idx="0">
            <a:schemeClr val="accent1"/>
          </a:effectRef>
          <a:fontRef idx="minor">
            <a:schemeClr val="lt1"/>
          </a:fontRef>
        </p:style>
        <p:txBody>
          <a:bodyPr lIns="91393" tIns="45696" rIns="91393" bIns="45696"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sp>
        <p:nvSpPr>
          <p:cNvPr id="68" name="Rectangle: Rounded Corners 18"/>
          <p:cNvSpPr/>
          <p:nvPr/>
        </p:nvSpPr>
        <p:spPr>
          <a:xfrm>
            <a:off x="4826000" y="1760538"/>
            <a:ext cx="2527300" cy="3575050"/>
          </a:xfrm>
          <a:prstGeom prst="roundRect">
            <a:avLst>
              <a:gd name="adj" fmla="val 2949"/>
            </a:avLst>
          </a:prstGeom>
          <a:solidFill>
            <a:srgbClr val="0D1637">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393" tIns="45696" rIns="91393" bIns="45696"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sp>
        <p:nvSpPr>
          <p:cNvPr id="33807" name="TextBox 2"/>
          <p:cNvSpPr txBox="1"/>
          <p:nvPr/>
        </p:nvSpPr>
        <p:spPr>
          <a:xfrm>
            <a:off x="4936490" y="2463800"/>
            <a:ext cx="2298700" cy="2676525"/>
          </a:xfrm>
          <a:prstGeom prst="rect">
            <a:avLst/>
          </a:prstGeom>
          <a:noFill/>
          <a:ln w="9525">
            <a:noFill/>
          </a:ln>
        </p:spPr>
        <p:txBody>
          <a:bodyPr>
            <a:spAutoFit/>
          </a:bodyPr>
          <a:p>
            <a:pPr algn="l" eaLnBrk="1" hangingPunct="1">
              <a:lnSpc>
                <a:spcPct val="150000"/>
              </a:lnSpc>
            </a:pPr>
            <a:r>
              <a:rPr lang="zh-CN" sz="1400" dirty="0">
                <a:solidFill>
                  <a:srgbClr val="FFFFFF"/>
                </a:solidFill>
                <a:latin typeface="Arial" panose="020B0604020202020204" pitchFamily="34" charset="0"/>
                <a:ea typeface="微软雅黑" panose="020B0503020204020204" pitchFamily="34" charset="-122"/>
                <a:sym typeface="Arial" panose="020B0604020202020204" pitchFamily="34" charset="0"/>
              </a:rPr>
              <a:t>泳衣是一个季节性的产品，虽然很明显的能看出全年的淡旺季，但也不是说天冷就没有销量，只是会下降一下，南方的城市还是有需求的，一个夏天的量，足够满足整年的量，我们也可以增加其他产品量。</a:t>
            </a:r>
            <a:endParaRPr lang="zh-CN" sz="1400" dirty="0">
              <a:solidFill>
                <a:srgbClr val="FFFFFF"/>
              </a:solidFill>
              <a:latin typeface="Arial" panose="020B0604020202020204" pitchFamily="34" charset="0"/>
              <a:ea typeface="微软雅黑" panose="020B0503020204020204" pitchFamily="34" charset="-122"/>
              <a:sym typeface="Arial" panose="020B0604020202020204" pitchFamily="34" charset="0"/>
            </a:endParaRPr>
          </a:p>
        </p:txBody>
      </p:sp>
      <p:sp>
        <p:nvSpPr>
          <p:cNvPr id="33808" name="TextBox 2"/>
          <p:cNvSpPr txBox="1"/>
          <p:nvPr/>
        </p:nvSpPr>
        <p:spPr>
          <a:xfrm>
            <a:off x="5057140" y="2063750"/>
            <a:ext cx="2057400" cy="400050"/>
          </a:xfrm>
          <a:prstGeom prst="rect">
            <a:avLst/>
          </a:prstGeom>
          <a:noFill/>
          <a:ln w="9525">
            <a:noFill/>
          </a:ln>
        </p:spPr>
        <p:txBody>
          <a:bodyPr>
            <a:spAutoFit/>
          </a:bodyPr>
          <a:p>
            <a:pPr algn="ctr" eaLnBrk="1" hangingPunct="1"/>
            <a:r>
              <a:rPr lang="zh-CN" altLang="en-US" sz="2000" b="1" dirty="0">
                <a:solidFill>
                  <a:srgbClr val="FFFFFF"/>
                </a:solidFill>
                <a:latin typeface="Arial" panose="020B0604020202020204" pitchFamily="34" charset="0"/>
                <a:ea typeface="微软雅黑" panose="020B0503020204020204" pitchFamily="34" charset="-122"/>
                <a:sym typeface="Arial" panose="020B0604020202020204" pitchFamily="34" charset="0"/>
              </a:rPr>
              <a:t>销量</a:t>
            </a:r>
            <a:endParaRPr lang="zh-CN" altLang="en-US" sz="2000" b="1" dirty="0">
              <a:solidFill>
                <a:srgbClr val="FFFFFF"/>
              </a:solidFill>
              <a:latin typeface="Arial" panose="020B0604020202020204" pitchFamily="34" charset="0"/>
              <a:ea typeface="微软雅黑" panose="020B0503020204020204" pitchFamily="34" charset="-122"/>
              <a:sym typeface="Arial" panose="020B0604020202020204" pitchFamily="34" charset="0"/>
            </a:endParaRPr>
          </a:p>
        </p:txBody>
      </p:sp>
      <p:sp>
        <p:nvSpPr>
          <p:cNvPr id="72" name="Rectangle: Rounded Corners 18"/>
          <p:cNvSpPr/>
          <p:nvPr/>
        </p:nvSpPr>
        <p:spPr>
          <a:xfrm>
            <a:off x="8402510" y="1748217"/>
            <a:ext cx="2508456" cy="3574106"/>
          </a:xfrm>
          <a:prstGeom prst="roundRect">
            <a:avLst>
              <a:gd name="adj" fmla="val 2949"/>
            </a:avLst>
          </a:prstGeom>
          <a:blipFill dpi="0" rotWithShape="1">
            <a:blip r:embed="rId3" cstate="print"/>
            <a:srcRect/>
            <a:stretch>
              <a:fillRect l="-57191" r="-56616"/>
            </a:stretch>
          </a:blipFill>
          <a:ln>
            <a:noFill/>
          </a:ln>
        </p:spPr>
        <p:style>
          <a:lnRef idx="2">
            <a:schemeClr val="accent1">
              <a:shade val="50000"/>
            </a:schemeClr>
          </a:lnRef>
          <a:fillRef idx="1">
            <a:schemeClr val="accent1"/>
          </a:fillRef>
          <a:effectRef idx="0">
            <a:schemeClr val="accent1"/>
          </a:effectRef>
          <a:fontRef idx="minor">
            <a:schemeClr val="lt1"/>
          </a:fontRef>
        </p:style>
        <p:txBody>
          <a:bodyPr lIns="91393" tIns="45696" rIns="91393" bIns="45696"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sp>
        <p:nvSpPr>
          <p:cNvPr id="73" name="Rectangle: Rounded Corners 18"/>
          <p:cNvSpPr/>
          <p:nvPr/>
        </p:nvSpPr>
        <p:spPr>
          <a:xfrm>
            <a:off x="8402638" y="1747838"/>
            <a:ext cx="2508250" cy="3575050"/>
          </a:xfrm>
          <a:prstGeom prst="roundRect">
            <a:avLst>
              <a:gd name="adj" fmla="val 2949"/>
            </a:avLst>
          </a:prstGeom>
          <a:solidFill>
            <a:srgbClr val="0D1637">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393" tIns="45696" rIns="91393" bIns="45696"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sp>
        <p:nvSpPr>
          <p:cNvPr id="33813" name="TextBox 2"/>
          <p:cNvSpPr txBox="1"/>
          <p:nvPr/>
        </p:nvSpPr>
        <p:spPr>
          <a:xfrm>
            <a:off x="1814513" y="5418138"/>
            <a:ext cx="8562975" cy="700087"/>
          </a:xfrm>
          <a:prstGeom prst="rect">
            <a:avLst/>
          </a:prstGeom>
          <a:noFill/>
          <a:ln w="9525">
            <a:noFill/>
          </a:ln>
        </p:spPr>
        <p:txBody>
          <a:bodyPr>
            <a:spAutoFit/>
          </a:bodyPr>
          <a:p>
            <a:pPr algn="ctr" eaLnBrk="1" hangingPunct="1">
              <a:lnSpc>
                <a:spcPct val="150000"/>
              </a:lnSpc>
            </a:pPr>
            <a:r>
              <a:rPr lang="en-US" altLang="zh-CN" sz="1400" dirty="0">
                <a:solidFill>
                  <a:srgbClr val="FFFFFF"/>
                </a:solidFill>
                <a:latin typeface="Arial" panose="020B0604020202020204" pitchFamily="34" charset="0"/>
                <a:ea typeface="微软雅黑" panose="020B0503020204020204" pitchFamily="34" charset="-122"/>
                <a:sym typeface="Arial" panose="020B0604020202020204" pitchFamily="34" charset="0"/>
              </a:rPr>
              <a:t>amazon.com</a:t>
            </a:r>
            <a:r>
              <a:rPr lang="zh-CN" altLang="en-US" sz="1400" dirty="0">
                <a:solidFill>
                  <a:srgbClr val="FFFFFF"/>
                </a:solidFill>
                <a:latin typeface="Arial" panose="020B0604020202020204" pitchFamily="34" charset="0"/>
                <a:ea typeface="微软雅黑" panose="020B0503020204020204" pitchFamily="34" charset="-122"/>
                <a:sym typeface="Arial" panose="020B0604020202020204" pitchFamily="34" charset="0"/>
              </a:rPr>
              <a:t>每个月的总流量（网页端）达到了</a:t>
            </a:r>
            <a:r>
              <a:rPr lang="en-US" altLang="zh-CN" sz="1400" dirty="0">
                <a:solidFill>
                  <a:srgbClr val="FFFFFF"/>
                </a:solidFill>
                <a:latin typeface="Arial" panose="020B0604020202020204" pitchFamily="34" charset="0"/>
                <a:ea typeface="微软雅黑" panose="020B0503020204020204" pitchFamily="34" charset="-122"/>
                <a:sym typeface="Arial" panose="020B0604020202020204" pitchFamily="34" charset="0"/>
              </a:rPr>
              <a:t>26</a:t>
            </a:r>
            <a:r>
              <a:rPr lang="zh-CN" altLang="en-US" sz="1400" dirty="0">
                <a:solidFill>
                  <a:srgbClr val="FFFFFF"/>
                </a:solidFill>
                <a:latin typeface="Arial" panose="020B0604020202020204" pitchFamily="34" charset="0"/>
                <a:ea typeface="微软雅黑" panose="020B0503020204020204" pitchFamily="34" charset="-122"/>
                <a:sym typeface="Arial" panose="020B0604020202020204" pitchFamily="34" charset="0"/>
              </a:rPr>
              <a:t>亿多，呈上升趋势。</a:t>
            </a:r>
            <a:endParaRPr lang="zh-CN" altLang="en-US" sz="1400" dirty="0">
              <a:solidFill>
                <a:srgbClr val="FFFFFF"/>
              </a:solidFill>
              <a:latin typeface="Arial" panose="020B0604020202020204" pitchFamily="34" charset="0"/>
              <a:ea typeface="微软雅黑" panose="020B0503020204020204" pitchFamily="34" charset="-122"/>
              <a:sym typeface="Arial" panose="020B0604020202020204" pitchFamily="34" charset="0"/>
            </a:endParaRPr>
          </a:p>
          <a:p>
            <a:pPr algn="ctr" eaLnBrk="1" hangingPunct="1">
              <a:lnSpc>
                <a:spcPct val="150000"/>
              </a:lnSpc>
            </a:pPr>
            <a:r>
              <a:rPr lang="zh-CN" altLang="en-US" sz="1400" dirty="0">
                <a:solidFill>
                  <a:srgbClr val="FFFFFF"/>
                </a:solidFill>
                <a:latin typeface="Arial" panose="020B0604020202020204" pitchFamily="34" charset="0"/>
                <a:ea typeface="微软雅黑" panose="020B0503020204020204" pitchFamily="34" charset="-122"/>
                <a:sym typeface="Arial" panose="020B0604020202020204" pitchFamily="34" charset="0"/>
              </a:rPr>
              <a:t>在整个美国市场购物类网站排第</a:t>
            </a:r>
            <a:r>
              <a:rPr lang="en-US" altLang="zh-CN" sz="1400" dirty="0">
                <a:solidFill>
                  <a:srgbClr val="FFFFFF"/>
                </a:solidFill>
                <a:latin typeface="Arial" panose="020B0604020202020204" pitchFamily="34" charset="0"/>
                <a:ea typeface="微软雅黑" panose="020B0503020204020204" pitchFamily="34" charset="-122"/>
                <a:sym typeface="Arial" panose="020B0604020202020204" pitchFamily="34" charset="0"/>
              </a:rPr>
              <a:t>1</a:t>
            </a:r>
            <a:r>
              <a:rPr lang="zh-CN" altLang="en-US" sz="1400" dirty="0">
                <a:solidFill>
                  <a:srgbClr val="FFFFFF"/>
                </a:solidFill>
                <a:latin typeface="Arial" panose="020B0604020202020204" pitchFamily="34" charset="0"/>
                <a:ea typeface="微软雅黑" panose="020B0503020204020204" pitchFamily="34" charset="-122"/>
                <a:sym typeface="Arial" panose="020B0604020202020204" pitchFamily="34" charset="0"/>
              </a:rPr>
              <a:t>，是第二名的</a:t>
            </a:r>
            <a:r>
              <a:rPr lang="en-US" altLang="zh-CN" sz="1400" dirty="0">
                <a:solidFill>
                  <a:srgbClr val="FFFFFF"/>
                </a:solidFill>
                <a:latin typeface="Arial" panose="020B0604020202020204" pitchFamily="34" charset="0"/>
                <a:ea typeface="微软雅黑" panose="020B0503020204020204" pitchFamily="34" charset="-122"/>
                <a:sym typeface="Arial" panose="020B0604020202020204" pitchFamily="34" charset="0"/>
              </a:rPr>
              <a:t>ebay.com</a:t>
            </a:r>
            <a:r>
              <a:rPr lang="zh-CN" altLang="en-US" sz="1400" dirty="0">
                <a:solidFill>
                  <a:srgbClr val="FFFFFF"/>
                </a:solidFill>
                <a:latin typeface="Arial" panose="020B0604020202020204" pitchFamily="34" charset="0"/>
                <a:ea typeface="微软雅黑" panose="020B0503020204020204" pitchFamily="34" charset="-122"/>
                <a:sym typeface="Arial" panose="020B0604020202020204" pitchFamily="34" charset="0"/>
              </a:rPr>
              <a:t>的</a:t>
            </a:r>
            <a:r>
              <a:rPr lang="en-US" altLang="zh-CN" sz="1400" dirty="0">
                <a:solidFill>
                  <a:srgbClr val="FFFFFF"/>
                </a:solidFill>
                <a:latin typeface="Arial" panose="020B0604020202020204" pitchFamily="34" charset="0"/>
                <a:ea typeface="微软雅黑" panose="020B0503020204020204" pitchFamily="34" charset="-122"/>
                <a:sym typeface="Arial" panose="020B0604020202020204" pitchFamily="34" charset="0"/>
              </a:rPr>
              <a:t>2</a:t>
            </a:r>
            <a:r>
              <a:rPr lang="zh-CN" altLang="en-US" sz="1400" dirty="0">
                <a:solidFill>
                  <a:srgbClr val="FFFFFF"/>
                </a:solidFill>
                <a:latin typeface="Arial" panose="020B0604020202020204" pitchFamily="34" charset="0"/>
                <a:ea typeface="微软雅黑" panose="020B0503020204020204" pitchFamily="34" charset="-122"/>
                <a:sym typeface="Arial" panose="020B0604020202020204" pitchFamily="34" charset="0"/>
              </a:rPr>
              <a:t>倍多流量。而且流量还在以</a:t>
            </a:r>
            <a:r>
              <a:rPr lang="en-US" altLang="zh-CN" sz="1400" dirty="0">
                <a:solidFill>
                  <a:srgbClr val="FFFFFF"/>
                </a:solidFill>
                <a:latin typeface="Arial" panose="020B0604020202020204" pitchFamily="34" charset="0"/>
                <a:ea typeface="微软雅黑" panose="020B0503020204020204" pitchFamily="34" charset="-122"/>
                <a:sym typeface="Arial" panose="020B0604020202020204" pitchFamily="34" charset="0"/>
              </a:rPr>
              <a:t>12.6%</a:t>
            </a:r>
            <a:r>
              <a:rPr lang="zh-CN" altLang="en-US" sz="1400" dirty="0">
                <a:solidFill>
                  <a:srgbClr val="FFFFFF"/>
                </a:solidFill>
                <a:latin typeface="Arial" panose="020B0604020202020204" pitchFamily="34" charset="0"/>
                <a:ea typeface="微软雅黑" panose="020B0503020204020204" pitchFamily="34" charset="-122"/>
                <a:sym typeface="Arial" panose="020B0604020202020204" pitchFamily="34" charset="0"/>
              </a:rPr>
              <a:t>高速增长</a:t>
            </a:r>
            <a:endParaRPr lang="zh-CN" altLang="en-US" sz="1400" dirty="0">
              <a:solidFill>
                <a:srgbClr val="FFFFFF"/>
              </a:solidFill>
              <a:latin typeface="Arial" panose="020B0604020202020204" pitchFamily="34" charset="0"/>
              <a:ea typeface="微软雅黑" panose="020B0503020204020204" pitchFamily="34" charset="-122"/>
              <a:sym typeface="Arial" panose="020B0604020202020204" pitchFamily="34" charset="0"/>
            </a:endParaRPr>
          </a:p>
        </p:txBody>
      </p:sp>
      <p:sp>
        <p:nvSpPr>
          <p:cNvPr id="33815" name="TextBox 2"/>
          <p:cNvSpPr txBox="1"/>
          <p:nvPr/>
        </p:nvSpPr>
        <p:spPr>
          <a:xfrm>
            <a:off x="8705850" y="2063750"/>
            <a:ext cx="2057400" cy="400050"/>
          </a:xfrm>
          <a:prstGeom prst="rect">
            <a:avLst/>
          </a:prstGeom>
          <a:noFill/>
          <a:ln w="9525">
            <a:noFill/>
          </a:ln>
        </p:spPr>
        <p:txBody>
          <a:bodyPr>
            <a:spAutoFit/>
          </a:bodyPr>
          <a:p>
            <a:pPr algn="ctr" eaLnBrk="1" hangingPunct="1"/>
            <a:r>
              <a:rPr lang="zh-CN" altLang="en-US" sz="2000" b="1" dirty="0">
                <a:solidFill>
                  <a:srgbClr val="FFFFFF"/>
                </a:solidFill>
                <a:latin typeface="Arial" panose="020B0604020202020204" pitchFamily="34" charset="0"/>
                <a:ea typeface="微软雅黑" panose="020B0503020204020204" pitchFamily="34" charset="-122"/>
                <a:sym typeface="Arial" panose="020B0604020202020204" pitchFamily="34" charset="0"/>
              </a:rPr>
              <a:t>产品</a:t>
            </a:r>
            <a:endParaRPr lang="zh-CN" altLang="en-US" sz="2000" b="1" dirty="0">
              <a:solidFill>
                <a:srgbClr val="FFFFFF"/>
              </a:solidFill>
              <a:latin typeface="Arial" panose="020B0604020202020204" pitchFamily="34" charset="0"/>
              <a:ea typeface="微软雅黑" panose="020B0503020204020204" pitchFamily="34" charset="-122"/>
              <a:sym typeface="Arial" panose="020B0604020202020204" pitchFamily="34" charset="0"/>
            </a:endParaRPr>
          </a:p>
        </p:txBody>
      </p:sp>
      <p:sp>
        <p:nvSpPr>
          <p:cNvPr id="33816" name="TextBox 2"/>
          <p:cNvSpPr txBox="1"/>
          <p:nvPr/>
        </p:nvSpPr>
        <p:spPr>
          <a:xfrm>
            <a:off x="8517255" y="2625725"/>
            <a:ext cx="2366645" cy="414020"/>
          </a:xfrm>
          <a:prstGeom prst="rect">
            <a:avLst/>
          </a:prstGeom>
          <a:noFill/>
          <a:ln w="9525">
            <a:noFill/>
          </a:ln>
        </p:spPr>
        <p:txBody>
          <a:bodyPr wrap="square">
            <a:spAutoFit/>
          </a:bodyPr>
          <a:p>
            <a:pPr algn="ctr" eaLnBrk="1" hangingPunct="1">
              <a:lnSpc>
                <a:spcPct val="150000"/>
              </a:lnSpc>
            </a:pPr>
            <a:endParaRPr lang="zh-CN" altLang="en-US" sz="1400" dirty="0">
              <a:solidFill>
                <a:srgbClr val="FFFFFF"/>
              </a:solidFill>
              <a:latin typeface="Arial" panose="020B0604020202020204" pitchFamily="34" charset="0"/>
              <a:ea typeface="微软雅黑" panose="020B0503020204020204" pitchFamily="34" charset="-122"/>
              <a:sym typeface="Arial" panose="020B0604020202020204" pitchFamily="34" charset="0"/>
            </a:endParaRPr>
          </a:p>
        </p:txBody>
      </p:sp>
      <p:sp>
        <p:nvSpPr>
          <p:cNvPr id="3" name="文本框 2"/>
          <p:cNvSpPr txBox="1"/>
          <p:nvPr/>
        </p:nvSpPr>
        <p:spPr>
          <a:xfrm>
            <a:off x="8517890" y="2690495"/>
            <a:ext cx="2244725" cy="2353310"/>
          </a:xfrm>
          <a:prstGeom prst="rect">
            <a:avLst/>
          </a:prstGeom>
          <a:noFill/>
        </p:spPr>
        <p:txBody>
          <a:bodyPr wrap="square" rtlCol="0">
            <a:spAutoFit/>
          </a:bodyPr>
          <a:p>
            <a:pPr>
              <a:lnSpc>
                <a:spcPct val="150000"/>
              </a:lnSpc>
            </a:pPr>
            <a:r>
              <a:rPr lang="zh-CN" altLang="en-US" sz="1400">
                <a:solidFill>
                  <a:schemeClr val="bg1"/>
                </a:solidFill>
              </a:rPr>
              <a:t>产品主要的款式两件式，三件式，连体的居多，胖的人多会选择遮肚，高腰款的，价格高也会选择，如果穿的舒适度以及美观上没有问题，都愿意买单。</a:t>
            </a:r>
            <a:endParaRPr lang="zh-CN" altLang="en-US" sz="1400">
              <a:solidFill>
                <a:schemeClr val="bg1"/>
              </a:solidFill>
            </a:endParaRPr>
          </a:p>
        </p:txBody>
      </p:sp>
    </p:spTree>
  </p:cSld>
  <p:clrMapOvr>
    <a:masterClrMapping/>
  </p:clrMapOvr>
  <p:transition spd="slow" advTm="3000">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p:nvPr/>
        </p:nvSpPr>
        <p:spPr>
          <a:xfrm>
            <a:off x="0" y="0"/>
            <a:ext cx="12192000" cy="6858000"/>
          </a:xfrm>
          <a:prstGeom prst="rect">
            <a:avLst/>
          </a:prstGeom>
          <a:blipFill>
            <a:blip r:embed="rId1" cstate="print">
              <a:alphaModFix amt="20000"/>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5" name="文本框 4"/>
          <p:cNvSpPr txBox="1"/>
          <p:nvPr/>
        </p:nvSpPr>
        <p:spPr>
          <a:xfrm>
            <a:off x="5164143" y="2143795"/>
            <a:ext cx="1863715" cy="553678"/>
          </a:xfrm>
          <a:prstGeom prst="rect">
            <a:avLst/>
          </a:prstGeom>
          <a:noFill/>
        </p:spPr>
        <p:txBody>
          <a:bodyPr wrap="none" lIns="0" tIns="0" rIns="0" bIns="0">
            <a:spAutoFit/>
          </a:bodyPr>
          <a:lstStyle/>
          <a:p>
            <a:pPr marR="0" algn="ctr" defTabSz="914400" eaLnBrk="1" hangingPunct="1">
              <a:buClrTx/>
              <a:buSzTx/>
              <a:buFontTx/>
              <a:defRPr/>
            </a:pPr>
            <a:r>
              <a:rPr kumimoji="0" lang="en-US" altLang="zh-CN" sz="3600" b="1" kern="1200" cap="none" spc="0" normalizeH="0" baseline="0" noProof="0" dirty="0">
                <a:solidFill>
                  <a:schemeClr val="bg1">
                    <a:alpha val="70000"/>
                  </a:schemeClr>
                </a:solidFill>
                <a:latin typeface="Arial" panose="020B0604020202020204" pitchFamily="34" charset="0"/>
                <a:ea typeface="微软雅黑" panose="020B0503020204020204" pitchFamily="34" charset="-122"/>
                <a:cs typeface="+mn-ea"/>
                <a:sym typeface="Arial" panose="020B0604020202020204" pitchFamily="34" charset="0"/>
              </a:rPr>
              <a:t>PART 03</a:t>
            </a:r>
            <a:endParaRPr kumimoji="0" lang="en-US" altLang="zh-CN" sz="3600" b="1" kern="1200" cap="none" spc="0" normalizeH="0" baseline="0" noProof="0" dirty="0">
              <a:solidFill>
                <a:schemeClr val="bg1">
                  <a:alpha val="7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6" name="文本框 5"/>
          <p:cNvSpPr txBox="1"/>
          <p:nvPr/>
        </p:nvSpPr>
        <p:spPr>
          <a:xfrm>
            <a:off x="4133850" y="2789238"/>
            <a:ext cx="3924300" cy="738188"/>
          </a:xfrm>
          <a:prstGeom prst="rect">
            <a:avLst/>
          </a:prstGeom>
          <a:noFill/>
        </p:spPr>
        <p:txBody>
          <a:bodyPr wrap="none" lIns="0" tIns="0" rIns="0" bIns="0">
            <a:spAutoFit/>
          </a:bodyPr>
          <a:lstStyle/>
          <a:p>
            <a:pPr marR="0" algn="ctr" defTabSz="914400" eaLnBrk="1" hangingPunct="1">
              <a:buClrTx/>
              <a:buSzTx/>
              <a:buFontTx/>
              <a:defRPr/>
            </a:pPr>
            <a:r>
              <a:rPr kumimoji="0" lang="zh-CN" altLang="en-US" sz="4800" b="1" kern="1200" cap="none" spc="300" normalizeH="0" baseline="0" noProof="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产品利润分析</a:t>
            </a:r>
            <a:endParaRPr kumimoji="0" lang="zh-CN" altLang="en-US" sz="4800" b="1" kern="1200" cap="none" spc="300" normalizeH="0" baseline="0" noProof="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7" name="文本框 6"/>
          <p:cNvSpPr txBox="1"/>
          <p:nvPr/>
        </p:nvSpPr>
        <p:spPr>
          <a:xfrm>
            <a:off x="3669233" y="3678394"/>
            <a:ext cx="4853534" cy="323678"/>
          </a:xfrm>
          <a:prstGeom prst="rect">
            <a:avLst/>
          </a:prstGeom>
          <a:noFill/>
        </p:spPr>
        <p:txBody>
          <a:bodyPr lIns="0" tIns="0" rIns="0" bIns="0">
            <a:spAutoFit/>
          </a:bodyPr>
          <a:lstStyle/>
          <a:p>
            <a:pPr marR="0" algn="ctr" defTabSz="914400" eaLnBrk="1" hangingPunct="1">
              <a:lnSpc>
                <a:spcPct val="150000"/>
              </a:lnSpc>
              <a:buClrTx/>
              <a:buSzTx/>
              <a:buFontTx/>
              <a:defRPr/>
            </a:pPr>
            <a:r>
              <a:rPr kumimoji="0" lang="en-US" altLang="zh-CN" sz="1600" kern="1200" cap="none" spc="0" normalizeH="0" baseline="0" noProof="0" dirty="0">
                <a:solidFill>
                  <a:schemeClr val="bg1">
                    <a:alpha val="70000"/>
                  </a:schemeClr>
                </a:solidFill>
                <a:latin typeface="Arial" panose="020B0604020202020204" pitchFamily="34" charset="0"/>
                <a:ea typeface="微软雅黑" panose="020B0503020204020204" pitchFamily="34" charset="-122"/>
                <a:cs typeface="+mn-ea"/>
                <a:sym typeface="Arial" panose="020B0604020202020204" pitchFamily="34" charset="0"/>
              </a:rPr>
              <a:t>Product profit analysis</a:t>
            </a:r>
            <a:endParaRPr kumimoji="0" lang="en-US" altLang="zh-CN" sz="1600" kern="1200" cap="none" spc="0" normalizeH="0" baseline="0" noProof="0" dirty="0">
              <a:solidFill>
                <a:schemeClr val="bg1">
                  <a:alpha val="7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Tree>
  </p:cSld>
  <p:clrMapOvr>
    <a:masterClrMapping/>
  </p:clrMapOvr>
  <p:transition spd="slow" advTm="3000">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 name="文本框 15"/>
          <p:cNvSpPr txBox="1"/>
          <p:nvPr/>
        </p:nvSpPr>
        <p:spPr>
          <a:xfrm>
            <a:off x="983128" y="746936"/>
            <a:ext cx="1905650" cy="292388"/>
          </a:xfrm>
          <a:prstGeom prst="rect">
            <a:avLst/>
          </a:prstGeom>
          <a:noFill/>
          <a:ln w="12700" cap="flat">
            <a:noFill/>
            <a:miter lim="400000"/>
          </a:ln>
        </p:spPr>
        <p:style>
          <a:lnRef idx="0">
            <a:scrgbClr r="0" g="0" b="0"/>
          </a:lnRef>
          <a:fillRef idx="0">
            <a:scrgbClr r="0" g="0" b="0"/>
          </a:fillRef>
          <a:effectRef idx="0">
            <a:scrgbClr r="0" g="0" b="0"/>
          </a:effectRef>
          <a:fontRef idx="none"/>
        </p:style>
        <p:txBody>
          <a:bodyPr spcFirstLastPara="1" wrap="none" lIns="22860" tIns="22860" rIns="22860" bIns="22860" spcCol="3810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600" b="0" i="0" u="none" strike="noStrike" kern="1200" cap="none" spc="0" normalizeH="0" baseline="0" noProof="0" dirty="0">
                <a:ln>
                  <a:noFill/>
                </a:ln>
                <a:solidFill>
                  <a:schemeClr val="bg1">
                    <a:alpha val="60000"/>
                  </a:schemeClr>
                </a:solidFill>
                <a:effectLst/>
                <a:uLnTx/>
                <a:uFillTx/>
                <a:latin typeface="Arial" panose="020B0604020202020204" pitchFamily="34" charset="0"/>
                <a:ea typeface="微软雅黑" panose="020B0503020204020204" pitchFamily="34" charset="-122"/>
                <a:cs typeface="+mn-ea"/>
                <a:sym typeface="Arial" panose="020B0604020202020204" pitchFamily="34" charset="0"/>
              </a:rPr>
              <a:t>Gross profit analysis</a:t>
            </a:r>
            <a:endParaRPr kumimoji="0" lang="en-US" altLang="zh-CN" sz="1600" b="0" i="0" u="none" strike="noStrike" kern="1200" cap="none" spc="0" normalizeH="0" baseline="0" noProof="0" dirty="0">
              <a:ln>
                <a:noFill/>
              </a:ln>
              <a:solidFill>
                <a:schemeClr val="bg1">
                  <a:alpha val="60000"/>
                </a:schemeClr>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grpSp>
        <p:nvGrpSpPr>
          <p:cNvPr id="2" name="组合 17"/>
          <p:cNvGrpSpPr/>
          <p:nvPr/>
        </p:nvGrpSpPr>
        <p:grpSpPr>
          <a:xfrm>
            <a:off x="244476" y="292500"/>
            <a:ext cx="493773" cy="615629"/>
            <a:chOff x="7409" y="353"/>
            <a:chExt cx="1374" cy="1582"/>
          </a:xfrm>
          <a:solidFill>
            <a:srgbClr val="1766F3"/>
          </a:solidFill>
        </p:grpSpPr>
        <p:sp>
          <p:nvSpPr>
            <p:cNvPr id="20" name="平行四边形 19"/>
            <p:cNvSpPr/>
            <p:nvPr/>
          </p:nvSpPr>
          <p:spPr>
            <a:xfrm>
              <a:off x="7409" y="353"/>
              <a:ext cx="788" cy="981"/>
            </a:xfrm>
            <a:prstGeom prst="parallelogram">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3600" b="0" i="0" u="none" strike="noStrike" kern="1200" cap="none" spc="0" normalizeH="0" baseline="0" noProof="0">
                <a:ln>
                  <a:noFill/>
                </a:ln>
                <a:solidFill>
                  <a:schemeClr val="lt1"/>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1" name="平行四边形 20"/>
            <p:cNvSpPr/>
            <p:nvPr/>
          </p:nvSpPr>
          <p:spPr>
            <a:xfrm>
              <a:off x="7995" y="955"/>
              <a:ext cx="788" cy="981"/>
            </a:xfrm>
            <a:prstGeom prst="parallelogram">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3600" b="0" i="0" u="none" strike="noStrike" kern="1200" cap="none" spc="0" normalizeH="0" baseline="0" noProof="0">
                <a:ln>
                  <a:noFill/>
                </a:ln>
                <a:solidFill>
                  <a:schemeClr val="lt1"/>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grpSp>
      <p:sp>
        <p:nvSpPr>
          <p:cNvPr id="19" name="文本框 18"/>
          <p:cNvSpPr txBox="1"/>
          <p:nvPr/>
        </p:nvSpPr>
        <p:spPr>
          <a:xfrm>
            <a:off x="879475" y="274638"/>
            <a:ext cx="2743200" cy="554038"/>
          </a:xfrm>
          <a:prstGeom prst="rect">
            <a:avLst/>
          </a:prstGeom>
          <a:noFill/>
        </p:spPr>
        <p:txBody>
          <a:bodyPr wrap="none">
            <a:spAutoFit/>
          </a:bodyPr>
          <a:lstStyle/>
          <a:p>
            <a:pPr marR="0" defTabSz="914400" eaLnBrk="1" hangingPunct="1">
              <a:buClrTx/>
              <a:buSzTx/>
              <a:buFontTx/>
              <a:defRPr/>
            </a:pPr>
            <a:r>
              <a:rPr kumimoji="0" lang="zh-CN" altLang="en-US" sz="3000" b="1" kern="1200" cap="none" spc="-150" normalizeH="0" baseline="0" noProof="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一：毛利润分析</a:t>
            </a:r>
            <a:endParaRPr kumimoji="0" lang="zh-CN" altLang="en-US" sz="3000" b="1" kern="1200" cap="none" spc="-150" normalizeH="0" baseline="0" noProof="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nvGrpSpPr>
          <p:cNvPr id="35845" name="iṣļïḋé"/>
          <p:cNvGrpSpPr/>
          <p:nvPr/>
        </p:nvGrpSpPr>
        <p:grpSpPr>
          <a:xfrm>
            <a:off x="4106863" y="1252538"/>
            <a:ext cx="257175" cy="292100"/>
            <a:chOff x="1687513" y="1622425"/>
            <a:chExt cx="314325" cy="355600"/>
          </a:xfrm>
        </p:grpSpPr>
        <p:sp>
          <p:nvSpPr>
            <p:cNvPr id="35856" name="isľiḓè"/>
            <p:cNvSpPr/>
            <p:nvPr/>
          </p:nvSpPr>
          <p:spPr>
            <a:xfrm>
              <a:off x="1687513" y="1622425"/>
              <a:ext cx="314325" cy="355600"/>
            </a:xfrm>
            <a:custGeom>
              <a:avLst/>
              <a:gdLst>
                <a:gd name="txL" fmla="*/ 0 w 233"/>
                <a:gd name="txT" fmla="*/ 0 h 264"/>
                <a:gd name="txR" fmla="*/ 233 w 233"/>
                <a:gd name="txB" fmla="*/ 264 h 264"/>
              </a:gdLst>
              <a:ahLst/>
              <a:cxnLst>
                <a:cxn ang="0">
                  <a:pos x="2147483647" y="2147483647"/>
                </a:cxn>
                <a:cxn ang="0">
                  <a:pos x="2147483647" y="2147483647"/>
                </a:cxn>
                <a:cxn ang="0">
                  <a:pos x="0"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rect l="txL" t="txT" r="txR" b="txB"/>
              <a:pathLst>
                <a:path w="233" h="264">
                  <a:moveTo>
                    <a:pt x="17" y="264"/>
                  </a:moveTo>
                  <a:cubicBezTo>
                    <a:pt x="14" y="264"/>
                    <a:pt x="11" y="263"/>
                    <a:pt x="9" y="262"/>
                  </a:cubicBezTo>
                  <a:cubicBezTo>
                    <a:pt x="3" y="259"/>
                    <a:pt x="0" y="253"/>
                    <a:pt x="0" y="247"/>
                  </a:cubicBezTo>
                  <a:cubicBezTo>
                    <a:pt x="0" y="17"/>
                    <a:pt x="0" y="17"/>
                    <a:pt x="0" y="17"/>
                  </a:cubicBezTo>
                  <a:cubicBezTo>
                    <a:pt x="0" y="11"/>
                    <a:pt x="3" y="6"/>
                    <a:pt x="9" y="3"/>
                  </a:cubicBezTo>
                  <a:cubicBezTo>
                    <a:pt x="14" y="0"/>
                    <a:pt x="20" y="0"/>
                    <a:pt x="25" y="3"/>
                  </a:cubicBezTo>
                  <a:cubicBezTo>
                    <a:pt x="225" y="118"/>
                    <a:pt x="225" y="118"/>
                    <a:pt x="225" y="118"/>
                  </a:cubicBezTo>
                  <a:cubicBezTo>
                    <a:pt x="230" y="121"/>
                    <a:pt x="233" y="126"/>
                    <a:pt x="233" y="132"/>
                  </a:cubicBezTo>
                  <a:cubicBezTo>
                    <a:pt x="233" y="138"/>
                    <a:pt x="230" y="144"/>
                    <a:pt x="225" y="147"/>
                  </a:cubicBezTo>
                  <a:cubicBezTo>
                    <a:pt x="25" y="262"/>
                    <a:pt x="25" y="262"/>
                    <a:pt x="25" y="262"/>
                  </a:cubicBezTo>
                  <a:cubicBezTo>
                    <a:pt x="23" y="263"/>
                    <a:pt x="20" y="264"/>
                    <a:pt x="17" y="264"/>
                  </a:cubicBezTo>
                  <a:close/>
                </a:path>
              </a:pathLst>
            </a:custGeom>
            <a:solidFill>
              <a:srgbClr val="FFFFFF">
                <a:alpha val="100000"/>
              </a:srgbClr>
            </a:solidFill>
            <a:ln w="9525">
              <a:noFill/>
            </a:ln>
          </p:spPr>
          <p:txBody>
            <a:bodyPr/>
            <a:p>
              <a:endParaRPr lang="zh-CN" altLang="en-US"/>
            </a:p>
          </p:txBody>
        </p:sp>
        <p:sp>
          <p:nvSpPr>
            <p:cNvPr id="108" name="ïsļïḓé"/>
            <p:cNvSpPr/>
            <p:nvPr/>
          </p:nvSpPr>
          <p:spPr bwMode="auto">
            <a:xfrm>
              <a:off x="1846616" y="1759640"/>
              <a:ext cx="69850" cy="81170"/>
            </a:xfrm>
            <a:custGeom>
              <a:avLst/>
              <a:gdLst/>
              <a:ahLst/>
              <a:cxnLst>
                <a:cxn ang="0">
                  <a:pos x="0" y="0"/>
                </a:cxn>
                <a:cxn ang="0">
                  <a:pos x="44" y="26"/>
                </a:cxn>
                <a:cxn ang="0">
                  <a:pos x="0" y="52"/>
                </a:cxn>
                <a:cxn ang="0">
                  <a:pos x="0" y="0"/>
                </a:cxn>
              </a:cxnLst>
              <a:rect l="0" t="0" r="r" b="b"/>
              <a:pathLst>
                <a:path w="44" h="52">
                  <a:moveTo>
                    <a:pt x="0" y="0"/>
                  </a:moveTo>
                  <a:lnTo>
                    <a:pt x="44" y="26"/>
                  </a:lnTo>
                  <a:lnTo>
                    <a:pt x="0" y="52"/>
                  </a:lnTo>
                  <a:lnTo>
                    <a:pt x="0" y="0"/>
                  </a:lnTo>
                  <a:close/>
                </a:path>
              </a:pathLst>
            </a:custGeom>
            <a:solidFill>
              <a:schemeClr val="accent4"/>
            </a:solidFill>
            <a:ln w="9525">
              <a:noFill/>
              <a:round/>
            </a:ln>
          </p:spPr>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chemeClr val="tx1"/>
                </a:solidFill>
                <a:effectLst/>
                <a:uLnTx/>
                <a:uFillTx/>
                <a:latin typeface="等线" pitchFamily="2" charset="-122"/>
                <a:ea typeface="等线" pitchFamily="2" charset="-122"/>
                <a:cs typeface="+mn-cs"/>
              </a:endParaRPr>
            </a:p>
          </p:txBody>
        </p:sp>
      </p:grpSp>
      <p:sp>
        <p:nvSpPr>
          <p:cNvPr id="109" name="文本框 108"/>
          <p:cNvSpPr txBox="1"/>
          <p:nvPr/>
        </p:nvSpPr>
        <p:spPr>
          <a:xfrm>
            <a:off x="1052513" y="1160463"/>
            <a:ext cx="2954338" cy="461963"/>
          </a:xfrm>
          <a:prstGeom prst="rect">
            <a:avLst/>
          </a:prstGeom>
          <a:noFill/>
        </p:spPr>
        <p:txBody>
          <a:bodyPr wrap="none">
            <a:spAutoFit/>
          </a:bodyPr>
          <a:lstStyle/>
          <a:p>
            <a:pPr marR="0" defTabSz="914400" eaLnBrk="1" hangingPunct="1">
              <a:buClrTx/>
              <a:buSzTx/>
              <a:buFontTx/>
              <a:defRPr/>
            </a:pPr>
            <a:r>
              <a:rPr kumimoji="0" lang="zh-CN" altLang="en-US" sz="2400" b="1" kern="1200" cap="none" spc="0" normalizeH="0" baseline="0" noProof="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采购成本预估及毛利</a:t>
            </a:r>
            <a:endParaRPr kumimoji="0" lang="zh-CN" altLang="en-US" sz="2400" b="1" kern="1200" cap="none" spc="0" normalizeH="0" baseline="0" noProof="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pic>
        <p:nvPicPr>
          <p:cNvPr id="3" name="图片 2"/>
          <p:cNvPicPr>
            <a:picLocks noChangeAspect="1"/>
          </p:cNvPicPr>
          <p:nvPr/>
        </p:nvPicPr>
        <p:blipFill>
          <a:blip r:embed="rId1"/>
          <a:stretch>
            <a:fillRect/>
          </a:stretch>
        </p:blipFill>
        <p:spPr>
          <a:xfrm>
            <a:off x="559435" y="1623060"/>
            <a:ext cx="11073765" cy="4772660"/>
          </a:xfrm>
          <a:prstGeom prst="rect">
            <a:avLst/>
          </a:prstGeom>
        </p:spPr>
      </p:pic>
    </p:spTree>
  </p:cSld>
  <p:clrMapOvr>
    <a:masterClrMapping/>
  </p:clrMapOvr>
  <p:transition spd="slow" advTm="3000">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 name="文本框 15"/>
          <p:cNvSpPr txBox="1"/>
          <p:nvPr/>
        </p:nvSpPr>
        <p:spPr>
          <a:xfrm>
            <a:off x="983128" y="746936"/>
            <a:ext cx="1905650" cy="292388"/>
          </a:xfrm>
          <a:prstGeom prst="rect">
            <a:avLst/>
          </a:prstGeom>
          <a:noFill/>
          <a:ln w="12700" cap="flat">
            <a:noFill/>
            <a:miter lim="400000"/>
          </a:ln>
        </p:spPr>
        <p:style>
          <a:lnRef idx="0">
            <a:scrgbClr r="0" g="0" b="0"/>
          </a:lnRef>
          <a:fillRef idx="0">
            <a:scrgbClr r="0" g="0" b="0"/>
          </a:fillRef>
          <a:effectRef idx="0">
            <a:scrgbClr r="0" g="0" b="0"/>
          </a:effectRef>
          <a:fontRef idx="none"/>
        </p:style>
        <p:txBody>
          <a:bodyPr spcFirstLastPara="1" wrap="none" lIns="22860" tIns="22860" rIns="22860" bIns="22860" spcCol="3810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600" b="0" i="0" u="none" strike="noStrike" kern="1200" cap="none" spc="0" normalizeH="0" baseline="0" noProof="0" dirty="0">
                <a:ln>
                  <a:noFill/>
                </a:ln>
                <a:solidFill>
                  <a:schemeClr val="bg1">
                    <a:alpha val="60000"/>
                  </a:schemeClr>
                </a:solidFill>
                <a:effectLst/>
                <a:uLnTx/>
                <a:uFillTx/>
                <a:latin typeface="Arial" panose="020B0604020202020204" pitchFamily="34" charset="0"/>
                <a:ea typeface="微软雅黑" panose="020B0503020204020204" pitchFamily="34" charset="-122"/>
                <a:cs typeface="+mn-ea"/>
                <a:sym typeface="Arial" panose="020B0604020202020204" pitchFamily="34" charset="0"/>
              </a:rPr>
              <a:t>Gross profit analysis</a:t>
            </a:r>
            <a:endParaRPr kumimoji="0" lang="en-US" altLang="zh-CN" sz="1600" b="0" i="0" u="none" strike="noStrike" kern="1200" cap="none" spc="0" normalizeH="0" baseline="0" noProof="0" dirty="0">
              <a:ln>
                <a:noFill/>
              </a:ln>
              <a:solidFill>
                <a:schemeClr val="bg1">
                  <a:alpha val="60000"/>
                </a:schemeClr>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grpSp>
        <p:nvGrpSpPr>
          <p:cNvPr id="2" name="组合 17"/>
          <p:cNvGrpSpPr/>
          <p:nvPr/>
        </p:nvGrpSpPr>
        <p:grpSpPr>
          <a:xfrm>
            <a:off x="244476" y="292500"/>
            <a:ext cx="493773" cy="615629"/>
            <a:chOff x="7409" y="353"/>
            <a:chExt cx="1374" cy="1582"/>
          </a:xfrm>
          <a:solidFill>
            <a:srgbClr val="1766F3"/>
          </a:solidFill>
        </p:grpSpPr>
        <p:sp>
          <p:nvSpPr>
            <p:cNvPr id="20" name="平行四边形 19"/>
            <p:cNvSpPr/>
            <p:nvPr/>
          </p:nvSpPr>
          <p:spPr>
            <a:xfrm>
              <a:off x="7409" y="353"/>
              <a:ext cx="788" cy="981"/>
            </a:xfrm>
            <a:prstGeom prst="parallelogram">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3600" b="0" i="0" u="none" strike="noStrike" kern="1200" cap="none" spc="0" normalizeH="0" baseline="0" noProof="0">
                <a:ln>
                  <a:noFill/>
                </a:ln>
                <a:solidFill>
                  <a:schemeClr val="lt1"/>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1" name="平行四边形 20"/>
            <p:cNvSpPr/>
            <p:nvPr/>
          </p:nvSpPr>
          <p:spPr>
            <a:xfrm>
              <a:off x="7995" y="955"/>
              <a:ext cx="788" cy="981"/>
            </a:xfrm>
            <a:prstGeom prst="parallelogram">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3600" b="0" i="0" u="none" strike="noStrike" kern="1200" cap="none" spc="0" normalizeH="0" baseline="0" noProof="0">
                <a:ln>
                  <a:noFill/>
                </a:ln>
                <a:solidFill>
                  <a:schemeClr val="lt1"/>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grpSp>
      <p:sp>
        <p:nvSpPr>
          <p:cNvPr id="19" name="文本框 18"/>
          <p:cNvSpPr txBox="1"/>
          <p:nvPr/>
        </p:nvSpPr>
        <p:spPr>
          <a:xfrm>
            <a:off x="879475" y="274638"/>
            <a:ext cx="2743200" cy="554038"/>
          </a:xfrm>
          <a:prstGeom prst="rect">
            <a:avLst/>
          </a:prstGeom>
          <a:noFill/>
        </p:spPr>
        <p:txBody>
          <a:bodyPr wrap="none">
            <a:spAutoFit/>
          </a:bodyPr>
          <a:lstStyle/>
          <a:p>
            <a:pPr marR="0" defTabSz="914400" eaLnBrk="1" hangingPunct="1">
              <a:buClrTx/>
              <a:buSzTx/>
              <a:buFontTx/>
              <a:defRPr/>
            </a:pPr>
            <a:r>
              <a:rPr kumimoji="0" lang="zh-CN" altLang="en-US" sz="3000" b="1" kern="1200" cap="none" spc="-150" normalizeH="0" baseline="0" noProof="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一：毛利润分析</a:t>
            </a:r>
            <a:endParaRPr kumimoji="0" lang="zh-CN" altLang="en-US" sz="3000" b="1" kern="1200" cap="none" spc="-150" normalizeH="0" baseline="0" noProof="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nvGrpSpPr>
          <p:cNvPr id="36869" name="iṣļïḋé"/>
          <p:cNvGrpSpPr/>
          <p:nvPr/>
        </p:nvGrpSpPr>
        <p:grpSpPr>
          <a:xfrm>
            <a:off x="4106863" y="1252538"/>
            <a:ext cx="257175" cy="292100"/>
            <a:chOff x="1687513" y="1622425"/>
            <a:chExt cx="314325" cy="355600"/>
          </a:xfrm>
        </p:grpSpPr>
        <p:sp>
          <p:nvSpPr>
            <p:cNvPr id="36882" name="isľiḓè"/>
            <p:cNvSpPr/>
            <p:nvPr/>
          </p:nvSpPr>
          <p:spPr>
            <a:xfrm>
              <a:off x="1687513" y="1622425"/>
              <a:ext cx="314325" cy="355600"/>
            </a:xfrm>
            <a:custGeom>
              <a:avLst/>
              <a:gdLst>
                <a:gd name="txL" fmla="*/ 0 w 233"/>
                <a:gd name="txT" fmla="*/ 0 h 264"/>
                <a:gd name="txR" fmla="*/ 233 w 233"/>
                <a:gd name="txB" fmla="*/ 264 h 264"/>
              </a:gdLst>
              <a:ahLst/>
              <a:cxnLst>
                <a:cxn ang="0">
                  <a:pos x="2147483647" y="2147483647"/>
                </a:cxn>
                <a:cxn ang="0">
                  <a:pos x="2147483647" y="2147483647"/>
                </a:cxn>
                <a:cxn ang="0">
                  <a:pos x="0"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rect l="txL" t="txT" r="txR" b="txB"/>
              <a:pathLst>
                <a:path w="233" h="264">
                  <a:moveTo>
                    <a:pt x="17" y="264"/>
                  </a:moveTo>
                  <a:cubicBezTo>
                    <a:pt x="14" y="264"/>
                    <a:pt x="11" y="263"/>
                    <a:pt x="9" y="262"/>
                  </a:cubicBezTo>
                  <a:cubicBezTo>
                    <a:pt x="3" y="259"/>
                    <a:pt x="0" y="253"/>
                    <a:pt x="0" y="247"/>
                  </a:cubicBezTo>
                  <a:cubicBezTo>
                    <a:pt x="0" y="17"/>
                    <a:pt x="0" y="17"/>
                    <a:pt x="0" y="17"/>
                  </a:cubicBezTo>
                  <a:cubicBezTo>
                    <a:pt x="0" y="11"/>
                    <a:pt x="3" y="6"/>
                    <a:pt x="9" y="3"/>
                  </a:cubicBezTo>
                  <a:cubicBezTo>
                    <a:pt x="14" y="0"/>
                    <a:pt x="20" y="0"/>
                    <a:pt x="25" y="3"/>
                  </a:cubicBezTo>
                  <a:cubicBezTo>
                    <a:pt x="225" y="118"/>
                    <a:pt x="225" y="118"/>
                    <a:pt x="225" y="118"/>
                  </a:cubicBezTo>
                  <a:cubicBezTo>
                    <a:pt x="230" y="121"/>
                    <a:pt x="233" y="126"/>
                    <a:pt x="233" y="132"/>
                  </a:cubicBezTo>
                  <a:cubicBezTo>
                    <a:pt x="233" y="138"/>
                    <a:pt x="230" y="144"/>
                    <a:pt x="225" y="147"/>
                  </a:cubicBezTo>
                  <a:cubicBezTo>
                    <a:pt x="25" y="262"/>
                    <a:pt x="25" y="262"/>
                    <a:pt x="25" y="262"/>
                  </a:cubicBezTo>
                  <a:cubicBezTo>
                    <a:pt x="23" y="263"/>
                    <a:pt x="20" y="264"/>
                    <a:pt x="17" y="264"/>
                  </a:cubicBezTo>
                  <a:close/>
                </a:path>
              </a:pathLst>
            </a:custGeom>
            <a:solidFill>
              <a:srgbClr val="FFFFFF">
                <a:alpha val="100000"/>
              </a:srgbClr>
            </a:solidFill>
            <a:ln w="9525">
              <a:noFill/>
            </a:ln>
          </p:spPr>
          <p:txBody>
            <a:bodyPr/>
            <a:p>
              <a:endParaRPr lang="zh-CN" altLang="en-US"/>
            </a:p>
          </p:txBody>
        </p:sp>
        <p:sp>
          <p:nvSpPr>
            <p:cNvPr id="108" name="ïsļïḓé"/>
            <p:cNvSpPr/>
            <p:nvPr/>
          </p:nvSpPr>
          <p:spPr bwMode="auto">
            <a:xfrm>
              <a:off x="1846616" y="1759640"/>
              <a:ext cx="69850" cy="81170"/>
            </a:xfrm>
            <a:custGeom>
              <a:avLst/>
              <a:gdLst/>
              <a:ahLst/>
              <a:cxnLst>
                <a:cxn ang="0">
                  <a:pos x="0" y="0"/>
                </a:cxn>
                <a:cxn ang="0">
                  <a:pos x="44" y="26"/>
                </a:cxn>
                <a:cxn ang="0">
                  <a:pos x="0" y="52"/>
                </a:cxn>
                <a:cxn ang="0">
                  <a:pos x="0" y="0"/>
                </a:cxn>
              </a:cxnLst>
              <a:rect l="0" t="0" r="r" b="b"/>
              <a:pathLst>
                <a:path w="44" h="52">
                  <a:moveTo>
                    <a:pt x="0" y="0"/>
                  </a:moveTo>
                  <a:lnTo>
                    <a:pt x="44" y="26"/>
                  </a:lnTo>
                  <a:lnTo>
                    <a:pt x="0" y="52"/>
                  </a:lnTo>
                  <a:lnTo>
                    <a:pt x="0" y="0"/>
                  </a:lnTo>
                  <a:close/>
                </a:path>
              </a:pathLst>
            </a:custGeom>
            <a:solidFill>
              <a:schemeClr val="accent4"/>
            </a:solidFill>
            <a:ln w="9525">
              <a:noFill/>
              <a:round/>
            </a:ln>
          </p:spPr>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chemeClr val="tx1"/>
                </a:solidFill>
                <a:effectLst/>
                <a:uLnTx/>
                <a:uFillTx/>
                <a:latin typeface="等线" pitchFamily="2" charset="-122"/>
                <a:ea typeface="等线" pitchFamily="2" charset="-122"/>
                <a:cs typeface="+mn-cs"/>
              </a:endParaRPr>
            </a:p>
          </p:txBody>
        </p:sp>
      </p:grpSp>
      <p:sp>
        <p:nvSpPr>
          <p:cNvPr id="109" name="文本框 108"/>
          <p:cNvSpPr txBox="1"/>
          <p:nvPr/>
        </p:nvSpPr>
        <p:spPr>
          <a:xfrm>
            <a:off x="1052513" y="1160463"/>
            <a:ext cx="2954338" cy="461963"/>
          </a:xfrm>
          <a:prstGeom prst="rect">
            <a:avLst/>
          </a:prstGeom>
          <a:noFill/>
        </p:spPr>
        <p:txBody>
          <a:bodyPr wrap="none">
            <a:spAutoFit/>
          </a:bodyPr>
          <a:lstStyle/>
          <a:p>
            <a:pPr marR="0" defTabSz="914400" eaLnBrk="1" hangingPunct="1">
              <a:buClrTx/>
              <a:buSzTx/>
              <a:buFontTx/>
              <a:defRPr/>
            </a:pPr>
            <a:r>
              <a:rPr kumimoji="0" lang="zh-CN" altLang="en-US" sz="2400" b="1" kern="1200" cap="none" spc="0" normalizeH="0" baseline="0" noProof="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采购成本预估及毛利</a:t>
            </a:r>
            <a:endParaRPr kumimoji="0" lang="zh-CN" altLang="en-US" sz="2400" b="1" kern="1200" cap="none" spc="0" normalizeH="0" baseline="0" noProof="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6873" name="TextBox 21"/>
          <p:cNvSpPr txBox="1"/>
          <p:nvPr/>
        </p:nvSpPr>
        <p:spPr>
          <a:xfrm>
            <a:off x="527685" y="5050155"/>
            <a:ext cx="10738485" cy="1476375"/>
          </a:xfrm>
          <a:prstGeom prst="rect">
            <a:avLst/>
          </a:prstGeom>
          <a:noFill/>
          <a:ln w="9525">
            <a:noFill/>
          </a:ln>
        </p:spPr>
        <p:txBody>
          <a:bodyPr wrap="square">
            <a:spAutoFit/>
          </a:bodyPr>
          <a:p>
            <a:r>
              <a:rPr lang="en-US" altLang="zh-CN" dirty="0">
                <a:solidFill>
                  <a:schemeClr val="bg1"/>
                </a:solidFill>
                <a:latin typeface="等线" pitchFamily="2" charset="-122"/>
              </a:rPr>
              <a:t>1</a:t>
            </a:r>
            <a:r>
              <a:rPr lang="zh-CN" altLang="en-US" dirty="0">
                <a:solidFill>
                  <a:schemeClr val="bg1"/>
                </a:solidFill>
                <a:latin typeface="等线" pitchFamily="2" charset="-122"/>
              </a:rPr>
              <a:t>：</a:t>
            </a:r>
            <a:r>
              <a:rPr lang="zh-CN" altLang="en-US" dirty="0">
                <a:solidFill>
                  <a:schemeClr val="bg1"/>
                </a:solidFill>
                <a:latin typeface="等线" pitchFamily="2" charset="-122"/>
              </a:rPr>
              <a:t>以上数据均为预估数值，实际产生的费用会有所误差。比如头程的物流费用，价格可以与物流公司进行协商降低。推广费会随着产品的成熟期缓慢下降，新品需要推广，等成熟之后推广成本会缩减，实际的利润会高于预估值。</a:t>
            </a:r>
            <a:endParaRPr lang="zh-CN" altLang="en-US" dirty="0">
              <a:solidFill>
                <a:schemeClr val="bg1"/>
              </a:solidFill>
              <a:latin typeface="等线" pitchFamily="2" charset="-122"/>
            </a:endParaRPr>
          </a:p>
          <a:p>
            <a:r>
              <a:rPr lang="en-US" altLang="zh-CN" dirty="0">
                <a:solidFill>
                  <a:schemeClr val="bg1"/>
                </a:solidFill>
                <a:latin typeface="等线" pitchFamily="2" charset="-122"/>
              </a:rPr>
              <a:t>2</a:t>
            </a:r>
            <a:r>
              <a:rPr lang="zh-CN" altLang="en-US" dirty="0">
                <a:solidFill>
                  <a:schemeClr val="bg1"/>
                </a:solidFill>
                <a:latin typeface="等线" pitchFamily="2" charset="-122"/>
              </a:rPr>
              <a:t>：对于产品的定价，是以同类型产品最低价格实际的售价会根据不同的尺寸，不同的颜色，产品的价格会有区间浮动。每款产品里面会有多个</a:t>
            </a:r>
            <a:r>
              <a:rPr lang="en-US" altLang="zh-CN" dirty="0">
                <a:solidFill>
                  <a:schemeClr val="bg1"/>
                </a:solidFill>
                <a:latin typeface="等线" pitchFamily="2" charset="-122"/>
              </a:rPr>
              <a:t>SKU</a:t>
            </a:r>
            <a:r>
              <a:rPr lang="zh-CN" altLang="en-US" dirty="0">
                <a:solidFill>
                  <a:schemeClr val="bg1"/>
                </a:solidFill>
                <a:latin typeface="等线" pitchFamily="2" charset="-122"/>
              </a:rPr>
              <a:t>。实际的售价会在</a:t>
            </a:r>
            <a:r>
              <a:rPr lang="en-US" altLang="zh-CN" dirty="0">
                <a:solidFill>
                  <a:schemeClr val="bg1"/>
                </a:solidFill>
                <a:latin typeface="等线" pitchFamily="2" charset="-122"/>
              </a:rPr>
              <a:t>25-70</a:t>
            </a:r>
            <a:r>
              <a:rPr lang="zh-CN" altLang="en-US" dirty="0">
                <a:solidFill>
                  <a:schemeClr val="bg1"/>
                </a:solidFill>
                <a:latin typeface="等线" pitchFamily="2" charset="-122"/>
              </a:rPr>
              <a:t>美金区间</a:t>
            </a:r>
            <a:r>
              <a:rPr lang="zh-CN" altLang="en-US" dirty="0">
                <a:solidFill>
                  <a:schemeClr val="bg1"/>
                </a:solidFill>
                <a:latin typeface="等线" pitchFamily="2" charset="-122"/>
              </a:rPr>
              <a:t>。</a:t>
            </a:r>
            <a:endParaRPr lang="zh-CN" altLang="en-US" dirty="0">
              <a:solidFill>
                <a:schemeClr val="bg1"/>
              </a:solidFill>
              <a:latin typeface="等线" pitchFamily="2" charset="-122"/>
            </a:endParaRPr>
          </a:p>
        </p:txBody>
      </p:sp>
      <p:pic>
        <p:nvPicPr>
          <p:cNvPr id="3" name="图片 2"/>
          <p:cNvPicPr>
            <a:picLocks noChangeAspect="1"/>
          </p:cNvPicPr>
          <p:nvPr/>
        </p:nvPicPr>
        <p:blipFill>
          <a:blip r:embed="rId1"/>
          <a:stretch>
            <a:fillRect/>
          </a:stretch>
        </p:blipFill>
        <p:spPr>
          <a:xfrm>
            <a:off x="527685" y="1755140"/>
            <a:ext cx="10739120" cy="1612265"/>
          </a:xfrm>
          <a:prstGeom prst="rect">
            <a:avLst/>
          </a:prstGeom>
        </p:spPr>
      </p:pic>
      <p:pic>
        <p:nvPicPr>
          <p:cNvPr id="6" name="图片 5"/>
          <p:cNvPicPr>
            <a:picLocks noChangeAspect="1"/>
          </p:cNvPicPr>
          <p:nvPr/>
        </p:nvPicPr>
        <p:blipFill>
          <a:blip r:embed="rId2"/>
          <a:stretch>
            <a:fillRect/>
          </a:stretch>
        </p:blipFill>
        <p:spPr>
          <a:xfrm>
            <a:off x="527685" y="3367405"/>
            <a:ext cx="10739120" cy="1525905"/>
          </a:xfrm>
          <a:prstGeom prst="rect">
            <a:avLst/>
          </a:prstGeom>
        </p:spPr>
      </p:pic>
    </p:spTree>
  </p:cSld>
  <p:clrMapOvr>
    <a:masterClrMapping/>
  </p:clrMapOvr>
  <p:transition spd="slow" advTm="3000">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p:nvPr/>
        </p:nvSpPr>
        <p:spPr>
          <a:xfrm>
            <a:off x="0" y="0"/>
            <a:ext cx="12192000" cy="6858000"/>
          </a:xfrm>
          <a:prstGeom prst="rect">
            <a:avLst/>
          </a:prstGeom>
          <a:blipFill>
            <a:blip r:embed="rId1" cstate="print">
              <a:alphaModFix amt="20000"/>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5" name="文本框 4"/>
          <p:cNvSpPr txBox="1"/>
          <p:nvPr/>
        </p:nvSpPr>
        <p:spPr>
          <a:xfrm>
            <a:off x="5164143" y="2143795"/>
            <a:ext cx="1863716" cy="553678"/>
          </a:xfrm>
          <a:prstGeom prst="rect">
            <a:avLst/>
          </a:prstGeom>
          <a:noFill/>
        </p:spPr>
        <p:txBody>
          <a:bodyPr wrap="none" lIns="0" tIns="0" rIns="0" bIns="0">
            <a:spAutoFit/>
          </a:bodyPr>
          <a:lstStyle/>
          <a:p>
            <a:pPr marR="0" algn="ctr" defTabSz="914400" eaLnBrk="1" hangingPunct="1">
              <a:buClrTx/>
              <a:buSzTx/>
              <a:buFontTx/>
              <a:defRPr/>
            </a:pPr>
            <a:r>
              <a:rPr kumimoji="0" lang="en-US" altLang="zh-CN" sz="3600" b="1" kern="1200" cap="none" spc="0" normalizeH="0" baseline="0" noProof="0" dirty="0">
                <a:solidFill>
                  <a:schemeClr val="bg1">
                    <a:alpha val="70000"/>
                  </a:schemeClr>
                </a:solidFill>
                <a:latin typeface="Arial" panose="020B0604020202020204" pitchFamily="34" charset="0"/>
                <a:ea typeface="微软雅黑" panose="020B0503020204020204" pitchFamily="34" charset="-122"/>
                <a:cs typeface="+mn-ea"/>
                <a:sym typeface="Arial" panose="020B0604020202020204" pitchFamily="34" charset="0"/>
              </a:rPr>
              <a:t>PART 04</a:t>
            </a:r>
            <a:endParaRPr kumimoji="0" lang="en-US" altLang="zh-CN" sz="3600" b="1" kern="1200" cap="none" spc="0" normalizeH="0" baseline="0" noProof="0" dirty="0">
              <a:solidFill>
                <a:schemeClr val="bg1">
                  <a:alpha val="7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6" name="文本框 5"/>
          <p:cNvSpPr txBox="1"/>
          <p:nvPr/>
        </p:nvSpPr>
        <p:spPr>
          <a:xfrm>
            <a:off x="4133850" y="2789238"/>
            <a:ext cx="3924300" cy="738188"/>
          </a:xfrm>
          <a:prstGeom prst="rect">
            <a:avLst/>
          </a:prstGeom>
          <a:noFill/>
        </p:spPr>
        <p:txBody>
          <a:bodyPr wrap="none" lIns="0" tIns="0" rIns="0" bIns="0">
            <a:spAutoFit/>
          </a:bodyPr>
          <a:lstStyle/>
          <a:p>
            <a:pPr marR="0" algn="ctr" defTabSz="914400" eaLnBrk="1" hangingPunct="1">
              <a:buClrTx/>
              <a:buSzTx/>
              <a:buFontTx/>
              <a:defRPr/>
            </a:pPr>
            <a:r>
              <a:rPr kumimoji="0" lang="zh-CN" altLang="en-US" sz="4800" b="1" kern="1200" cap="none" spc="300" normalizeH="0" baseline="0" noProof="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产品运营方案</a:t>
            </a:r>
            <a:endParaRPr kumimoji="0" lang="zh-CN" altLang="en-US" sz="4800" b="1" kern="1200" cap="none" spc="300" normalizeH="0" baseline="0" noProof="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7" name="文本框 6"/>
          <p:cNvSpPr txBox="1"/>
          <p:nvPr/>
        </p:nvSpPr>
        <p:spPr>
          <a:xfrm>
            <a:off x="3669233" y="3678394"/>
            <a:ext cx="4853534" cy="323678"/>
          </a:xfrm>
          <a:prstGeom prst="rect">
            <a:avLst/>
          </a:prstGeom>
          <a:noFill/>
        </p:spPr>
        <p:txBody>
          <a:bodyPr lIns="0" tIns="0" rIns="0" bIns="0">
            <a:spAutoFit/>
          </a:bodyPr>
          <a:lstStyle/>
          <a:p>
            <a:pPr marR="0" algn="ctr" defTabSz="914400" eaLnBrk="1" hangingPunct="1">
              <a:lnSpc>
                <a:spcPct val="150000"/>
              </a:lnSpc>
              <a:buClrTx/>
              <a:buSzTx/>
              <a:buFontTx/>
              <a:defRPr/>
            </a:pPr>
            <a:r>
              <a:rPr kumimoji="0" lang="en-US" altLang="zh-CN" sz="1600" kern="1200" cap="none" spc="0" normalizeH="0" baseline="0" noProof="0" dirty="0">
                <a:solidFill>
                  <a:schemeClr val="bg1">
                    <a:alpha val="70000"/>
                  </a:schemeClr>
                </a:solidFill>
                <a:latin typeface="Arial" panose="020B0604020202020204" pitchFamily="34" charset="0"/>
                <a:ea typeface="微软雅黑" panose="020B0503020204020204" pitchFamily="34" charset="-122"/>
                <a:cs typeface="+mn-ea"/>
                <a:sym typeface="Arial" panose="020B0604020202020204" pitchFamily="34" charset="0"/>
              </a:rPr>
              <a:t>Product operation plan</a:t>
            </a:r>
            <a:endParaRPr kumimoji="0" lang="en-US" altLang="zh-CN" sz="1600" kern="1200" cap="none" spc="0" normalizeH="0" baseline="0" noProof="0" dirty="0">
              <a:solidFill>
                <a:schemeClr val="bg1">
                  <a:alpha val="7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nvGrpSpPr>
          <p:cNvPr id="37894" name="组合 15"/>
          <p:cNvGrpSpPr/>
          <p:nvPr/>
        </p:nvGrpSpPr>
        <p:grpSpPr>
          <a:xfrm>
            <a:off x="301625" y="6526213"/>
            <a:ext cx="11660187" cy="122237"/>
            <a:chOff x="301611" y="6526214"/>
            <a:chExt cx="11659672" cy="122237"/>
          </a:xfrm>
        </p:grpSpPr>
        <p:cxnSp>
          <p:nvCxnSpPr>
            <p:cNvPr id="19" name="直接连接符 18"/>
            <p:cNvCxnSpPr/>
            <p:nvPr/>
          </p:nvCxnSpPr>
          <p:spPr>
            <a:xfrm>
              <a:off x="301611" y="6637339"/>
              <a:ext cx="520677" cy="0"/>
            </a:xfrm>
            <a:prstGeom prst="line">
              <a:avLst/>
            </a:prstGeom>
            <a:ln w="381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21" name="直角三角形 20"/>
            <p:cNvSpPr/>
            <p:nvPr/>
          </p:nvSpPr>
          <p:spPr>
            <a:xfrm rot="16200000">
              <a:off x="11798569" y="6485737"/>
              <a:ext cx="122237" cy="203191"/>
            </a:xfrm>
            <a:prstGeom prst="rtTriangle">
              <a:avLst/>
            </a:prstGeom>
            <a:solidFill>
              <a:schemeClr val="bg1">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3600" b="0" i="0" u="none" strike="noStrike" kern="1200" cap="none" spc="0" normalizeH="0" baseline="0" noProof="0">
                <a:ln>
                  <a:noFill/>
                </a:ln>
                <a:solidFill>
                  <a:prstClr val="white"/>
                </a:solidFill>
                <a:effectLst/>
                <a:uLnTx/>
                <a:uFillTx/>
                <a:latin typeface="+mn-lt"/>
                <a:ea typeface="+mn-ea"/>
                <a:cs typeface="+mn-ea"/>
                <a:sym typeface="+mn-lt"/>
              </a:endParaRPr>
            </a:p>
          </p:txBody>
        </p:sp>
      </p:grpSp>
    </p:spTree>
  </p:cSld>
  <p:clrMapOvr>
    <a:masterClrMapping/>
  </p:clrMapOvr>
  <p:transition spd="slow" advTm="3000">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 name="文本框 15"/>
          <p:cNvSpPr txBox="1"/>
          <p:nvPr/>
        </p:nvSpPr>
        <p:spPr>
          <a:xfrm>
            <a:off x="983128" y="746936"/>
            <a:ext cx="1444754" cy="292388"/>
          </a:xfrm>
          <a:prstGeom prst="rect">
            <a:avLst/>
          </a:prstGeom>
          <a:noFill/>
          <a:ln w="12700" cap="flat">
            <a:noFill/>
            <a:miter lim="400000"/>
          </a:ln>
        </p:spPr>
        <p:style>
          <a:lnRef idx="0">
            <a:scrgbClr r="0" g="0" b="0"/>
          </a:lnRef>
          <a:fillRef idx="0">
            <a:scrgbClr r="0" g="0" b="0"/>
          </a:fillRef>
          <a:effectRef idx="0">
            <a:scrgbClr r="0" g="0" b="0"/>
          </a:effectRef>
          <a:fontRef idx="none"/>
        </p:style>
        <p:txBody>
          <a:bodyPr spcFirstLastPara="1" wrap="none" lIns="22860" tIns="22860" rIns="22860" bIns="22860" spcCol="3810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600" b="0" i="0" u="none" strike="noStrike" kern="1200" cap="none" spc="0" normalizeH="0" baseline="0" noProof="0" dirty="0">
                <a:ln>
                  <a:noFill/>
                </a:ln>
                <a:solidFill>
                  <a:schemeClr val="bg1">
                    <a:alpha val="60000"/>
                  </a:schemeClr>
                </a:solidFill>
                <a:effectLst/>
                <a:uLnTx/>
                <a:uFillTx/>
                <a:latin typeface="Arial" panose="020B0604020202020204" pitchFamily="34" charset="0"/>
                <a:ea typeface="微软雅黑" panose="020B0503020204020204" pitchFamily="34" charset="-122"/>
                <a:cs typeface="+mn-ea"/>
                <a:sym typeface="Arial" panose="020B0604020202020204" pitchFamily="34" charset="0"/>
              </a:rPr>
              <a:t>Team</a:t>
            </a:r>
            <a:r>
              <a:rPr kumimoji="0" lang="zh-CN" altLang="en-US" sz="1600" b="0" i="0" u="none" strike="noStrike" kern="1200" cap="none" spc="0" normalizeH="0" baseline="0" noProof="0" dirty="0">
                <a:ln>
                  <a:noFill/>
                </a:ln>
                <a:solidFill>
                  <a:schemeClr val="bg1">
                    <a:alpha val="60000"/>
                  </a:schemeClr>
                </a:solidFill>
                <a:effectLst/>
                <a:uLnTx/>
                <a:uFillTx/>
                <a:latin typeface="Arial" panose="020B0604020202020204" pitchFamily="34" charset="0"/>
                <a:ea typeface="微软雅黑" panose="020B0503020204020204" pitchFamily="34" charset="-122"/>
                <a:cs typeface="+mn-ea"/>
                <a:sym typeface="Arial" panose="020B0604020202020204" pitchFamily="34" charset="0"/>
              </a:rPr>
              <a:t>：</a:t>
            </a:r>
            <a:r>
              <a:rPr kumimoji="0" lang="en-US" altLang="zh-CN" sz="1600" b="0" i="0" u="none" strike="noStrike" kern="1200" cap="none" spc="0" normalizeH="0" baseline="0" noProof="0" dirty="0">
                <a:ln>
                  <a:noFill/>
                </a:ln>
                <a:solidFill>
                  <a:schemeClr val="bg1">
                    <a:alpha val="60000"/>
                  </a:schemeClr>
                </a:solidFill>
                <a:effectLst/>
                <a:uLnTx/>
                <a:uFillTx/>
                <a:latin typeface="Arial" panose="020B0604020202020204" pitchFamily="34" charset="0"/>
                <a:ea typeface="微软雅黑" panose="020B0503020204020204" pitchFamily="34" charset="-122"/>
                <a:cs typeface="+mn-ea"/>
                <a:sym typeface="Arial" panose="020B0604020202020204" pitchFamily="34" charset="0"/>
              </a:rPr>
              <a:t>Staffing</a:t>
            </a:r>
            <a:endParaRPr kumimoji="0" lang="en-US" altLang="zh-CN" sz="1600" b="0" i="0" u="none" strike="noStrike" kern="1200" cap="none" spc="0" normalizeH="0" baseline="0" noProof="0" dirty="0">
              <a:ln>
                <a:noFill/>
              </a:ln>
              <a:solidFill>
                <a:schemeClr val="bg1">
                  <a:alpha val="60000"/>
                </a:schemeClr>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grpSp>
        <p:nvGrpSpPr>
          <p:cNvPr id="2" name="组合 17"/>
          <p:cNvGrpSpPr/>
          <p:nvPr/>
        </p:nvGrpSpPr>
        <p:grpSpPr>
          <a:xfrm>
            <a:off x="244476" y="292500"/>
            <a:ext cx="493773" cy="615629"/>
            <a:chOff x="7409" y="353"/>
            <a:chExt cx="1374" cy="1582"/>
          </a:xfrm>
          <a:solidFill>
            <a:srgbClr val="1766F3"/>
          </a:solidFill>
        </p:grpSpPr>
        <p:sp>
          <p:nvSpPr>
            <p:cNvPr id="20" name="平行四边形 19"/>
            <p:cNvSpPr/>
            <p:nvPr/>
          </p:nvSpPr>
          <p:spPr>
            <a:xfrm>
              <a:off x="7409" y="353"/>
              <a:ext cx="788" cy="981"/>
            </a:xfrm>
            <a:prstGeom prst="parallelogram">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3600" b="0" i="0" u="none" strike="noStrike" kern="1200" cap="none" spc="0" normalizeH="0" baseline="0" noProof="0">
                <a:ln>
                  <a:noFill/>
                </a:ln>
                <a:solidFill>
                  <a:schemeClr val="lt1"/>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1" name="平行四边形 20"/>
            <p:cNvSpPr/>
            <p:nvPr/>
          </p:nvSpPr>
          <p:spPr>
            <a:xfrm>
              <a:off x="7995" y="955"/>
              <a:ext cx="788" cy="981"/>
            </a:xfrm>
            <a:prstGeom prst="parallelogram">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3600" b="0" i="0" u="none" strike="noStrike" kern="1200" cap="none" spc="0" normalizeH="0" baseline="0" noProof="0">
                <a:ln>
                  <a:noFill/>
                </a:ln>
                <a:solidFill>
                  <a:schemeClr val="lt1"/>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grpSp>
      <p:sp>
        <p:nvSpPr>
          <p:cNvPr id="19" name="文本框 18"/>
          <p:cNvSpPr txBox="1"/>
          <p:nvPr/>
        </p:nvSpPr>
        <p:spPr>
          <a:xfrm>
            <a:off x="879475" y="274638"/>
            <a:ext cx="2743200" cy="1016000"/>
          </a:xfrm>
          <a:prstGeom prst="rect">
            <a:avLst/>
          </a:prstGeom>
          <a:noFill/>
        </p:spPr>
        <p:txBody>
          <a:bodyPr wrap="none">
            <a:spAutoFit/>
          </a:bodyPr>
          <a:lstStyle/>
          <a:p>
            <a:pPr marR="0" defTabSz="914400" eaLnBrk="1" hangingPunct="1">
              <a:buClrTx/>
              <a:buSzTx/>
              <a:buFontTx/>
              <a:defRPr/>
            </a:pPr>
            <a:r>
              <a:rPr kumimoji="0" lang="zh-CN" altLang="en-US" sz="3000" b="1" kern="1200" cap="none" spc="-150" normalizeH="0" baseline="0" noProof="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团队：人员配置</a:t>
            </a:r>
            <a:endParaRPr kumimoji="0" lang="zh-CN" altLang="en-US" sz="3000" b="1" kern="1200" cap="none" spc="-150" normalizeH="0" baseline="0" noProof="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a:p>
            <a:pPr marR="0" defTabSz="914400" eaLnBrk="1" hangingPunct="1">
              <a:buClrTx/>
              <a:buSzTx/>
              <a:buFontTx/>
              <a:defRPr/>
            </a:pPr>
            <a:endParaRPr kumimoji="0" lang="zh-CN" altLang="en-US" sz="3000" b="1" kern="1200" cap="none" spc="-150" normalizeH="0" baseline="0" noProof="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8917" name="iśḻîḋe"/>
          <p:cNvSpPr/>
          <p:nvPr/>
        </p:nvSpPr>
        <p:spPr>
          <a:xfrm>
            <a:off x="790575" y="2287588"/>
            <a:ext cx="2501900" cy="3224212"/>
          </a:xfrm>
          <a:custGeom>
            <a:avLst/>
            <a:gdLst>
              <a:gd name="txL" fmla="*/ 0 w 2000"/>
              <a:gd name="txT" fmla="*/ 0 h 2592"/>
              <a:gd name="txR" fmla="*/ 2000 w 2000"/>
              <a:gd name="txB" fmla="*/ 2592 h 2592"/>
            </a:gdLst>
            <a:ahLst/>
            <a:cxnLst>
              <a:cxn ang="0">
                <a:pos x="2147483647" y="2147483647"/>
              </a:cxn>
              <a:cxn ang="0">
                <a:pos x="2147483647" y="2147483647"/>
              </a:cxn>
              <a:cxn ang="0">
                <a:pos x="2147483647" y="0"/>
              </a:cxn>
              <a:cxn ang="0">
                <a:pos x="2147483647" y="0"/>
              </a:cxn>
              <a:cxn ang="0">
                <a:pos x="2147483647" y="2147483647"/>
              </a:cxn>
              <a:cxn ang="0">
                <a:pos x="2147483647" y="2147483647"/>
              </a:cxn>
              <a:cxn ang="0">
                <a:pos x="2147483647" y="2147483647"/>
              </a:cxn>
              <a:cxn ang="0">
                <a:pos x="0" y="2147483647"/>
              </a:cxn>
              <a:cxn ang="0">
                <a:pos x="0" y="2147483647"/>
              </a:cxn>
              <a:cxn ang="0">
                <a:pos x="0" y="2147483647"/>
              </a:cxn>
              <a:cxn ang="0">
                <a:pos x="0" y="2147483647"/>
              </a:cxn>
              <a:cxn ang="0">
                <a:pos x="0"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rect l="txL" t="txT" r="txR" b="txB"/>
            <a:pathLst>
              <a:path w="2000" h="2592">
                <a:moveTo>
                  <a:pt x="1869" y="406"/>
                </a:moveTo>
                <a:cubicBezTo>
                  <a:pt x="1829" y="406"/>
                  <a:pt x="1792" y="389"/>
                  <a:pt x="1767" y="359"/>
                </a:cubicBezTo>
                <a:cubicBezTo>
                  <a:pt x="1584" y="140"/>
                  <a:pt x="1308" y="0"/>
                  <a:pt x="1000" y="0"/>
                </a:cubicBezTo>
                <a:cubicBezTo>
                  <a:pt x="1000" y="0"/>
                  <a:pt x="1000" y="0"/>
                  <a:pt x="1000" y="0"/>
                </a:cubicBezTo>
                <a:cubicBezTo>
                  <a:pt x="692" y="0"/>
                  <a:pt x="417" y="140"/>
                  <a:pt x="233" y="359"/>
                </a:cubicBezTo>
                <a:cubicBezTo>
                  <a:pt x="208" y="389"/>
                  <a:pt x="171" y="406"/>
                  <a:pt x="132" y="406"/>
                </a:cubicBezTo>
                <a:cubicBezTo>
                  <a:pt x="132" y="406"/>
                  <a:pt x="132" y="406"/>
                  <a:pt x="132" y="406"/>
                </a:cubicBezTo>
                <a:cubicBezTo>
                  <a:pt x="59" y="406"/>
                  <a:pt x="0" y="465"/>
                  <a:pt x="0" y="538"/>
                </a:cubicBezTo>
                <a:cubicBezTo>
                  <a:pt x="0" y="1001"/>
                  <a:pt x="0" y="1001"/>
                  <a:pt x="0" y="1001"/>
                </a:cubicBezTo>
                <a:cubicBezTo>
                  <a:pt x="0" y="1295"/>
                  <a:pt x="0" y="1295"/>
                  <a:pt x="0" y="1295"/>
                </a:cubicBezTo>
                <a:cubicBezTo>
                  <a:pt x="0" y="1298"/>
                  <a:pt x="0" y="1298"/>
                  <a:pt x="0" y="1298"/>
                </a:cubicBezTo>
                <a:cubicBezTo>
                  <a:pt x="0" y="1592"/>
                  <a:pt x="0" y="1592"/>
                  <a:pt x="0" y="1592"/>
                </a:cubicBezTo>
                <a:cubicBezTo>
                  <a:pt x="0" y="2054"/>
                  <a:pt x="0" y="2054"/>
                  <a:pt x="0" y="2054"/>
                </a:cubicBezTo>
                <a:cubicBezTo>
                  <a:pt x="0" y="2127"/>
                  <a:pt x="59" y="2186"/>
                  <a:pt x="132" y="2186"/>
                </a:cubicBezTo>
                <a:cubicBezTo>
                  <a:pt x="132" y="2186"/>
                  <a:pt x="132" y="2186"/>
                  <a:pt x="132" y="2186"/>
                </a:cubicBezTo>
                <a:cubicBezTo>
                  <a:pt x="171" y="2186"/>
                  <a:pt x="208" y="2204"/>
                  <a:pt x="233" y="2234"/>
                </a:cubicBezTo>
                <a:cubicBezTo>
                  <a:pt x="417" y="2453"/>
                  <a:pt x="692" y="2592"/>
                  <a:pt x="1000" y="2592"/>
                </a:cubicBezTo>
                <a:cubicBezTo>
                  <a:pt x="1000" y="2592"/>
                  <a:pt x="1000" y="2592"/>
                  <a:pt x="1000" y="2592"/>
                </a:cubicBezTo>
                <a:cubicBezTo>
                  <a:pt x="1308" y="2592"/>
                  <a:pt x="1584" y="2453"/>
                  <a:pt x="1767" y="2234"/>
                </a:cubicBezTo>
                <a:cubicBezTo>
                  <a:pt x="1792" y="2204"/>
                  <a:pt x="1829" y="2186"/>
                  <a:pt x="1869" y="2186"/>
                </a:cubicBezTo>
                <a:cubicBezTo>
                  <a:pt x="1869" y="2186"/>
                  <a:pt x="1869" y="2186"/>
                  <a:pt x="1869" y="2186"/>
                </a:cubicBezTo>
                <a:cubicBezTo>
                  <a:pt x="1941" y="2186"/>
                  <a:pt x="2000" y="2127"/>
                  <a:pt x="2000" y="2054"/>
                </a:cubicBezTo>
                <a:cubicBezTo>
                  <a:pt x="2000" y="1592"/>
                  <a:pt x="2000" y="1592"/>
                  <a:pt x="2000" y="1592"/>
                </a:cubicBezTo>
                <a:cubicBezTo>
                  <a:pt x="2000" y="1298"/>
                  <a:pt x="2000" y="1298"/>
                  <a:pt x="2000" y="1298"/>
                </a:cubicBezTo>
                <a:cubicBezTo>
                  <a:pt x="2000" y="1295"/>
                  <a:pt x="2000" y="1295"/>
                  <a:pt x="2000" y="1295"/>
                </a:cubicBezTo>
                <a:cubicBezTo>
                  <a:pt x="2000" y="1001"/>
                  <a:pt x="2000" y="1001"/>
                  <a:pt x="2000" y="1001"/>
                </a:cubicBezTo>
                <a:cubicBezTo>
                  <a:pt x="2000" y="538"/>
                  <a:pt x="2000" y="538"/>
                  <a:pt x="2000" y="538"/>
                </a:cubicBezTo>
                <a:cubicBezTo>
                  <a:pt x="2000" y="465"/>
                  <a:pt x="1941" y="406"/>
                  <a:pt x="1869" y="406"/>
                </a:cubicBezTo>
                <a:close/>
              </a:path>
            </a:pathLst>
          </a:custGeom>
          <a:solidFill>
            <a:srgbClr val="374D79">
              <a:alpha val="100000"/>
            </a:srgbClr>
          </a:solidFill>
          <a:ln w="9525">
            <a:noFill/>
          </a:ln>
        </p:spPr>
        <p:txBody>
          <a:bodyPr/>
          <a:p>
            <a:endParaRPr lang="zh-CN" altLang="en-US"/>
          </a:p>
        </p:txBody>
      </p:sp>
      <p:sp>
        <p:nvSpPr>
          <p:cNvPr id="38918" name="íšḻîḑê"/>
          <p:cNvSpPr/>
          <p:nvPr/>
        </p:nvSpPr>
        <p:spPr>
          <a:xfrm>
            <a:off x="3573463" y="2287588"/>
            <a:ext cx="2501900" cy="3224212"/>
          </a:xfrm>
          <a:custGeom>
            <a:avLst/>
            <a:gdLst>
              <a:gd name="txL" fmla="*/ 0 w 2000"/>
              <a:gd name="txT" fmla="*/ 0 h 2592"/>
              <a:gd name="txR" fmla="*/ 2000 w 2000"/>
              <a:gd name="txB" fmla="*/ 2592 h 2592"/>
            </a:gdLst>
            <a:ahLst/>
            <a:cxnLst>
              <a:cxn ang="0">
                <a:pos x="2147483647" y="2147483647"/>
              </a:cxn>
              <a:cxn ang="0">
                <a:pos x="2147483647" y="2147483647"/>
              </a:cxn>
              <a:cxn ang="0">
                <a:pos x="2147483647" y="0"/>
              </a:cxn>
              <a:cxn ang="0">
                <a:pos x="2147483647" y="0"/>
              </a:cxn>
              <a:cxn ang="0">
                <a:pos x="2147483647" y="2147483647"/>
              </a:cxn>
              <a:cxn ang="0">
                <a:pos x="2147483647" y="2147483647"/>
              </a:cxn>
              <a:cxn ang="0">
                <a:pos x="2147483647" y="2147483647"/>
              </a:cxn>
              <a:cxn ang="0">
                <a:pos x="0" y="2147483647"/>
              </a:cxn>
              <a:cxn ang="0">
                <a:pos x="0" y="2147483647"/>
              </a:cxn>
              <a:cxn ang="0">
                <a:pos x="0" y="2147483647"/>
              </a:cxn>
              <a:cxn ang="0">
                <a:pos x="0" y="2147483647"/>
              </a:cxn>
              <a:cxn ang="0">
                <a:pos x="0"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rect l="txL" t="txT" r="txR" b="txB"/>
            <a:pathLst>
              <a:path w="2000" h="2592">
                <a:moveTo>
                  <a:pt x="1869" y="406"/>
                </a:moveTo>
                <a:cubicBezTo>
                  <a:pt x="1829" y="406"/>
                  <a:pt x="1792" y="389"/>
                  <a:pt x="1767" y="359"/>
                </a:cubicBezTo>
                <a:cubicBezTo>
                  <a:pt x="1584" y="140"/>
                  <a:pt x="1308" y="0"/>
                  <a:pt x="1000" y="0"/>
                </a:cubicBezTo>
                <a:cubicBezTo>
                  <a:pt x="1000" y="0"/>
                  <a:pt x="1000" y="0"/>
                  <a:pt x="1000" y="0"/>
                </a:cubicBezTo>
                <a:cubicBezTo>
                  <a:pt x="692" y="0"/>
                  <a:pt x="417" y="140"/>
                  <a:pt x="233" y="359"/>
                </a:cubicBezTo>
                <a:cubicBezTo>
                  <a:pt x="208" y="389"/>
                  <a:pt x="171" y="406"/>
                  <a:pt x="132" y="406"/>
                </a:cubicBezTo>
                <a:cubicBezTo>
                  <a:pt x="132" y="406"/>
                  <a:pt x="132" y="406"/>
                  <a:pt x="132" y="406"/>
                </a:cubicBezTo>
                <a:cubicBezTo>
                  <a:pt x="59" y="406"/>
                  <a:pt x="0" y="465"/>
                  <a:pt x="0" y="538"/>
                </a:cubicBezTo>
                <a:cubicBezTo>
                  <a:pt x="0" y="1001"/>
                  <a:pt x="0" y="1001"/>
                  <a:pt x="0" y="1001"/>
                </a:cubicBezTo>
                <a:cubicBezTo>
                  <a:pt x="0" y="1295"/>
                  <a:pt x="0" y="1295"/>
                  <a:pt x="0" y="1295"/>
                </a:cubicBezTo>
                <a:cubicBezTo>
                  <a:pt x="0" y="1298"/>
                  <a:pt x="0" y="1298"/>
                  <a:pt x="0" y="1298"/>
                </a:cubicBezTo>
                <a:cubicBezTo>
                  <a:pt x="0" y="1592"/>
                  <a:pt x="0" y="1592"/>
                  <a:pt x="0" y="1592"/>
                </a:cubicBezTo>
                <a:cubicBezTo>
                  <a:pt x="0" y="2054"/>
                  <a:pt x="0" y="2054"/>
                  <a:pt x="0" y="2054"/>
                </a:cubicBezTo>
                <a:cubicBezTo>
                  <a:pt x="0" y="2127"/>
                  <a:pt x="59" y="2186"/>
                  <a:pt x="132" y="2186"/>
                </a:cubicBezTo>
                <a:cubicBezTo>
                  <a:pt x="132" y="2186"/>
                  <a:pt x="132" y="2186"/>
                  <a:pt x="132" y="2186"/>
                </a:cubicBezTo>
                <a:cubicBezTo>
                  <a:pt x="171" y="2186"/>
                  <a:pt x="208" y="2204"/>
                  <a:pt x="233" y="2234"/>
                </a:cubicBezTo>
                <a:cubicBezTo>
                  <a:pt x="417" y="2453"/>
                  <a:pt x="692" y="2592"/>
                  <a:pt x="1000" y="2592"/>
                </a:cubicBezTo>
                <a:cubicBezTo>
                  <a:pt x="1000" y="2592"/>
                  <a:pt x="1000" y="2592"/>
                  <a:pt x="1000" y="2592"/>
                </a:cubicBezTo>
                <a:cubicBezTo>
                  <a:pt x="1308" y="2592"/>
                  <a:pt x="1584" y="2453"/>
                  <a:pt x="1767" y="2234"/>
                </a:cubicBezTo>
                <a:cubicBezTo>
                  <a:pt x="1792" y="2204"/>
                  <a:pt x="1829" y="2186"/>
                  <a:pt x="1869" y="2186"/>
                </a:cubicBezTo>
                <a:cubicBezTo>
                  <a:pt x="1869" y="2186"/>
                  <a:pt x="1869" y="2186"/>
                  <a:pt x="1869" y="2186"/>
                </a:cubicBezTo>
                <a:cubicBezTo>
                  <a:pt x="1941" y="2186"/>
                  <a:pt x="2000" y="2127"/>
                  <a:pt x="2000" y="2054"/>
                </a:cubicBezTo>
                <a:cubicBezTo>
                  <a:pt x="2000" y="1592"/>
                  <a:pt x="2000" y="1592"/>
                  <a:pt x="2000" y="1592"/>
                </a:cubicBezTo>
                <a:cubicBezTo>
                  <a:pt x="2000" y="1298"/>
                  <a:pt x="2000" y="1298"/>
                  <a:pt x="2000" y="1298"/>
                </a:cubicBezTo>
                <a:cubicBezTo>
                  <a:pt x="2000" y="1295"/>
                  <a:pt x="2000" y="1295"/>
                  <a:pt x="2000" y="1295"/>
                </a:cubicBezTo>
                <a:cubicBezTo>
                  <a:pt x="2000" y="1001"/>
                  <a:pt x="2000" y="1001"/>
                  <a:pt x="2000" y="1001"/>
                </a:cubicBezTo>
                <a:cubicBezTo>
                  <a:pt x="2000" y="538"/>
                  <a:pt x="2000" y="538"/>
                  <a:pt x="2000" y="538"/>
                </a:cubicBezTo>
                <a:cubicBezTo>
                  <a:pt x="2000" y="465"/>
                  <a:pt x="1941" y="406"/>
                  <a:pt x="1869" y="406"/>
                </a:cubicBezTo>
                <a:close/>
              </a:path>
            </a:pathLst>
          </a:custGeom>
          <a:solidFill>
            <a:srgbClr val="374D79">
              <a:alpha val="100000"/>
            </a:srgbClr>
          </a:solidFill>
          <a:ln w="9525">
            <a:noFill/>
          </a:ln>
        </p:spPr>
        <p:txBody>
          <a:bodyPr/>
          <a:p>
            <a:endParaRPr lang="zh-CN" altLang="en-US"/>
          </a:p>
        </p:txBody>
      </p:sp>
      <p:sp>
        <p:nvSpPr>
          <p:cNvPr id="38919" name="î$ḷíḓè"/>
          <p:cNvSpPr/>
          <p:nvPr/>
        </p:nvSpPr>
        <p:spPr>
          <a:xfrm>
            <a:off x="6356350" y="2287588"/>
            <a:ext cx="2500313" cy="3224212"/>
          </a:xfrm>
          <a:custGeom>
            <a:avLst/>
            <a:gdLst>
              <a:gd name="txL" fmla="*/ 0 w 2000"/>
              <a:gd name="txT" fmla="*/ 0 h 2592"/>
              <a:gd name="txR" fmla="*/ 2000 w 2000"/>
              <a:gd name="txB" fmla="*/ 2592 h 2592"/>
            </a:gdLst>
            <a:ahLst/>
            <a:cxnLst>
              <a:cxn ang="0">
                <a:pos x="2147483647" y="2147483647"/>
              </a:cxn>
              <a:cxn ang="0">
                <a:pos x="2147483647" y="2147483647"/>
              </a:cxn>
              <a:cxn ang="0">
                <a:pos x="2147483647" y="0"/>
              </a:cxn>
              <a:cxn ang="0">
                <a:pos x="2147483647" y="0"/>
              </a:cxn>
              <a:cxn ang="0">
                <a:pos x="2147483647" y="2147483647"/>
              </a:cxn>
              <a:cxn ang="0">
                <a:pos x="2147483647" y="2147483647"/>
              </a:cxn>
              <a:cxn ang="0">
                <a:pos x="2147483647" y="2147483647"/>
              </a:cxn>
              <a:cxn ang="0">
                <a:pos x="0" y="2147483647"/>
              </a:cxn>
              <a:cxn ang="0">
                <a:pos x="0" y="2147483647"/>
              </a:cxn>
              <a:cxn ang="0">
                <a:pos x="0" y="2147483647"/>
              </a:cxn>
              <a:cxn ang="0">
                <a:pos x="0" y="2147483647"/>
              </a:cxn>
              <a:cxn ang="0">
                <a:pos x="0"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rect l="txL" t="txT" r="txR" b="txB"/>
            <a:pathLst>
              <a:path w="2000" h="2592">
                <a:moveTo>
                  <a:pt x="1869" y="406"/>
                </a:moveTo>
                <a:cubicBezTo>
                  <a:pt x="1829" y="406"/>
                  <a:pt x="1792" y="389"/>
                  <a:pt x="1767" y="359"/>
                </a:cubicBezTo>
                <a:cubicBezTo>
                  <a:pt x="1584" y="140"/>
                  <a:pt x="1308" y="0"/>
                  <a:pt x="1000" y="0"/>
                </a:cubicBezTo>
                <a:cubicBezTo>
                  <a:pt x="1000" y="0"/>
                  <a:pt x="1000" y="0"/>
                  <a:pt x="1000" y="0"/>
                </a:cubicBezTo>
                <a:cubicBezTo>
                  <a:pt x="692" y="0"/>
                  <a:pt x="417" y="140"/>
                  <a:pt x="233" y="359"/>
                </a:cubicBezTo>
                <a:cubicBezTo>
                  <a:pt x="208" y="389"/>
                  <a:pt x="171" y="406"/>
                  <a:pt x="132" y="406"/>
                </a:cubicBezTo>
                <a:cubicBezTo>
                  <a:pt x="132" y="406"/>
                  <a:pt x="132" y="406"/>
                  <a:pt x="132" y="406"/>
                </a:cubicBezTo>
                <a:cubicBezTo>
                  <a:pt x="59" y="406"/>
                  <a:pt x="0" y="465"/>
                  <a:pt x="0" y="538"/>
                </a:cubicBezTo>
                <a:cubicBezTo>
                  <a:pt x="0" y="1001"/>
                  <a:pt x="0" y="1001"/>
                  <a:pt x="0" y="1001"/>
                </a:cubicBezTo>
                <a:cubicBezTo>
                  <a:pt x="0" y="1295"/>
                  <a:pt x="0" y="1295"/>
                  <a:pt x="0" y="1295"/>
                </a:cubicBezTo>
                <a:cubicBezTo>
                  <a:pt x="0" y="1298"/>
                  <a:pt x="0" y="1298"/>
                  <a:pt x="0" y="1298"/>
                </a:cubicBezTo>
                <a:cubicBezTo>
                  <a:pt x="0" y="1592"/>
                  <a:pt x="0" y="1592"/>
                  <a:pt x="0" y="1592"/>
                </a:cubicBezTo>
                <a:cubicBezTo>
                  <a:pt x="0" y="2054"/>
                  <a:pt x="0" y="2054"/>
                  <a:pt x="0" y="2054"/>
                </a:cubicBezTo>
                <a:cubicBezTo>
                  <a:pt x="0" y="2127"/>
                  <a:pt x="59" y="2186"/>
                  <a:pt x="132" y="2186"/>
                </a:cubicBezTo>
                <a:cubicBezTo>
                  <a:pt x="132" y="2186"/>
                  <a:pt x="132" y="2186"/>
                  <a:pt x="132" y="2186"/>
                </a:cubicBezTo>
                <a:cubicBezTo>
                  <a:pt x="171" y="2186"/>
                  <a:pt x="208" y="2204"/>
                  <a:pt x="233" y="2234"/>
                </a:cubicBezTo>
                <a:cubicBezTo>
                  <a:pt x="417" y="2453"/>
                  <a:pt x="692" y="2592"/>
                  <a:pt x="1000" y="2592"/>
                </a:cubicBezTo>
                <a:cubicBezTo>
                  <a:pt x="1000" y="2592"/>
                  <a:pt x="1000" y="2592"/>
                  <a:pt x="1000" y="2592"/>
                </a:cubicBezTo>
                <a:cubicBezTo>
                  <a:pt x="1308" y="2592"/>
                  <a:pt x="1584" y="2453"/>
                  <a:pt x="1767" y="2234"/>
                </a:cubicBezTo>
                <a:cubicBezTo>
                  <a:pt x="1792" y="2204"/>
                  <a:pt x="1829" y="2186"/>
                  <a:pt x="1869" y="2186"/>
                </a:cubicBezTo>
                <a:cubicBezTo>
                  <a:pt x="1869" y="2186"/>
                  <a:pt x="1869" y="2186"/>
                  <a:pt x="1869" y="2186"/>
                </a:cubicBezTo>
                <a:cubicBezTo>
                  <a:pt x="1941" y="2186"/>
                  <a:pt x="2000" y="2127"/>
                  <a:pt x="2000" y="2054"/>
                </a:cubicBezTo>
                <a:cubicBezTo>
                  <a:pt x="2000" y="1592"/>
                  <a:pt x="2000" y="1592"/>
                  <a:pt x="2000" y="1592"/>
                </a:cubicBezTo>
                <a:cubicBezTo>
                  <a:pt x="2000" y="1298"/>
                  <a:pt x="2000" y="1298"/>
                  <a:pt x="2000" y="1298"/>
                </a:cubicBezTo>
                <a:cubicBezTo>
                  <a:pt x="2000" y="1295"/>
                  <a:pt x="2000" y="1295"/>
                  <a:pt x="2000" y="1295"/>
                </a:cubicBezTo>
                <a:cubicBezTo>
                  <a:pt x="2000" y="1001"/>
                  <a:pt x="2000" y="1001"/>
                  <a:pt x="2000" y="1001"/>
                </a:cubicBezTo>
                <a:cubicBezTo>
                  <a:pt x="2000" y="538"/>
                  <a:pt x="2000" y="538"/>
                  <a:pt x="2000" y="538"/>
                </a:cubicBezTo>
                <a:cubicBezTo>
                  <a:pt x="2000" y="465"/>
                  <a:pt x="1941" y="406"/>
                  <a:pt x="1869" y="406"/>
                </a:cubicBezTo>
                <a:close/>
              </a:path>
            </a:pathLst>
          </a:custGeom>
          <a:solidFill>
            <a:srgbClr val="374D79">
              <a:alpha val="100000"/>
            </a:srgbClr>
          </a:solidFill>
          <a:ln w="9525">
            <a:noFill/>
          </a:ln>
        </p:spPr>
        <p:txBody>
          <a:bodyPr/>
          <a:p>
            <a:endParaRPr lang="zh-CN" altLang="en-US"/>
          </a:p>
        </p:txBody>
      </p:sp>
      <p:sp>
        <p:nvSpPr>
          <p:cNvPr id="38920" name="iṩľïḋè"/>
          <p:cNvSpPr/>
          <p:nvPr/>
        </p:nvSpPr>
        <p:spPr>
          <a:xfrm>
            <a:off x="9139238" y="2287588"/>
            <a:ext cx="2500312" cy="3224212"/>
          </a:xfrm>
          <a:custGeom>
            <a:avLst/>
            <a:gdLst>
              <a:gd name="txL" fmla="*/ 0 w 2000"/>
              <a:gd name="txT" fmla="*/ 0 h 2592"/>
              <a:gd name="txR" fmla="*/ 2000 w 2000"/>
              <a:gd name="txB" fmla="*/ 2592 h 2592"/>
            </a:gdLst>
            <a:ahLst/>
            <a:cxnLst>
              <a:cxn ang="0">
                <a:pos x="2147483647" y="2147483647"/>
              </a:cxn>
              <a:cxn ang="0">
                <a:pos x="2147483647" y="2147483647"/>
              </a:cxn>
              <a:cxn ang="0">
                <a:pos x="2147483647" y="0"/>
              </a:cxn>
              <a:cxn ang="0">
                <a:pos x="2147483647" y="0"/>
              </a:cxn>
              <a:cxn ang="0">
                <a:pos x="2147483647" y="2147483647"/>
              </a:cxn>
              <a:cxn ang="0">
                <a:pos x="2147483647" y="2147483647"/>
              </a:cxn>
              <a:cxn ang="0">
                <a:pos x="2147483647" y="2147483647"/>
              </a:cxn>
              <a:cxn ang="0">
                <a:pos x="0" y="2147483647"/>
              </a:cxn>
              <a:cxn ang="0">
                <a:pos x="0" y="2147483647"/>
              </a:cxn>
              <a:cxn ang="0">
                <a:pos x="0" y="2147483647"/>
              </a:cxn>
              <a:cxn ang="0">
                <a:pos x="0" y="2147483647"/>
              </a:cxn>
              <a:cxn ang="0">
                <a:pos x="0"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rect l="txL" t="txT" r="txR" b="txB"/>
            <a:pathLst>
              <a:path w="2000" h="2592">
                <a:moveTo>
                  <a:pt x="1869" y="406"/>
                </a:moveTo>
                <a:cubicBezTo>
                  <a:pt x="1829" y="406"/>
                  <a:pt x="1792" y="389"/>
                  <a:pt x="1767" y="359"/>
                </a:cubicBezTo>
                <a:cubicBezTo>
                  <a:pt x="1584" y="140"/>
                  <a:pt x="1308" y="0"/>
                  <a:pt x="1000" y="0"/>
                </a:cubicBezTo>
                <a:cubicBezTo>
                  <a:pt x="1000" y="0"/>
                  <a:pt x="1000" y="0"/>
                  <a:pt x="1000" y="0"/>
                </a:cubicBezTo>
                <a:cubicBezTo>
                  <a:pt x="692" y="0"/>
                  <a:pt x="417" y="140"/>
                  <a:pt x="233" y="359"/>
                </a:cubicBezTo>
                <a:cubicBezTo>
                  <a:pt x="208" y="389"/>
                  <a:pt x="171" y="406"/>
                  <a:pt x="132" y="406"/>
                </a:cubicBezTo>
                <a:cubicBezTo>
                  <a:pt x="132" y="406"/>
                  <a:pt x="132" y="406"/>
                  <a:pt x="132" y="406"/>
                </a:cubicBezTo>
                <a:cubicBezTo>
                  <a:pt x="59" y="406"/>
                  <a:pt x="0" y="465"/>
                  <a:pt x="0" y="538"/>
                </a:cubicBezTo>
                <a:cubicBezTo>
                  <a:pt x="0" y="1001"/>
                  <a:pt x="0" y="1001"/>
                  <a:pt x="0" y="1001"/>
                </a:cubicBezTo>
                <a:cubicBezTo>
                  <a:pt x="0" y="1295"/>
                  <a:pt x="0" y="1295"/>
                  <a:pt x="0" y="1295"/>
                </a:cubicBezTo>
                <a:cubicBezTo>
                  <a:pt x="0" y="1298"/>
                  <a:pt x="0" y="1298"/>
                  <a:pt x="0" y="1298"/>
                </a:cubicBezTo>
                <a:cubicBezTo>
                  <a:pt x="0" y="1592"/>
                  <a:pt x="0" y="1592"/>
                  <a:pt x="0" y="1592"/>
                </a:cubicBezTo>
                <a:cubicBezTo>
                  <a:pt x="0" y="2054"/>
                  <a:pt x="0" y="2054"/>
                  <a:pt x="0" y="2054"/>
                </a:cubicBezTo>
                <a:cubicBezTo>
                  <a:pt x="0" y="2127"/>
                  <a:pt x="59" y="2186"/>
                  <a:pt x="132" y="2186"/>
                </a:cubicBezTo>
                <a:cubicBezTo>
                  <a:pt x="132" y="2186"/>
                  <a:pt x="132" y="2186"/>
                  <a:pt x="132" y="2186"/>
                </a:cubicBezTo>
                <a:cubicBezTo>
                  <a:pt x="171" y="2186"/>
                  <a:pt x="208" y="2204"/>
                  <a:pt x="233" y="2234"/>
                </a:cubicBezTo>
                <a:cubicBezTo>
                  <a:pt x="417" y="2453"/>
                  <a:pt x="692" y="2592"/>
                  <a:pt x="1000" y="2592"/>
                </a:cubicBezTo>
                <a:cubicBezTo>
                  <a:pt x="1000" y="2592"/>
                  <a:pt x="1000" y="2592"/>
                  <a:pt x="1000" y="2592"/>
                </a:cubicBezTo>
                <a:cubicBezTo>
                  <a:pt x="1308" y="2592"/>
                  <a:pt x="1584" y="2453"/>
                  <a:pt x="1767" y="2234"/>
                </a:cubicBezTo>
                <a:cubicBezTo>
                  <a:pt x="1792" y="2204"/>
                  <a:pt x="1829" y="2186"/>
                  <a:pt x="1869" y="2186"/>
                </a:cubicBezTo>
                <a:cubicBezTo>
                  <a:pt x="1869" y="2186"/>
                  <a:pt x="1869" y="2186"/>
                  <a:pt x="1869" y="2186"/>
                </a:cubicBezTo>
                <a:cubicBezTo>
                  <a:pt x="1941" y="2186"/>
                  <a:pt x="2000" y="2127"/>
                  <a:pt x="2000" y="2054"/>
                </a:cubicBezTo>
                <a:cubicBezTo>
                  <a:pt x="2000" y="1592"/>
                  <a:pt x="2000" y="1592"/>
                  <a:pt x="2000" y="1592"/>
                </a:cubicBezTo>
                <a:cubicBezTo>
                  <a:pt x="2000" y="1298"/>
                  <a:pt x="2000" y="1298"/>
                  <a:pt x="2000" y="1298"/>
                </a:cubicBezTo>
                <a:cubicBezTo>
                  <a:pt x="2000" y="1295"/>
                  <a:pt x="2000" y="1295"/>
                  <a:pt x="2000" y="1295"/>
                </a:cubicBezTo>
                <a:cubicBezTo>
                  <a:pt x="2000" y="1001"/>
                  <a:pt x="2000" y="1001"/>
                  <a:pt x="2000" y="1001"/>
                </a:cubicBezTo>
                <a:cubicBezTo>
                  <a:pt x="2000" y="538"/>
                  <a:pt x="2000" y="538"/>
                  <a:pt x="2000" y="538"/>
                </a:cubicBezTo>
                <a:cubicBezTo>
                  <a:pt x="2000" y="465"/>
                  <a:pt x="1941" y="406"/>
                  <a:pt x="1869" y="406"/>
                </a:cubicBezTo>
                <a:close/>
              </a:path>
            </a:pathLst>
          </a:custGeom>
          <a:solidFill>
            <a:srgbClr val="374D79">
              <a:alpha val="100000"/>
            </a:srgbClr>
          </a:solidFill>
          <a:ln w="9525">
            <a:noFill/>
          </a:ln>
        </p:spPr>
        <p:txBody>
          <a:bodyPr/>
          <a:p>
            <a:endParaRPr lang="zh-CN" altLang="en-US"/>
          </a:p>
        </p:txBody>
      </p:sp>
      <p:grpSp>
        <p:nvGrpSpPr>
          <p:cNvPr id="38921" name="í$ľïďê"/>
          <p:cNvGrpSpPr/>
          <p:nvPr/>
        </p:nvGrpSpPr>
        <p:grpSpPr>
          <a:xfrm>
            <a:off x="1708150" y="2605088"/>
            <a:ext cx="666750" cy="666750"/>
            <a:chOff x="1753961" y="2890922"/>
            <a:chExt cx="667332" cy="667330"/>
          </a:xfrm>
        </p:grpSpPr>
        <p:sp>
          <p:nvSpPr>
            <p:cNvPr id="102" name="iS1íḋè"/>
            <p:cNvSpPr/>
            <p:nvPr/>
          </p:nvSpPr>
          <p:spPr>
            <a:xfrm>
              <a:off x="1753961" y="2890922"/>
              <a:ext cx="667332" cy="667330"/>
            </a:xfrm>
            <a:prstGeom prst="ellipse">
              <a:avLst/>
            </a:prstGeom>
            <a:solidFill>
              <a:schemeClr val="accent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normAutofit fontScale="92500" lnSpcReduction="10000"/>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1" i="0" u="none" strike="noStrike" kern="1200" cap="none" spc="0" normalizeH="0" baseline="0" noProof="0" dirty="0">
                <a:ln>
                  <a:noFill/>
                </a:ln>
                <a:solidFill>
                  <a:schemeClr val="bg1"/>
                </a:solidFill>
                <a:effectLst/>
                <a:uLnTx/>
                <a:uFillTx/>
                <a:latin typeface="+mn-lt"/>
                <a:ea typeface="+mn-ea"/>
                <a:cs typeface="+mn-cs"/>
              </a:endParaRPr>
            </a:p>
          </p:txBody>
        </p:sp>
        <p:sp>
          <p:nvSpPr>
            <p:cNvPr id="38953" name="íṧ1iḑé"/>
            <p:cNvSpPr/>
            <p:nvPr/>
          </p:nvSpPr>
          <p:spPr>
            <a:xfrm>
              <a:off x="1931546" y="3064741"/>
              <a:ext cx="312163" cy="319692"/>
            </a:xfrm>
            <a:custGeom>
              <a:avLst/>
              <a:gdLst>
                <a:gd name="txL" fmla="*/ 0 w 10400"/>
                <a:gd name="txT" fmla="*/ 0 h 10667"/>
                <a:gd name="txR" fmla="*/ 10400 w 10400"/>
                <a:gd name="txB" fmla="*/ 10667 h 10667"/>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rect l="txL" t="txT" r="txR" b="txB"/>
              <a:pathLst>
                <a:path w="10400" h="10667">
                  <a:moveTo>
                    <a:pt x="8838" y="9330"/>
                  </a:moveTo>
                  <a:cubicBezTo>
                    <a:pt x="8838" y="10067"/>
                    <a:pt x="7206" y="10667"/>
                    <a:pt x="5192" y="10667"/>
                  </a:cubicBezTo>
                  <a:cubicBezTo>
                    <a:pt x="3180" y="10667"/>
                    <a:pt x="1547" y="10067"/>
                    <a:pt x="1547" y="9330"/>
                  </a:cubicBezTo>
                  <a:cubicBezTo>
                    <a:pt x="1547" y="8797"/>
                    <a:pt x="2406" y="8341"/>
                    <a:pt x="3638" y="8128"/>
                  </a:cubicBezTo>
                  <a:lnTo>
                    <a:pt x="3638" y="8495"/>
                  </a:lnTo>
                  <a:cubicBezTo>
                    <a:pt x="3293" y="8632"/>
                    <a:pt x="3077" y="8813"/>
                    <a:pt x="3077" y="9013"/>
                  </a:cubicBezTo>
                  <a:cubicBezTo>
                    <a:pt x="3077" y="9437"/>
                    <a:pt x="4015" y="9781"/>
                    <a:pt x="5171" y="9781"/>
                  </a:cubicBezTo>
                  <a:cubicBezTo>
                    <a:pt x="5497" y="9781"/>
                    <a:pt x="5802" y="9751"/>
                    <a:pt x="6077" y="9703"/>
                  </a:cubicBezTo>
                  <a:cubicBezTo>
                    <a:pt x="6090" y="9702"/>
                    <a:pt x="6102" y="9702"/>
                    <a:pt x="6114" y="9700"/>
                  </a:cubicBezTo>
                  <a:cubicBezTo>
                    <a:pt x="6165" y="9694"/>
                    <a:pt x="6212" y="9682"/>
                    <a:pt x="6259" y="9666"/>
                  </a:cubicBezTo>
                  <a:cubicBezTo>
                    <a:pt x="6859" y="9531"/>
                    <a:pt x="7264" y="9290"/>
                    <a:pt x="7264" y="9013"/>
                  </a:cubicBezTo>
                  <a:cubicBezTo>
                    <a:pt x="7264" y="8834"/>
                    <a:pt x="7090" y="8669"/>
                    <a:pt x="6806" y="8539"/>
                  </a:cubicBezTo>
                  <a:lnTo>
                    <a:pt x="6806" y="8137"/>
                  </a:lnTo>
                  <a:cubicBezTo>
                    <a:pt x="8006" y="8356"/>
                    <a:pt x="8838" y="8805"/>
                    <a:pt x="8838" y="9330"/>
                  </a:cubicBezTo>
                  <a:close/>
                  <a:moveTo>
                    <a:pt x="4079" y="1127"/>
                  </a:moveTo>
                  <a:cubicBezTo>
                    <a:pt x="4079" y="504"/>
                    <a:pt x="4578" y="0"/>
                    <a:pt x="5193" y="0"/>
                  </a:cubicBezTo>
                  <a:cubicBezTo>
                    <a:pt x="5807" y="0"/>
                    <a:pt x="6305" y="504"/>
                    <a:pt x="6305" y="1127"/>
                  </a:cubicBezTo>
                  <a:cubicBezTo>
                    <a:pt x="6305" y="1750"/>
                    <a:pt x="5807" y="2254"/>
                    <a:pt x="5193" y="2254"/>
                  </a:cubicBezTo>
                  <a:cubicBezTo>
                    <a:pt x="4578" y="2254"/>
                    <a:pt x="4079" y="1750"/>
                    <a:pt x="4079" y="1127"/>
                  </a:cubicBezTo>
                  <a:close/>
                  <a:moveTo>
                    <a:pt x="9353" y="1669"/>
                  </a:moveTo>
                  <a:cubicBezTo>
                    <a:pt x="8800" y="2578"/>
                    <a:pt x="7557" y="3340"/>
                    <a:pt x="6352" y="3340"/>
                  </a:cubicBezTo>
                  <a:cubicBezTo>
                    <a:pt x="6274" y="3340"/>
                    <a:pt x="6196" y="3336"/>
                    <a:pt x="6118" y="3330"/>
                  </a:cubicBezTo>
                  <a:cubicBezTo>
                    <a:pt x="6142" y="3615"/>
                    <a:pt x="6252" y="4928"/>
                    <a:pt x="6282" y="5755"/>
                  </a:cubicBezTo>
                  <a:cubicBezTo>
                    <a:pt x="6288" y="5783"/>
                    <a:pt x="6294" y="5811"/>
                    <a:pt x="6296" y="5841"/>
                  </a:cubicBezTo>
                  <a:lnTo>
                    <a:pt x="6568" y="10087"/>
                  </a:lnTo>
                  <a:cubicBezTo>
                    <a:pt x="6586" y="10373"/>
                    <a:pt x="5564" y="10428"/>
                    <a:pt x="5546" y="10154"/>
                  </a:cubicBezTo>
                  <a:lnTo>
                    <a:pt x="5318" y="6578"/>
                  </a:lnTo>
                  <a:cubicBezTo>
                    <a:pt x="5280" y="6574"/>
                    <a:pt x="5244" y="6567"/>
                    <a:pt x="5206" y="6567"/>
                  </a:cubicBezTo>
                  <a:cubicBezTo>
                    <a:pt x="5174" y="6567"/>
                    <a:pt x="5136" y="6577"/>
                    <a:pt x="5099" y="6587"/>
                  </a:cubicBezTo>
                  <a:lnTo>
                    <a:pt x="4851" y="10126"/>
                  </a:lnTo>
                  <a:cubicBezTo>
                    <a:pt x="4832" y="10398"/>
                    <a:pt x="3810" y="10338"/>
                    <a:pt x="3830" y="10052"/>
                  </a:cubicBezTo>
                  <a:lnTo>
                    <a:pt x="4144" y="5559"/>
                  </a:lnTo>
                  <a:cubicBezTo>
                    <a:pt x="4146" y="5538"/>
                    <a:pt x="4150" y="5520"/>
                    <a:pt x="4154" y="5500"/>
                  </a:cubicBezTo>
                  <a:cubicBezTo>
                    <a:pt x="4199" y="4432"/>
                    <a:pt x="4252" y="3400"/>
                    <a:pt x="4257" y="3326"/>
                  </a:cubicBezTo>
                  <a:cubicBezTo>
                    <a:pt x="4169" y="3334"/>
                    <a:pt x="4081" y="3340"/>
                    <a:pt x="3994" y="3340"/>
                  </a:cubicBezTo>
                  <a:cubicBezTo>
                    <a:pt x="2788" y="3340"/>
                    <a:pt x="1546" y="2578"/>
                    <a:pt x="993" y="1669"/>
                  </a:cubicBezTo>
                  <a:cubicBezTo>
                    <a:pt x="879" y="1481"/>
                    <a:pt x="936" y="1235"/>
                    <a:pt x="1122" y="1120"/>
                  </a:cubicBezTo>
                  <a:cubicBezTo>
                    <a:pt x="1308" y="1003"/>
                    <a:pt x="1551" y="1062"/>
                    <a:pt x="1665" y="1250"/>
                  </a:cubicBezTo>
                  <a:cubicBezTo>
                    <a:pt x="2166" y="2073"/>
                    <a:pt x="3484" y="2756"/>
                    <a:pt x="4493" y="2470"/>
                  </a:cubicBezTo>
                  <a:cubicBezTo>
                    <a:pt x="4663" y="2411"/>
                    <a:pt x="4865" y="2374"/>
                    <a:pt x="5089" y="2365"/>
                  </a:cubicBezTo>
                  <a:lnTo>
                    <a:pt x="4729" y="5423"/>
                  </a:lnTo>
                  <a:lnTo>
                    <a:pt x="5203" y="5915"/>
                  </a:lnTo>
                  <a:lnTo>
                    <a:pt x="5617" y="5423"/>
                  </a:lnTo>
                  <a:lnTo>
                    <a:pt x="5330" y="2373"/>
                  </a:lnTo>
                  <a:cubicBezTo>
                    <a:pt x="5531" y="2387"/>
                    <a:pt x="5725" y="2423"/>
                    <a:pt x="5890" y="2481"/>
                  </a:cubicBezTo>
                  <a:cubicBezTo>
                    <a:pt x="6894" y="2741"/>
                    <a:pt x="8187" y="2063"/>
                    <a:pt x="8681" y="1250"/>
                  </a:cubicBezTo>
                  <a:cubicBezTo>
                    <a:pt x="8795" y="1062"/>
                    <a:pt x="9038" y="1003"/>
                    <a:pt x="9224" y="1119"/>
                  </a:cubicBezTo>
                  <a:cubicBezTo>
                    <a:pt x="9410" y="1235"/>
                    <a:pt x="9468" y="1481"/>
                    <a:pt x="9353" y="1669"/>
                  </a:cubicBezTo>
                  <a:close/>
                  <a:moveTo>
                    <a:pt x="8844" y="4304"/>
                  </a:moveTo>
                  <a:cubicBezTo>
                    <a:pt x="8839" y="4303"/>
                    <a:pt x="8833" y="4303"/>
                    <a:pt x="8827" y="4302"/>
                  </a:cubicBezTo>
                  <a:lnTo>
                    <a:pt x="8900" y="5088"/>
                  </a:lnTo>
                  <a:lnTo>
                    <a:pt x="8793" y="5217"/>
                  </a:lnTo>
                  <a:lnTo>
                    <a:pt x="8671" y="5088"/>
                  </a:lnTo>
                  <a:lnTo>
                    <a:pt x="8763" y="4301"/>
                  </a:lnTo>
                  <a:cubicBezTo>
                    <a:pt x="8543" y="4286"/>
                    <a:pt x="8343" y="4195"/>
                    <a:pt x="7895" y="3770"/>
                  </a:cubicBezTo>
                  <a:cubicBezTo>
                    <a:pt x="7846" y="3723"/>
                    <a:pt x="7769" y="3725"/>
                    <a:pt x="7722" y="3776"/>
                  </a:cubicBezTo>
                  <a:cubicBezTo>
                    <a:pt x="7676" y="3826"/>
                    <a:pt x="7679" y="3906"/>
                    <a:pt x="7729" y="3953"/>
                  </a:cubicBezTo>
                  <a:cubicBezTo>
                    <a:pt x="8086" y="4293"/>
                    <a:pt x="8319" y="4456"/>
                    <a:pt x="8558" y="4519"/>
                  </a:cubicBezTo>
                  <a:cubicBezTo>
                    <a:pt x="8558" y="4523"/>
                    <a:pt x="8556" y="4527"/>
                    <a:pt x="8556" y="4530"/>
                  </a:cubicBezTo>
                  <a:lnTo>
                    <a:pt x="8505" y="5505"/>
                  </a:lnTo>
                  <a:lnTo>
                    <a:pt x="8378" y="6694"/>
                  </a:lnTo>
                  <a:cubicBezTo>
                    <a:pt x="8369" y="6780"/>
                    <a:pt x="8430" y="6857"/>
                    <a:pt x="8514" y="6867"/>
                  </a:cubicBezTo>
                  <a:cubicBezTo>
                    <a:pt x="8520" y="6867"/>
                    <a:pt x="8525" y="6867"/>
                    <a:pt x="8530" y="6867"/>
                  </a:cubicBezTo>
                  <a:cubicBezTo>
                    <a:pt x="8608" y="6867"/>
                    <a:pt x="8674" y="6808"/>
                    <a:pt x="8683" y="6728"/>
                  </a:cubicBezTo>
                  <a:lnTo>
                    <a:pt x="8815" y="5498"/>
                  </a:lnTo>
                  <a:lnTo>
                    <a:pt x="9012" y="6736"/>
                  </a:lnTo>
                  <a:cubicBezTo>
                    <a:pt x="9025" y="6813"/>
                    <a:pt x="9090" y="6868"/>
                    <a:pt x="9164" y="6868"/>
                  </a:cubicBezTo>
                  <a:cubicBezTo>
                    <a:pt x="9172" y="6868"/>
                    <a:pt x="9180" y="6867"/>
                    <a:pt x="9188" y="6866"/>
                  </a:cubicBezTo>
                  <a:cubicBezTo>
                    <a:pt x="9272" y="6852"/>
                    <a:pt x="9328" y="6771"/>
                    <a:pt x="9315" y="6686"/>
                  </a:cubicBezTo>
                  <a:lnTo>
                    <a:pt x="9119" y="5462"/>
                  </a:lnTo>
                  <a:cubicBezTo>
                    <a:pt x="9119" y="5461"/>
                    <a:pt x="9120" y="5460"/>
                    <a:pt x="9120" y="5459"/>
                  </a:cubicBezTo>
                  <a:lnTo>
                    <a:pt x="9046" y="4530"/>
                  </a:lnTo>
                  <a:cubicBezTo>
                    <a:pt x="9046" y="4526"/>
                    <a:pt x="9046" y="4522"/>
                    <a:pt x="9045" y="4518"/>
                  </a:cubicBezTo>
                  <a:cubicBezTo>
                    <a:pt x="9279" y="4456"/>
                    <a:pt x="9631" y="4296"/>
                    <a:pt x="9990" y="3953"/>
                  </a:cubicBezTo>
                  <a:cubicBezTo>
                    <a:pt x="10040" y="3906"/>
                    <a:pt x="10043" y="3826"/>
                    <a:pt x="9997" y="3776"/>
                  </a:cubicBezTo>
                  <a:cubicBezTo>
                    <a:pt x="9950" y="3725"/>
                    <a:pt x="9873" y="3723"/>
                    <a:pt x="9823" y="3770"/>
                  </a:cubicBezTo>
                  <a:cubicBezTo>
                    <a:pt x="9407" y="4166"/>
                    <a:pt x="9010" y="4290"/>
                    <a:pt x="8857" y="4300"/>
                  </a:cubicBezTo>
                  <a:cubicBezTo>
                    <a:pt x="8852" y="4300"/>
                    <a:pt x="8849" y="4303"/>
                    <a:pt x="8844" y="4304"/>
                  </a:cubicBezTo>
                  <a:close/>
                  <a:moveTo>
                    <a:pt x="8790" y="4263"/>
                  </a:moveTo>
                  <a:cubicBezTo>
                    <a:pt x="8949" y="4263"/>
                    <a:pt x="9078" y="4131"/>
                    <a:pt x="9078" y="3969"/>
                  </a:cubicBezTo>
                  <a:cubicBezTo>
                    <a:pt x="9078" y="3807"/>
                    <a:pt x="8949" y="3675"/>
                    <a:pt x="8790" y="3675"/>
                  </a:cubicBezTo>
                  <a:cubicBezTo>
                    <a:pt x="8631" y="3675"/>
                    <a:pt x="8503" y="3807"/>
                    <a:pt x="8503" y="3969"/>
                  </a:cubicBezTo>
                  <a:cubicBezTo>
                    <a:pt x="8503" y="4131"/>
                    <a:pt x="8631" y="4263"/>
                    <a:pt x="8790" y="4263"/>
                  </a:cubicBezTo>
                  <a:close/>
                  <a:moveTo>
                    <a:pt x="9514" y="6418"/>
                  </a:moveTo>
                  <a:cubicBezTo>
                    <a:pt x="9649" y="6475"/>
                    <a:pt x="9732" y="6548"/>
                    <a:pt x="9732" y="6629"/>
                  </a:cubicBezTo>
                  <a:cubicBezTo>
                    <a:pt x="9732" y="6745"/>
                    <a:pt x="9561" y="6846"/>
                    <a:pt x="9306" y="6903"/>
                  </a:cubicBezTo>
                  <a:cubicBezTo>
                    <a:pt x="9287" y="6910"/>
                    <a:pt x="9267" y="6915"/>
                    <a:pt x="9245" y="6917"/>
                  </a:cubicBezTo>
                  <a:cubicBezTo>
                    <a:pt x="9240" y="6918"/>
                    <a:pt x="9235" y="6918"/>
                    <a:pt x="9229" y="6918"/>
                  </a:cubicBezTo>
                  <a:cubicBezTo>
                    <a:pt x="9112" y="6939"/>
                    <a:pt x="8983" y="6952"/>
                    <a:pt x="8845" y="6952"/>
                  </a:cubicBezTo>
                  <a:cubicBezTo>
                    <a:pt x="8355" y="6952"/>
                    <a:pt x="7957" y="6807"/>
                    <a:pt x="7957" y="6629"/>
                  </a:cubicBezTo>
                  <a:cubicBezTo>
                    <a:pt x="7957" y="6542"/>
                    <a:pt x="8055" y="6463"/>
                    <a:pt x="8211" y="6405"/>
                  </a:cubicBezTo>
                  <a:lnTo>
                    <a:pt x="8222" y="6252"/>
                  </a:lnTo>
                  <a:cubicBezTo>
                    <a:pt x="7685" y="6340"/>
                    <a:pt x="7308" y="6534"/>
                    <a:pt x="7308" y="6762"/>
                  </a:cubicBezTo>
                  <a:cubicBezTo>
                    <a:pt x="7308" y="7072"/>
                    <a:pt x="8000" y="7324"/>
                    <a:pt x="8854" y="7324"/>
                  </a:cubicBezTo>
                  <a:cubicBezTo>
                    <a:pt x="9708" y="7324"/>
                    <a:pt x="10400" y="7072"/>
                    <a:pt x="10400" y="6762"/>
                  </a:cubicBezTo>
                  <a:cubicBezTo>
                    <a:pt x="10400" y="6535"/>
                    <a:pt x="10027" y="6342"/>
                    <a:pt x="9494" y="6253"/>
                  </a:cubicBezTo>
                  <a:lnTo>
                    <a:pt x="9514" y="6418"/>
                  </a:lnTo>
                  <a:close/>
                  <a:moveTo>
                    <a:pt x="1543" y="4300"/>
                  </a:moveTo>
                  <a:cubicBezTo>
                    <a:pt x="1391" y="4290"/>
                    <a:pt x="994" y="4166"/>
                    <a:pt x="577" y="3770"/>
                  </a:cubicBezTo>
                  <a:cubicBezTo>
                    <a:pt x="528" y="3723"/>
                    <a:pt x="450" y="3725"/>
                    <a:pt x="404" y="3776"/>
                  </a:cubicBezTo>
                  <a:cubicBezTo>
                    <a:pt x="358" y="3826"/>
                    <a:pt x="361" y="3906"/>
                    <a:pt x="411" y="3953"/>
                  </a:cubicBezTo>
                  <a:cubicBezTo>
                    <a:pt x="770" y="4296"/>
                    <a:pt x="1122" y="4456"/>
                    <a:pt x="1355" y="4518"/>
                  </a:cubicBezTo>
                  <a:cubicBezTo>
                    <a:pt x="1355" y="4522"/>
                    <a:pt x="1355" y="4526"/>
                    <a:pt x="1355" y="4530"/>
                  </a:cubicBezTo>
                  <a:lnTo>
                    <a:pt x="1281" y="5459"/>
                  </a:lnTo>
                  <a:cubicBezTo>
                    <a:pt x="1281" y="5460"/>
                    <a:pt x="1282" y="5461"/>
                    <a:pt x="1282" y="5462"/>
                  </a:cubicBezTo>
                  <a:lnTo>
                    <a:pt x="1086" y="6686"/>
                  </a:lnTo>
                  <a:cubicBezTo>
                    <a:pt x="1072" y="6771"/>
                    <a:pt x="1129" y="6852"/>
                    <a:pt x="1212" y="6866"/>
                  </a:cubicBezTo>
                  <a:cubicBezTo>
                    <a:pt x="1221" y="6867"/>
                    <a:pt x="1229" y="6867"/>
                    <a:pt x="1236" y="6867"/>
                  </a:cubicBezTo>
                  <a:cubicBezTo>
                    <a:pt x="1311" y="6867"/>
                    <a:pt x="1376" y="6813"/>
                    <a:pt x="1388" y="6736"/>
                  </a:cubicBezTo>
                  <a:lnTo>
                    <a:pt x="1586" y="5498"/>
                  </a:lnTo>
                  <a:lnTo>
                    <a:pt x="1718" y="6728"/>
                  </a:lnTo>
                  <a:cubicBezTo>
                    <a:pt x="1726" y="6808"/>
                    <a:pt x="1792" y="6867"/>
                    <a:pt x="1870" y="6867"/>
                  </a:cubicBezTo>
                  <a:cubicBezTo>
                    <a:pt x="1875" y="6867"/>
                    <a:pt x="1881" y="6867"/>
                    <a:pt x="1887" y="6867"/>
                  </a:cubicBezTo>
                  <a:cubicBezTo>
                    <a:pt x="1971" y="6857"/>
                    <a:pt x="2032" y="6780"/>
                    <a:pt x="2022" y="6694"/>
                  </a:cubicBezTo>
                  <a:lnTo>
                    <a:pt x="1895" y="5505"/>
                  </a:lnTo>
                  <a:lnTo>
                    <a:pt x="1845" y="4530"/>
                  </a:lnTo>
                  <a:cubicBezTo>
                    <a:pt x="1845" y="4527"/>
                    <a:pt x="1843" y="4523"/>
                    <a:pt x="1843" y="4519"/>
                  </a:cubicBezTo>
                  <a:cubicBezTo>
                    <a:pt x="2082" y="4456"/>
                    <a:pt x="2314" y="4293"/>
                    <a:pt x="2672" y="3953"/>
                  </a:cubicBezTo>
                  <a:cubicBezTo>
                    <a:pt x="2722" y="3906"/>
                    <a:pt x="2725" y="3826"/>
                    <a:pt x="2678" y="3776"/>
                  </a:cubicBezTo>
                  <a:cubicBezTo>
                    <a:pt x="2632" y="3725"/>
                    <a:pt x="2555" y="3722"/>
                    <a:pt x="2505" y="3770"/>
                  </a:cubicBezTo>
                  <a:cubicBezTo>
                    <a:pt x="2058" y="4195"/>
                    <a:pt x="1857" y="4286"/>
                    <a:pt x="1637" y="4301"/>
                  </a:cubicBezTo>
                  <a:lnTo>
                    <a:pt x="1730" y="5088"/>
                  </a:lnTo>
                  <a:lnTo>
                    <a:pt x="1608" y="5217"/>
                  </a:lnTo>
                  <a:lnTo>
                    <a:pt x="1501" y="5088"/>
                  </a:lnTo>
                  <a:lnTo>
                    <a:pt x="1574" y="4302"/>
                  </a:lnTo>
                  <a:cubicBezTo>
                    <a:pt x="1568" y="4303"/>
                    <a:pt x="1562" y="4303"/>
                    <a:pt x="1557" y="4304"/>
                  </a:cubicBezTo>
                  <a:cubicBezTo>
                    <a:pt x="1552" y="4303"/>
                    <a:pt x="1548" y="4300"/>
                    <a:pt x="1543" y="4300"/>
                  </a:cubicBezTo>
                  <a:close/>
                  <a:moveTo>
                    <a:pt x="1898" y="3969"/>
                  </a:moveTo>
                  <a:cubicBezTo>
                    <a:pt x="1898" y="3807"/>
                    <a:pt x="1769" y="3675"/>
                    <a:pt x="1610" y="3675"/>
                  </a:cubicBezTo>
                  <a:cubicBezTo>
                    <a:pt x="1452" y="3675"/>
                    <a:pt x="1323" y="3807"/>
                    <a:pt x="1323" y="3969"/>
                  </a:cubicBezTo>
                  <a:cubicBezTo>
                    <a:pt x="1323" y="4131"/>
                    <a:pt x="1452" y="4263"/>
                    <a:pt x="1610" y="4263"/>
                  </a:cubicBezTo>
                  <a:cubicBezTo>
                    <a:pt x="1769" y="4263"/>
                    <a:pt x="1898" y="4131"/>
                    <a:pt x="1898" y="3969"/>
                  </a:cubicBezTo>
                  <a:close/>
                  <a:moveTo>
                    <a:pt x="906" y="6253"/>
                  </a:moveTo>
                  <a:cubicBezTo>
                    <a:pt x="373" y="6342"/>
                    <a:pt x="0" y="6535"/>
                    <a:pt x="0" y="6762"/>
                  </a:cubicBezTo>
                  <a:cubicBezTo>
                    <a:pt x="0" y="7072"/>
                    <a:pt x="693" y="7324"/>
                    <a:pt x="1547" y="7324"/>
                  </a:cubicBezTo>
                  <a:cubicBezTo>
                    <a:pt x="2401" y="7324"/>
                    <a:pt x="3093" y="7072"/>
                    <a:pt x="3093" y="6762"/>
                  </a:cubicBezTo>
                  <a:cubicBezTo>
                    <a:pt x="3093" y="6534"/>
                    <a:pt x="2716" y="6340"/>
                    <a:pt x="2178" y="6252"/>
                  </a:cubicBezTo>
                  <a:lnTo>
                    <a:pt x="2189" y="6405"/>
                  </a:lnTo>
                  <a:cubicBezTo>
                    <a:pt x="2346" y="6463"/>
                    <a:pt x="2444" y="6542"/>
                    <a:pt x="2444" y="6629"/>
                  </a:cubicBezTo>
                  <a:cubicBezTo>
                    <a:pt x="2444" y="6807"/>
                    <a:pt x="2046" y="6952"/>
                    <a:pt x="1556" y="6952"/>
                  </a:cubicBezTo>
                  <a:cubicBezTo>
                    <a:pt x="1418" y="6952"/>
                    <a:pt x="1289" y="6939"/>
                    <a:pt x="1172" y="6918"/>
                  </a:cubicBezTo>
                  <a:cubicBezTo>
                    <a:pt x="1166" y="6918"/>
                    <a:pt x="1161" y="6918"/>
                    <a:pt x="1155" y="6917"/>
                  </a:cubicBezTo>
                  <a:cubicBezTo>
                    <a:pt x="1134" y="6915"/>
                    <a:pt x="1114" y="6910"/>
                    <a:pt x="1095" y="6903"/>
                  </a:cubicBezTo>
                  <a:cubicBezTo>
                    <a:pt x="840" y="6846"/>
                    <a:pt x="669" y="6745"/>
                    <a:pt x="669" y="6629"/>
                  </a:cubicBezTo>
                  <a:cubicBezTo>
                    <a:pt x="669" y="6548"/>
                    <a:pt x="751" y="6475"/>
                    <a:pt x="887" y="6418"/>
                  </a:cubicBezTo>
                  <a:lnTo>
                    <a:pt x="906" y="6253"/>
                  </a:lnTo>
                  <a:close/>
                </a:path>
              </a:pathLst>
            </a:custGeom>
            <a:solidFill>
              <a:schemeClr val="bg1">
                <a:alpha val="100000"/>
              </a:schemeClr>
            </a:solidFill>
            <a:ln w="9525">
              <a:noFill/>
            </a:ln>
          </p:spPr>
          <p:txBody>
            <a:bodyPr/>
            <a:p>
              <a:endParaRPr lang="zh-CN" altLang="en-US"/>
            </a:p>
          </p:txBody>
        </p:sp>
      </p:grpSp>
      <p:sp>
        <p:nvSpPr>
          <p:cNvPr id="38922" name="ïṩlïḓé"/>
          <p:cNvSpPr txBox="1"/>
          <p:nvPr/>
        </p:nvSpPr>
        <p:spPr>
          <a:xfrm>
            <a:off x="844550" y="3235325"/>
            <a:ext cx="2393950" cy="527050"/>
          </a:xfrm>
          <a:prstGeom prst="rect">
            <a:avLst/>
          </a:prstGeom>
          <a:noFill/>
          <a:ln w="9525">
            <a:noFill/>
          </a:ln>
        </p:spPr>
        <p:txBody>
          <a:bodyPr anchor="ctr"/>
          <a:p>
            <a:pPr algn="ctr" eaLnBrk="1" hangingPunct="1">
              <a:lnSpc>
                <a:spcPct val="150000"/>
              </a:lnSpc>
            </a:pPr>
            <a:r>
              <a:rPr lang="zh-CN" altLang="en-US" sz="1600" b="1" dirty="0">
                <a:solidFill>
                  <a:schemeClr val="bg1"/>
                </a:solidFill>
                <a:latin typeface="等线" pitchFamily="2" charset="-122"/>
                <a:ea typeface="微软雅黑" panose="020B0503020204020204" pitchFamily="34" charset="-122"/>
              </a:rPr>
              <a:t>店长</a:t>
            </a:r>
            <a:endParaRPr lang="vi-VN" altLang="zh-CN" sz="1600" b="1" dirty="0">
              <a:solidFill>
                <a:schemeClr val="bg1"/>
              </a:solidFill>
              <a:latin typeface="等线" pitchFamily="2" charset="-122"/>
              <a:ea typeface="微软雅黑" panose="020B0503020204020204" pitchFamily="34" charset="-122"/>
            </a:endParaRPr>
          </a:p>
        </p:txBody>
      </p:sp>
      <p:grpSp>
        <p:nvGrpSpPr>
          <p:cNvPr id="38923" name="îŝlîdé"/>
          <p:cNvGrpSpPr/>
          <p:nvPr/>
        </p:nvGrpSpPr>
        <p:grpSpPr>
          <a:xfrm>
            <a:off x="4491038" y="2605088"/>
            <a:ext cx="666750" cy="666750"/>
            <a:chOff x="1753961" y="2890922"/>
            <a:chExt cx="667332" cy="667330"/>
          </a:xfrm>
        </p:grpSpPr>
        <p:sp>
          <p:nvSpPr>
            <p:cNvPr id="97" name="íṩḻiḓê"/>
            <p:cNvSpPr/>
            <p:nvPr/>
          </p:nvSpPr>
          <p:spPr>
            <a:xfrm>
              <a:off x="1753961" y="2890922"/>
              <a:ext cx="667332" cy="667330"/>
            </a:xfrm>
            <a:prstGeom prst="ellipse">
              <a:avLst/>
            </a:prstGeom>
            <a:solidFill>
              <a:schemeClr val="accent2"/>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normAutofit fontScale="92500" lnSpcReduction="10000"/>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1" i="0" u="none" strike="noStrike" kern="1200" cap="none" spc="0" normalizeH="0" baseline="0" noProof="0" dirty="0">
                <a:ln>
                  <a:noFill/>
                </a:ln>
                <a:solidFill>
                  <a:schemeClr val="bg1"/>
                </a:solidFill>
                <a:effectLst/>
                <a:uLnTx/>
                <a:uFillTx/>
                <a:latin typeface="+mn-lt"/>
                <a:ea typeface="+mn-ea"/>
                <a:cs typeface="+mn-cs"/>
              </a:endParaRPr>
            </a:p>
          </p:txBody>
        </p:sp>
        <p:sp>
          <p:nvSpPr>
            <p:cNvPr id="38951" name="iś1îḍe"/>
            <p:cNvSpPr/>
            <p:nvPr/>
          </p:nvSpPr>
          <p:spPr>
            <a:xfrm>
              <a:off x="1931546" y="3064741"/>
              <a:ext cx="312163" cy="319692"/>
            </a:xfrm>
            <a:custGeom>
              <a:avLst/>
              <a:gdLst>
                <a:gd name="txL" fmla="*/ 0 w 10400"/>
                <a:gd name="txT" fmla="*/ 0 h 10667"/>
                <a:gd name="txR" fmla="*/ 10400 w 10400"/>
                <a:gd name="txB" fmla="*/ 10667 h 10667"/>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rect l="txL" t="txT" r="txR" b="txB"/>
              <a:pathLst>
                <a:path w="10400" h="10667">
                  <a:moveTo>
                    <a:pt x="8838" y="9330"/>
                  </a:moveTo>
                  <a:cubicBezTo>
                    <a:pt x="8838" y="10067"/>
                    <a:pt x="7206" y="10667"/>
                    <a:pt x="5192" y="10667"/>
                  </a:cubicBezTo>
                  <a:cubicBezTo>
                    <a:pt x="3180" y="10667"/>
                    <a:pt x="1547" y="10067"/>
                    <a:pt x="1547" y="9330"/>
                  </a:cubicBezTo>
                  <a:cubicBezTo>
                    <a:pt x="1547" y="8797"/>
                    <a:pt x="2406" y="8341"/>
                    <a:pt x="3638" y="8128"/>
                  </a:cubicBezTo>
                  <a:lnTo>
                    <a:pt x="3638" y="8495"/>
                  </a:lnTo>
                  <a:cubicBezTo>
                    <a:pt x="3293" y="8632"/>
                    <a:pt x="3077" y="8813"/>
                    <a:pt x="3077" y="9013"/>
                  </a:cubicBezTo>
                  <a:cubicBezTo>
                    <a:pt x="3077" y="9437"/>
                    <a:pt x="4015" y="9781"/>
                    <a:pt x="5171" y="9781"/>
                  </a:cubicBezTo>
                  <a:cubicBezTo>
                    <a:pt x="5497" y="9781"/>
                    <a:pt x="5802" y="9751"/>
                    <a:pt x="6077" y="9703"/>
                  </a:cubicBezTo>
                  <a:cubicBezTo>
                    <a:pt x="6090" y="9702"/>
                    <a:pt x="6102" y="9702"/>
                    <a:pt x="6114" y="9700"/>
                  </a:cubicBezTo>
                  <a:cubicBezTo>
                    <a:pt x="6165" y="9694"/>
                    <a:pt x="6212" y="9682"/>
                    <a:pt x="6259" y="9666"/>
                  </a:cubicBezTo>
                  <a:cubicBezTo>
                    <a:pt x="6859" y="9531"/>
                    <a:pt x="7264" y="9290"/>
                    <a:pt x="7264" y="9013"/>
                  </a:cubicBezTo>
                  <a:cubicBezTo>
                    <a:pt x="7264" y="8834"/>
                    <a:pt x="7090" y="8669"/>
                    <a:pt x="6806" y="8539"/>
                  </a:cubicBezTo>
                  <a:lnTo>
                    <a:pt x="6806" y="8137"/>
                  </a:lnTo>
                  <a:cubicBezTo>
                    <a:pt x="8006" y="8356"/>
                    <a:pt x="8838" y="8805"/>
                    <a:pt x="8838" y="9330"/>
                  </a:cubicBezTo>
                  <a:close/>
                  <a:moveTo>
                    <a:pt x="4079" y="1127"/>
                  </a:moveTo>
                  <a:cubicBezTo>
                    <a:pt x="4079" y="504"/>
                    <a:pt x="4578" y="0"/>
                    <a:pt x="5193" y="0"/>
                  </a:cubicBezTo>
                  <a:cubicBezTo>
                    <a:pt x="5807" y="0"/>
                    <a:pt x="6305" y="504"/>
                    <a:pt x="6305" y="1127"/>
                  </a:cubicBezTo>
                  <a:cubicBezTo>
                    <a:pt x="6305" y="1750"/>
                    <a:pt x="5807" y="2254"/>
                    <a:pt x="5193" y="2254"/>
                  </a:cubicBezTo>
                  <a:cubicBezTo>
                    <a:pt x="4578" y="2254"/>
                    <a:pt x="4079" y="1750"/>
                    <a:pt x="4079" y="1127"/>
                  </a:cubicBezTo>
                  <a:close/>
                  <a:moveTo>
                    <a:pt x="9353" y="1669"/>
                  </a:moveTo>
                  <a:cubicBezTo>
                    <a:pt x="8800" y="2578"/>
                    <a:pt x="7557" y="3340"/>
                    <a:pt x="6352" y="3340"/>
                  </a:cubicBezTo>
                  <a:cubicBezTo>
                    <a:pt x="6274" y="3340"/>
                    <a:pt x="6196" y="3336"/>
                    <a:pt x="6118" y="3330"/>
                  </a:cubicBezTo>
                  <a:cubicBezTo>
                    <a:pt x="6142" y="3615"/>
                    <a:pt x="6252" y="4928"/>
                    <a:pt x="6282" y="5755"/>
                  </a:cubicBezTo>
                  <a:cubicBezTo>
                    <a:pt x="6288" y="5783"/>
                    <a:pt x="6294" y="5811"/>
                    <a:pt x="6296" y="5841"/>
                  </a:cubicBezTo>
                  <a:lnTo>
                    <a:pt x="6568" y="10087"/>
                  </a:lnTo>
                  <a:cubicBezTo>
                    <a:pt x="6586" y="10373"/>
                    <a:pt x="5564" y="10428"/>
                    <a:pt x="5546" y="10154"/>
                  </a:cubicBezTo>
                  <a:lnTo>
                    <a:pt x="5318" y="6578"/>
                  </a:lnTo>
                  <a:cubicBezTo>
                    <a:pt x="5280" y="6574"/>
                    <a:pt x="5244" y="6567"/>
                    <a:pt x="5206" y="6567"/>
                  </a:cubicBezTo>
                  <a:cubicBezTo>
                    <a:pt x="5174" y="6567"/>
                    <a:pt x="5136" y="6577"/>
                    <a:pt x="5099" y="6587"/>
                  </a:cubicBezTo>
                  <a:lnTo>
                    <a:pt x="4851" y="10126"/>
                  </a:lnTo>
                  <a:cubicBezTo>
                    <a:pt x="4832" y="10398"/>
                    <a:pt x="3810" y="10338"/>
                    <a:pt x="3830" y="10052"/>
                  </a:cubicBezTo>
                  <a:lnTo>
                    <a:pt x="4144" y="5559"/>
                  </a:lnTo>
                  <a:cubicBezTo>
                    <a:pt x="4146" y="5538"/>
                    <a:pt x="4150" y="5520"/>
                    <a:pt x="4154" y="5500"/>
                  </a:cubicBezTo>
                  <a:cubicBezTo>
                    <a:pt x="4199" y="4432"/>
                    <a:pt x="4252" y="3400"/>
                    <a:pt x="4257" y="3326"/>
                  </a:cubicBezTo>
                  <a:cubicBezTo>
                    <a:pt x="4169" y="3334"/>
                    <a:pt x="4081" y="3340"/>
                    <a:pt x="3994" y="3340"/>
                  </a:cubicBezTo>
                  <a:cubicBezTo>
                    <a:pt x="2788" y="3340"/>
                    <a:pt x="1546" y="2578"/>
                    <a:pt x="993" y="1669"/>
                  </a:cubicBezTo>
                  <a:cubicBezTo>
                    <a:pt x="879" y="1481"/>
                    <a:pt x="936" y="1235"/>
                    <a:pt x="1122" y="1120"/>
                  </a:cubicBezTo>
                  <a:cubicBezTo>
                    <a:pt x="1308" y="1003"/>
                    <a:pt x="1551" y="1062"/>
                    <a:pt x="1665" y="1250"/>
                  </a:cubicBezTo>
                  <a:cubicBezTo>
                    <a:pt x="2166" y="2073"/>
                    <a:pt x="3484" y="2756"/>
                    <a:pt x="4493" y="2470"/>
                  </a:cubicBezTo>
                  <a:cubicBezTo>
                    <a:pt x="4663" y="2411"/>
                    <a:pt x="4865" y="2374"/>
                    <a:pt x="5089" y="2365"/>
                  </a:cubicBezTo>
                  <a:lnTo>
                    <a:pt x="4729" y="5423"/>
                  </a:lnTo>
                  <a:lnTo>
                    <a:pt x="5203" y="5915"/>
                  </a:lnTo>
                  <a:lnTo>
                    <a:pt x="5617" y="5423"/>
                  </a:lnTo>
                  <a:lnTo>
                    <a:pt x="5330" y="2373"/>
                  </a:lnTo>
                  <a:cubicBezTo>
                    <a:pt x="5531" y="2387"/>
                    <a:pt x="5725" y="2423"/>
                    <a:pt x="5890" y="2481"/>
                  </a:cubicBezTo>
                  <a:cubicBezTo>
                    <a:pt x="6894" y="2741"/>
                    <a:pt x="8187" y="2063"/>
                    <a:pt x="8681" y="1250"/>
                  </a:cubicBezTo>
                  <a:cubicBezTo>
                    <a:pt x="8795" y="1062"/>
                    <a:pt x="9038" y="1003"/>
                    <a:pt x="9224" y="1119"/>
                  </a:cubicBezTo>
                  <a:cubicBezTo>
                    <a:pt x="9410" y="1235"/>
                    <a:pt x="9468" y="1481"/>
                    <a:pt x="9353" y="1669"/>
                  </a:cubicBezTo>
                  <a:close/>
                  <a:moveTo>
                    <a:pt x="8844" y="4304"/>
                  </a:moveTo>
                  <a:cubicBezTo>
                    <a:pt x="8839" y="4303"/>
                    <a:pt x="8833" y="4303"/>
                    <a:pt x="8827" y="4302"/>
                  </a:cubicBezTo>
                  <a:lnTo>
                    <a:pt x="8900" y="5088"/>
                  </a:lnTo>
                  <a:lnTo>
                    <a:pt x="8793" y="5217"/>
                  </a:lnTo>
                  <a:lnTo>
                    <a:pt x="8671" y="5088"/>
                  </a:lnTo>
                  <a:lnTo>
                    <a:pt x="8763" y="4301"/>
                  </a:lnTo>
                  <a:cubicBezTo>
                    <a:pt x="8543" y="4286"/>
                    <a:pt x="8343" y="4195"/>
                    <a:pt x="7895" y="3770"/>
                  </a:cubicBezTo>
                  <a:cubicBezTo>
                    <a:pt x="7846" y="3723"/>
                    <a:pt x="7769" y="3725"/>
                    <a:pt x="7722" y="3776"/>
                  </a:cubicBezTo>
                  <a:cubicBezTo>
                    <a:pt x="7676" y="3826"/>
                    <a:pt x="7679" y="3906"/>
                    <a:pt x="7729" y="3953"/>
                  </a:cubicBezTo>
                  <a:cubicBezTo>
                    <a:pt x="8086" y="4293"/>
                    <a:pt x="8319" y="4456"/>
                    <a:pt x="8558" y="4519"/>
                  </a:cubicBezTo>
                  <a:cubicBezTo>
                    <a:pt x="8558" y="4523"/>
                    <a:pt x="8556" y="4527"/>
                    <a:pt x="8556" y="4530"/>
                  </a:cubicBezTo>
                  <a:lnTo>
                    <a:pt x="8505" y="5505"/>
                  </a:lnTo>
                  <a:lnTo>
                    <a:pt x="8378" y="6694"/>
                  </a:lnTo>
                  <a:cubicBezTo>
                    <a:pt x="8369" y="6780"/>
                    <a:pt x="8430" y="6857"/>
                    <a:pt x="8514" y="6867"/>
                  </a:cubicBezTo>
                  <a:cubicBezTo>
                    <a:pt x="8520" y="6867"/>
                    <a:pt x="8525" y="6867"/>
                    <a:pt x="8530" y="6867"/>
                  </a:cubicBezTo>
                  <a:cubicBezTo>
                    <a:pt x="8608" y="6867"/>
                    <a:pt x="8674" y="6808"/>
                    <a:pt x="8683" y="6728"/>
                  </a:cubicBezTo>
                  <a:lnTo>
                    <a:pt x="8815" y="5498"/>
                  </a:lnTo>
                  <a:lnTo>
                    <a:pt x="9012" y="6736"/>
                  </a:lnTo>
                  <a:cubicBezTo>
                    <a:pt x="9025" y="6813"/>
                    <a:pt x="9090" y="6868"/>
                    <a:pt x="9164" y="6868"/>
                  </a:cubicBezTo>
                  <a:cubicBezTo>
                    <a:pt x="9172" y="6868"/>
                    <a:pt x="9180" y="6867"/>
                    <a:pt x="9188" y="6866"/>
                  </a:cubicBezTo>
                  <a:cubicBezTo>
                    <a:pt x="9272" y="6852"/>
                    <a:pt x="9328" y="6771"/>
                    <a:pt x="9315" y="6686"/>
                  </a:cubicBezTo>
                  <a:lnTo>
                    <a:pt x="9119" y="5462"/>
                  </a:lnTo>
                  <a:cubicBezTo>
                    <a:pt x="9119" y="5461"/>
                    <a:pt x="9120" y="5460"/>
                    <a:pt x="9120" y="5459"/>
                  </a:cubicBezTo>
                  <a:lnTo>
                    <a:pt x="9046" y="4530"/>
                  </a:lnTo>
                  <a:cubicBezTo>
                    <a:pt x="9046" y="4526"/>
                    <a:pt x="9046" y="4522"/>
                    <a:pt x="9045" y="4518"/>
                  </a:cubicBezTo>
                  <a:cubicBezTo>
                    <a:pt x="9279" y="4456"/>
                    <a:pt x="9631" y="4296"/>
                    <a:pt x="9990" y="3953"/>
                  </a:cubicBezTo>
                  <a:cubicBezTo>
                    <a:pt x="10040" y="3906"/>
                    <a:pt x="10043" y="3826"/>
                    <a:pt x="9997" y="3776"/>
                  </a:cubicBezTo>
                  <a:cubicBezTo>
                    <a:pt x="9950" y="3725"/>
                    <a:pt x="9873" y="3723"/>
                    <a:pt x="9823" y="3770"/>
                  </a:cubicBezTo>
                  <a:cubicBezTo>
                    <a:pt x="9407" y="4166"/>
                    <a:pt x="9010" y="4290"/>
                    <a:pt x="8857" y="4300"/>
                  </a:cubicBezTo>
                  <a:cubicBezTo>
                    <a:pt x="8852" y="4300"/>
                    <a:pt x="8849" y="4303"/>
                    <a:pt x="8844" y="4304"/>
                  </a:cubicBezTo>
                  <a:close/>
                  <a:moveTo>
                    <a:pt x="8790" y="4263"/>
                  </a:moveTo>
                  <a:cubicBezTo>
                    <a:pt x="8949" y="4263"/>
                    <a:pt x="9078" y="4131"/>
                    <a:pt x="9078" y="3969"/>
                  </a:cubicBezTo>
                  <a:cubicBezTo>
                    <a:pt x="9078" y="3807"/>
                    <a:pt x="8949" y="3675"/>
                    <a:pt x="8790" y="3675"/>
                  </a:cubicBezTo>
                  <a:cubicBezTo>
                    <a:pt x="8631" y="3675"/>
                    <a:pt x="8503" y="3807"/>
                    <a:pt x="8503" y="3969"/>
                  </a:cubicBezTo>
                  <a:cubicBezTo>
                    <a:pt x="8503" y="4131"/>
                    <a:pt x="8631" y="4263"/>
                    <a:pt x="8790" y="4263"/>
                  </a:cubicBezTo>
                  <a:close/>
                  <a:moveTo>
                    <a:pt x="9514" y="6418"/>
                  </a:moveTo>
                  <a:cubicBezTo>
                    <a:pt x="9649" y="6475"/>
                    <a:pt x="9732" y="6548"/>
                    <a:pt x="9732" y="6629"/>
                  </a:cubicBezTo>
                  <a:cubicBezTo>
                    <a:pt x="9732" y="6745"/>
                    <a:pt x="9561" y="6846"/>
                    <a:pt x="9306" y="6903"/>
                  </a:cubicBezTo>
                  <a:cubicBezTo>
                    <a:pt x="9287" y="6910"/>
                    <a:pt x="9267" y="6915"/>
                    <a:pt x="9245" y="6917"/>
                  </a:cubicBezTo>
                  <a:cubicBezTo>
                    <a:pt x="9240" y="6918"/>
                    <a:pt x="9235" y="6918"/>
                    <a:pt x="9229" y="6918"/>
                  </a:cubicBezTo>
                  <a:cubicBezTo>
                    <a:pt x="9112" y="6939"/>
                    <a:pt x="8983" y="6952"/>
                    <a:pt x="8845" y="6952"/>
                  </a:cubicBezTo>
                  <a:cubicBezTo>
                    <a:pt x="8355" y="6952"/>
                    <a:pt x="7957" y="6807"/>
                    <a:pt x="7957" y="6629"/>
                  </a:cubicBezTo>
                  <a:cubicBezTo>
                    <a:pt x="7957" y="6542"/>
                    <a:pt x="8055" y="6463"/>
                    <a:pt x="8211" y="6405"/>
                  </a:cubicBezTo>
                  <a:lnTo>
                    <a:pt x="8222" y="6252"/>
                  </a:lnTo>
                  <a:cubicBezTo>
                    <a:pt x="7685" y="6340"/>
                    <a:pt x="7308" y="6534"/>
                    <a:pt x="7308" y="6762"/>
                  </a:cubicBezTo>
                  <a:cubicBezTo>
                    <a:pt x="7308" y="7072"/>
                    <a:pt x="8000" y="7324"/>
                    <a:pt x="8854" y="7324"/>
                  </a:cubicBezTo>
                  <a:cubicBezTo>
                    <a:pt x="9708" y="7324"/>
                    <a:pt x="10400" y="7072"/>
                    <a:pt x="10400" y="6762"/>
                  </a:cubicBezTo>
                  <a:cubicBezTo>
                    <a:pt x="10400" y="6535"/>
                    <a:pt x="10027" y="6342"/>
                    <a:pt x="9494" y="6253"/>
                  </a:cubicBezTo>
                  <a:lnTo>
                    <a:pt x="9514" y="6418"/>
                  </a:lnTo>
                  <a:close/>
                  <a:moveTo>
                    <a:pt x="1543" y="4300"/>
                  </a:moveTo>
                  <a:cubicBezTo>
                    <a:pt x="1391" y="4290"/>
                    <a:pt x="994" y="4166"/>
                    <a:pt x="577" y="3770"/>
                  </a:cubicBezTo>
                  <a:cubicBezTo>
                    <a:pt x="528" y="3723"/>
                    <a:pt x="450" y="3725"/>
                    <a:pt x="404" y="3776"/>
                  </a:cubicBezTo>
                  <a:cubicBezTo>
                    <a:pt x="358" y="3826"/>
                    <a:pt x="361" y="3906"/>
                    <a:pt x="411" y="3953"/>
                  </a:cubicBezTo>
                  <a:cubicBezTo>
                    <a:pt x="770" y="4296"/>
                    <a:pt x="1122" y="4456"/>
                    <a:pt x="1355" y="4518"/>
                  </a:cubicBezTo>
                  <a:cubicBezTo>
                    <a:pt x="1355" y="4522"/>
                    <a:pt x="1355" y="4526"/>
                    <a:pt x="1355" y="4530"/>
                  </a:cubicBezTo>
                  <a:lnTo>
                    <a:pt x="1281" y="5459"/>
                  </a:lnTo>
                  <a:cubicBezTo>
                    <a:pt x="1281" y="5460"/>
                    <a:pt x="1282" y="5461"/>
                    <a:pt x="1282" y="5462"/>
                  </a:cubicBezTo>
                  <a:lnTo>
                    <a:pt x="1086" y="6686"/>
                  </a:lnTo>
                  <a:cubicBezTo>
                    <a:pt x="1072" y="6771"/>
                    <a:pt x="1129" y="6852"/>
                    <a:pt x="1212" y="6866"/>
                  </a:cubicBezTo>
                  <a:cubicBezTo>
                    <a:pt x="1221" y="6867"/>
                    <a:pt x="1229" y="6867"/>
                    <a:pt x="1236" y="6867"/>
                  </a:cubicBezTo>
                  <a:cubicBezTo>
                    <a:pt x="1311" y="6867"/>
                    <a:pt x="1376" y="6813"/>
                    <a:pt x="1388" y="6736"/>
                  </a:cubicBezTo>
                  <a:lnTo>
                    <a:pt x="1586" y="5498"/>
                  </a:lnTo>
                  <a:lnTo>
                    <a:pt x="1718" y="6728"/>
                  </a:lnTo>
                  <a:cubicBezTo>
                    <a:pt x="1726" y="6808"/>
                    <a:pt x="1792" y="6867"/>
                    <a:pt x="1870" y="6867"/>
                  </a:cubicBezTo>
                  <a:cubicBezTo>
                    <a:pt x="1875" y="6867"/>
                    <a:pt x="1881" y="6867"/>
                    <a:pt x="1887" y="6867"/>
                  </a:cubicBezTo>
                  <a:cubicBezTo>
                    <a:pt x="1971" y="6857"/>
                    <a:pt x="2032" y="6780"/>
                    <a:pt x="2022" y="6694"/>
                  </a:cubicBezTo>
                  <a:lnTo>
                    <a:pt x="1895" y="5505"/>
                  </a:lnTo>
                  <a:lnTo>
                    <a:pt x="1845" y="4530"/>
                  </a:lnTo>
                  <a:cubicBezTo>
                    <a:pt x="1845" y="4527"/>
                    <a:pt x="1843" y="4523"/>
                    <a:pt x="1843" y="4519"/>
                  </a:cubicBezTo>
                  <a:cubicBezTo>
                    <a:pt x="2082" y="4456"/>
                    <a:pt x="2314" y="4293"/>
                    <a:pt x="2672" y="3953"/>
                  </a:cubicBezTo>
                  <a:cubicBezTo>
                    <a:pt x="2722" y="3906"/>
                    <a:pt x="2725" y="3826"/>
                    <a:pt x="2678" y="3776"/>
                  </a:cubicBezTo>
                  <a:cubicBezTo>
                    <a:pt x="2632" y="3725"/>
                    <a:pt x="2555" y="3722"/>
                    <a:pt x="2505" y="3770"/>
                  </a:cubicBezTo>
                  <a:cubicBezTo>
                    <a:pt x="2058" y="4195"/>
                    <a:pt x="1857" y="4286"/>
                    <a:pt x="1637" y="4301"/>
                  </a:cubicBezTo>
                  <a:lnTo>
                    <a:pt x="1730" y="5088"/>
                  </a:lnTo>
                  <a:lnTo>
                    <a:pt x="1608" y="5217"/>
                  </a:lnTo>
                  <a:lnTo>
                    <a:pt x="1501" y="5088"/>
                  </a:lnTo>
                  <a:lnTo>
                    <a:pt x="1574" y="4302"/>
                  </a:lnTo>
                  <a:cubicBezTo>
                    <a:pt x="1568" y="4303"/>
                    <a:pt x="1562" y="4303"/>
                    <a:pt x="1557" y="4304"/>
                  </a:cubicBezTo>
                  <a:cubicBezTo>
                    <a:pt x="1552" y="4303"/>
                    <a:pt x="1548" y="4300"/>
                    <a:pt x="1543" y="4300"/>
                  </a:cubicBezTo>
                  <a:close/>
                  <a:moveTo>
                    <a:pt x="1898" y="3969"/>
                  </a:moveTo>
                  <a:cubicBezTo>
                    <a:pt x="1898" y="3807"/>
                    <a:pt x="1769" y="3675"/>
                    <a:pt x="1610" y="3675"/>
                  </a:cubicBezTo>
                  <a:cubicBezTo>
                    <a:pt x="1452" y="3675"/>
                    <a:pt x="1323" y="3807"/>
                    <a:pt x="1323" y="3969"/>
                  </a:cubicBezTo>
                  <a:cubicBezTo>
                    <a:pt x="1323" y="4131"/>
                    <a:pt x="1452" y="4263"/>
                    <a:pt x="1610" y="4263"/>
                  </a:cubicBezTo>
                  <a:cubicBezTo>
                    <a:pt x="1769" y="4263"/>
                    <a:pt x="1898" y="4131"/>
                    <a:pt x="1898" y="3969"/>
                  </a:cubicBezTo>
                  <a:close/>
                  <a:moveTo>
                    <a:pt x="906" y="6253"/>
                  </a:moveTo>
                  <a:cubicBezTo>
                    <a:pt x="373" y="6342"/>
                    <a:pt x="0" y="6535"/>
                    <a:pt x="0" y="6762"/>
                  </a:cubicBezTo>
                  <a:cubicBezTo>
                    <a:pt x="0" y="7072"/>
                    <a:pt x="693" y="7324"/>
                    <a:pt x="1547" y="7324"/>
                  </a:cubicBezTo>
                  <a:cubicBezTo>
                    <a:pt x="2401" y="7324"/>
                    <a:pt x="3093" y="7072"/>
                    <a:pt x="3093" y="6762"/>
                  </a:cubicBezTo>
                  <a:cubicBezTo>
                    <a:pt x="3093" y="6534"/>
                    <a:pt x="2716" y="6340"/>
                    <a:pt x="2178" y="6252"/>
                  </a:cubicBezTo>
                  <a:lnTo>
                    <a:pt x="2189" y="6405"/>
                  </a:lnTo>
                  <a:cubicBezTo>
                    <a:pt x="2346" y="6463"/>
                    <a:pt x="2444" y="6542"/>
                    <a:pt x="2444" y="6629"/>
                  </a:cubicBezTo>
                  <a:cubicBezTo>
                    <a:pt x="2444" y="6807"/>
                    <a:pt x="2046" y="6952"/>
                    <a:pt x="1556" y="6952"/>
                  </a:cubicBezTo>
                  <a:cubicBezTo>
                    <a:pt x="1418" y="6952"/>
                    <a:pt x="1289" y="6939"/>
                    <a:pt x="1172" y="6918"/>
                  </a:cubicBezTo>
                  <a:cubicBezTo>
                    <a:pt x="1166" y="6918"/>
                    <a:pt x="1161" y="6918"/>
                    <a:pt x="1155" y="6917"/>
                  </a:cubicBezTo>
                  <a:cubicBezTo>
                    <a:pt x="1134" y="6915"/>
                    <a:pt x="1114" y="6910"/>
                    <a:pt x="1095" y="6903"/>
                  </a:cubicBezTo>
                  <a:cubicBezTo>
                    <a:pt x="840" y="6846"/>
                    <a:pt x="669" y="6745"/>
                    <a:pt x="669" y="6629"/>
                  </a:cubicBezTo>
                  <a:cubicBezTo>
                    <a:pt x="669" y="6548"/>
                    <a:pt x="751" y="6475"/>
                    <a:pt x="887" y="6418"/>
                  </a:cubicBezTo>
                  <a:lnTo>
                    <a:pt x="906" y="6253"/>
                  </a:lnTo>
                  <a:close/>
                </a:path>
              </a:pathLst>
            </a:custGeom>
            <a:solidFill>
              <a:schemeClr val="bg1">
                <a:alpha val="100000"/>
              </a:schemeClr>
            </a:solidFill>
            <a:ln w="9525">
              <a:noFill/>
            </a:ln>
          </p:spPr>
          <p:txBody>
            <a:bodyPr/>
            <a:p>
              <a:endParaRPr lang="zh-CN" altLang="en-US"/>
            </a:p>
          </p:txBody>
        </p:sp>
      </p:grpSp>
      <p:sp>
        <p:nvSpPr>
          <p:cNvPr id="38924" name="işļíḋê"/>
          <p:cNvSpPr txBox="1"/>
          <p:nvPr/>
        </p:nvSpPr>
        <p:spPr>
          <a:xfrm>
            <a:off x="3625850" y="3235325"/>
            <a:ext cx="2395538" cy="527050"/>
          </a:xfrm>
          <a:prstGeom prst="rect">
            <a:avLst/>
          </a:prstGeom>
          <a:noFill/>
          <a:ln w="9525">
            <a:noFill/>
          </a:ln>
        </p:spPr>
        <p:txBody>
          <a:bodyPr anchor="ctr"/>
          <a:p>
            <a:pPr algn="ctr" eaLnBrk="1" hangingPunct="1">
              <a:lnSpc>
                <a:spcPct val="150000"/>
              </a:lnSpc>
            </a:pPr>
            <a:r>
              <a:rPr lang="zh-CN" altLang="en-US" sz="1600" b="1" dirty="0">
                <a:solidFill>
                  <a:schemeClr val="bg1"/>
                </a:solidFill>
                <a:latin typeface="等线" pitchFamily="2" charset="-122"/>
              </a:rPr>
              <a:t>运营</a:t>
            </a:r>
            <a:endParaRPr lang="vi-VN" altLang="zh-CN" sz="1600" b="1" dirty="0">
              <a:solidFill>
                <a:schemeClr val="bg1"/>
              </a:solidFill>
              <a:latin typeface="等线" pitchFamily="2" charset="-122"/>
              <a:ea typeface="微软雅黑" panose="020B0503020204020204" pitchFamily="34" charset="-122"/>
            </a:endParaRPr>
          </a:p>
        </p:txBody>
      </p:sp>
      <p:grpSp>
        <p:nvGrpSpPr>
          <p:cNvPr id="38925" name="ïSḷíde"/>
          <p:cNvGrpSpPr/>
          <p:nvPr/>
        </p:nvGrpSpPr>
        <p:grpSpPr>
          <a:xfrm>
            <a:off x="7272338" y="2605088"/>
            <a:ext cx="668337" cy="666750"/>
            <a:chOff x="1753961" y="2890922"/>
            <a:chExt cx="667332" cy="667330"/>
          </a:xfrm>
        </p:grpSpPr>
        <p:sp>
          <p:nvSpPr>
            <p:cNvPr id="92" name="i$ḷïḑé"/>
            <p:cNvSpPr/>
            <p:nvPr/>
          </p:nvSpPr>
          <p:spPr>
            <a:xfrm>
              <a:off x="1753961" y="2890922"/>
              <a:ext cx="667332" cy="667330"/>
            </a:xfrm>
            <a:prstGeom prst="ellipse">
              <a:avLst/>
            </a:prstGeom>
            <a:solidFill>
              <a:schemeClr val="accent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normAutofit fontScale="92500" lnSpcReduction="10000"/>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1" i="0" u="none" strike="noStrike" kern="1200" cap="none" spc="0" normalizeH="0" baseline="0" noProof="0" dirty="0">
                <a:ln>
                  <a:noFill/>
                </a:ln>
                <a:solidFill>
                  <a:schemeClr val="bg1"/>
                </a:solidFill>
                <a:effectLst/>
                <a:uLnTx/>
                <a:uFillTx/>
                <a:latin typeface="+mn-lt"/>
                <a:ea typeface="+mn-ea"/>
                <a:cs typeface="+mn-cs"/>
              </a:endParaRPr>
            </a:p>
          </p:txBody>
        </p:sp>
        <p:sp>
          <p:nvSpPr>
            <p:cNvPr id="38949" name="íṣḻïdé"/>
            <p:cNvSpPr/>
            <p:nvPr/>
          </p:nvSpPr>
          <p:spPr>
            <a:xfrm>
              <a:off x="1931546" y="3064741"/>
              <a:ext cx="312163" cy="319692"/>
            </a:xfrm>
            <a:custGeom>
              <a:avLst/>
              <a:gdLst>
                <a:gd name="txL" fmla="*/ 0 w 10400"/>
                <a:gd name="txT" fmla="*/ 0 h 10667"/>
                <a:gd name="txR" fmla="*/ 10400 w 10400"/>
                <a:gd name="txB" fmla="*/ 10667 h 10667"/>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rect l="txL" t="txT" r="txR" b="txB"/>
              <a:pathLst>
                <a:path w="10400" h="10667">
                  <a:moveTo>
                    <a:pt x="8838" y="9330"/>
                  </a:moveTo>
                  <a:cubicBezTo>
                    <a:pt x="8838" y="10067"/>
                    <a:pt x="7206" y="10667"/>
                    <a:pt x="5192" y="10667"/>
                  </a:cubicBezTo>
                  <a:cubicBezTo>
                    <a:pt x="3180" y="10667"/>
                    <a:pt x="1547" y="10067"/>
                    <a:pt x="1547" y="9330"/>
                  </a:cubicBezTo>
                  <a:cubicBezTo>
                    <a:pt x="1547" y="8797"/>
                    <a:pt x="2406" y="8341"/>
                    <a:pt x="3638" y="8128"/>
                  </a:cubicBezTo>
                  <a:lnTo>
                    <a:pt x="3638" y="8495"/>
                  </a:lnTo>
                  <a:cubicBezTo>
                    <a:pt x="3293" y="8632"/>
                    <a:pt x="3077" y="8813"/>
                    <a:pt x="3077" y="9013"/>
                  </a:cubicBezTo>
                  <a:cubicBezTo>
                    <a:pt x="3077" y="9437"/>
                    <a:pt x="4015" y="9781"/>
                    <a:pt x="5171" y="9781"/>
                  </a:cubicBezTo>
                  <a:cubicBezTo>
                    <a:pt x="5497" y="9781"/>
                    <a:pt x="5802" y="9751"/>
                    <a:pt x="6077" y="9703"/>
                  </a:cubicBezTo>
                  <a:cubicBezTo>
                    <a:pt x="6090" y="9702"/>
                    <a:pt x="6102" y="9702"/>
                    <a:pt x="6114" y="9700"/>
                  </a:cubicBezTo>
                  <a:cubicBezTo>
                    <a:pt x="6165" y="9694"/>
                    <a:pt x="6212" y="9682"/>
                    <a:pt x="6259" y="9666"/>
                  </a:cubicBezTo>
                  <a:cubicBezTo>
                    <a:pt x="6859" y="9531"/>
                    <a:pt x="7264" y="9290"/>
                    <a:pt x="7264" y="9013"/>
                  </a:cubicBezTo>
                  <a:cubicBezTo>
                    <a:pt x="7264" y="8834"/>
                    <a:pt x="7090" y="8669"/>
                    <a:pt x="6806" y="8539"/>
                  </a:cubicBezTo>
                  <a:lnTo>
                    <a:pt x="6806" y="8137"/>
                  </a:lnTo>
                  <a:cubicBezTo>
                    <a:pt x="8006" y="8356"/>
                    <a:pt x="8838" y="8805"/>
                    <a:pt x="8838" y="9330"/>
                  </a:cubicBezTo>
                  <a:close/>
                  <a:moveTo>
                    <a:pt x="4079" y="1127"/>
                  </a:moveTo>
                  <a:cubicBezTo>
                    <a:pt x="4079" y="504"/>
                    <a:pt x="4578" y="0"/>
                    <a:pt x="5193" y="0"/>
                  </a:cubicBezTo>
                  <a:cubicBezTo>
                    <a:pt x="5807" y="0"/>
                    <a:pt x="6305" y="504"/>
                    <a:pt x="6305" y="1127"/>
                  </a:cubicBezTo>
                  <a:cubicBezTo>
                    <a:pt x="6305" y="1750"/>
                    <a:pt x="5807" y="2254"/>
                    <a:pt x="5193" y="2254"/>
                  </a:cubicBezTo>
                  <a:cubicBezTo>
                    <a:pt x="4578" y="2254"/>
                    <a:pt x="4079" y="1750"/>
                    <a:pt x="4079" y="1127"/>
                  </a:cubicBezTo>
                  <a:close/>
                  <a:moveTo>
                    <a:pt x="9353" y="1669"/>
                  </a:moveTo>
                  <a:cubicBezTo>
                    <a:pt x="8800" y="2578"/>
                    <a:pt x="7557" y="3340"/>
                    <a:pt x="6352" y="3340"/>
                  </a:cubicBezTo>
                  <a:cubicBezTo>
                    <a:pt x="6274" y="3340"/>
                    <a:pt x="6196" y="3336"/>
                    <a:pt x="6118" y="3330"/>
                  </a:cubicBezTo>
                  <a:cubicBezTo>
                    <a:pt x="6142" y="3615"/>
                    <a:pt x="6252" y="4928"/>
                    <a:pt x="6282" y="5755"/>
                  </a:cubicBezTo>
                  <a:cubicBezTo>
                    <a:pt x="6288" y="5783"/>
                    <a:pt x="6294" y="5811"/>
                    <a:pt x="6296" y="5841"/>
                  </a:cubicBezTo>
                  <a:lnTo>
                    <a:pt x="6568" y="10087"/>
                  </a:lnTo>
                  <a:cubicBezTo>
                    <a:pt x="6586" y="10373"/>
                    <a:pt x="5564" y="10428"/>
                    <a:pt x="5546" y="10154"/>
                  </a:cubicBezTo>
                  <a:lnTo>
                    <a:pt x="5318" y="6578"/>
                  </a:lnTo>
                  <a:cubicBezTo>
                    <a:pt x="5280" y="6574"/>
                    <a:pt x="5244" y="6567"/>
                    <a:pt x="5206" y="6567"/>
                  </a:cubicBezTo>
                  <a:cubicBezTo>
                    <a:pt x="5174" y="6567"/>
                    <a:pt x="5136" y="6577"/>
                    <a:pt x="5099" y="6587"/>
                  </a:cubicBezTo>
                  <a:lnTo>
                    <a:pt x="4851" y="10126"/>
                  </a:lnTo>
                  <a:cubicBezTo>
                    <a:pt x="4832" y="10398"/>
                    <a:pt x="3810" y="10338"/>
                    <a:pt x="3830" y="10052"/>
                  </a:cubicBezTo>
                  <a:lnTo>
                    <a:pt x="4144" y="5559"/>
                  </a:lnTo>
                  <a:cubicBezTo>
                    <a:pt x="4146" y="5538"/>
                    <a:pt x="4150" y="5520"/>
                    <a:pt x="4154" y="5500"/>
                  </a:cubicBezTo>
                  <a:cubicBezTo>
                    <a:pt x="4199" y="4432"/>
                    <a:pt x="4252" y="3400"/>
                    <a:pt x="4257" y="3326"/>
                  </a:cubicBezTo>
                  <a:cubicBezTo>
                    <a:pt x="4169" y="3334"/>
                    <a:pt x="4081" y="3340"/>
                    <a:pt x="3994" y="3340"/>
                  </a:cubicBezTo>
                  <a:cubicBezTo>
                    <a:pt x="2788" y="3340"/>
                    <a:pt x="1546" y="2578"/>
                    <a:pt x="993" y="1669"/>
                  </a:cubicBezTo>
                  <a:cubicBezTo>
                    <a:pt x="879" y="1481"/>
                    <a:pt x="936" y="1235"/>
                    <a:pt x="1122" y="1120"/>
                  </a:cubicBezTo>
                  <a:cubicBezTo>
                    <a:pt x="1308" y="1003"/>
                    <a:pt x="1551" y="1062"/>
                    <a:pt x="1665" y="1250"/>
                  </a:cubicBezTo>
                  <a:cubicBezTo>
                    <a:pt x="2166" y="2073"/>
                    <a:pt x="3484" y="2756"/>
                    <a:pt x="4493" y="2470"/>
                  </a:cubicBezTo>
                  <a:cubicBezTo>
                    <a:pt x="4663" y="2411"/>
                    <a:pt x="4865" y="2374"/>
                    <a:pt x="5089" y="2365"/>
                  </a:cubicBezTo>
                  <a:lnTo>
                    <a:pt x="4729" y="5423"/>
                  </a:lnTo>
                  <a:lnTo>
                    <a:pt x="5203" y="5915"/>
                  </a:lnTo>
                  <a:lnTo>
                    <a:pt x="5617" y="5423"/>
                  </a:lnTo>
                  <a:lnTo>
                    <a:pt x="5330" y="2373"/>
                  </a:lnTo>
                  <a:cubicBezTo>
                    <a:pt x="5531" y="2387"/>
                    <a:pt x="5725" y="2423"/>
                    <a:pt x="5890" y="2481"/>
                  </a:cubicBezTo>
                  <a:cubicBezTo>
                    <a:pt x="6894" y="2741"/>
                    <a:pt x="8187" y="2063"/>
                    <a:pt x="8681" y="1250"/>
                  </a:cubicBezTo>
                  <a:cubicBezTo>
                    <a:pt x="8795" y="1062"/>
                    <a:pt x="9038" y="1003"/>
                    <a:pt x="9224" y="1119"/>
                  </a:cubicBezTo>
                  <a:cubicBezTo>
                    <a:pt x="9410" y="1235"/>
                    <a:pt x="9468" y="1481"/>
                    <a:pt x="9353" y="1669"/>
                  </a:cubicBezTo>
                  <a:close/>
                  <a:moveTo>
                    <a:pt x="8844" y="4304"/>
                  </a:moveTo>
                  <a:cubicBezTo>
                    <a:pt x="8839" y="4303"/>
                    <a:pt x="8833" y="4303"/>
                    <a:pt x="8827" y="4302"/>
                  </a:cubicBezTo>
                  <a:lnTo>
                    <a:pt x="8900" y="5088"/>
                  </a:lnTo>
                  <a:lnTo>
                    <a:pt x="8793" y="5217"/>
                  </a:lnTo>
                  <a:lnTo>
                    <a:pt x="8671" y="5088"/>
                  </a:lnTo>
                  <a:lnTo>
                    <a:pt x="8763" y="4301"/>
                  </a:lnTo>
                  <a:cubicBezTo>
                    <a:pt x="8543" y="4286"/>
                    <a:pt x="8343" y="4195"/>
                    <a:pt x="7895" y="3770"/>
                  </a:cubicBezTo>
                  <a:cubicBezTo>
                    <a:pt x="7846" y="3723"/>
                    <a:pt x="7769" y="3725"/>
                    <a:pt x="7722" y="3776"/>
                  </a:cubicBezTo>
                  <a:cubicBezTo>
                    <a:pt x="7676" y="3826"/>
                    <a:pt x="7679" y="3906"/>
                    <a:pt x="7729" y="3953"/>
                  </a:cubicBezTo>
                  <a:cubicBezTo>
                    <a:pt x="8086" y="4293"/>
                    <a:pt x="8319" y="4456"/>
                    <a:pt x="8558" y="4519"/>
                  </a:cubicBezTo>
                  <a:cubicBezTo>
                    <a:pt x="8558" y="4523"/>
                    <a:pt x="8556" y="4527"/>
                    <a:pt x="8556" y="4530"/>
                  </a:cubicBezTo>
                  <a:lnTo>
                    <a:pt x="8505" y="5505"/>
                  </a:lnTo>
                  <a:lnTo>
                    <a:pt x="8378" y="6694"/>
                  </a:lnTo>
                  <a:cubicBezTo>
                    <a:pt x="8369" y="6780"/>
                    <a:pt x="8430" y="6857"/>
                    <a:pt x="8514" y="6867"/>
                  </a:cubicBezTo>
                  <a:cubicBezTo>
                    <a:pt x="8520" y="6867"/>
                    <a:pt x="8525" y="6867"/>
                    <a:pt x="8530" y="6867"/>
                  </a:cubicBezTo>
                  <a:cubicBezTo>
                    <a:pt x="8608" y="6867"/>
                    <a:pt x="8674" y="6808"/>
                    <a:pt x="8683" y="6728"/>
                  </a:cubicBezTo>
                  <a:lnTo>
                    <a:pt x="8815" y="5498"/>
                  </a:lnTo>
                  <a:lnTo>
                    <a:pt x="9012" y="6736"/>
                  </a:lnTo>
                  <a:cubicBezTo>
                    <a:pt x="9025" y="6813"/>
                    <a:pt x="9090" y="6868"/>
                    <a:pt x="9164" y="6868"/>
                  </a:cubicBezTo>
                  <a:cubicBezTo>
                    <a:pt x="9172" y="6868"/>
                    <a:pt x="9180" y="6867"/>
                    <a:pt x="9188" y="6866"/>
                  </a:cubicBezTo>
                  <a:cubicBezTo>
                    <a:pt x="9272" y="6852"/>
                    <a:pt x="9328" y="6771"/>
                    <a:pt x="9315" y="6686"/>
                  </a:cubicBezTo>
                  <a:lnTo>
                    <a:pt x="9119" y="5462"/>
                  </a:lnTo>
                  <a:cubicBezTo>
                    <a:pt x="9119" y="5461"/>
                    <a:pt x="9120" y="5460"/>
                    <a:pt x="9120" y="5459"/>
                  </a:cubicBezTo>
                  <a:lnTo>
                    <a:pt x="9046" y="4530"/>
                  </a:lnTo>
                  <a:cubicBezTo>
                    <a:pt x="9046" y="4526"/>
                    <a:pt x="9046" y="4522"/>
                    <a:pt x="9045" y="4518"/>
                  </a:cubicBezTo>
                  <a:cubicBezTo>
                    <a:pt x="9279" y="4456"/>
                    <a:pt x="9631" y="4296"/>
                    <a:pt x="9990" y="3953"/>
                  </a:cubicBezTo>
                  <a:cubicBezTo>
                    <a:pt x="10040" y="3906"/>
                    <a:pt x="10043" y="3826"/>
                    <a:pt x="9997" y="3776"/>
                  </a:cubicBezTo>
                  <a:cubicBezTo>
                    <a:pt x="9950" y="3725"/>
                    <a:pt x="9873" y="3723"/>
                    <a:pt x="9823" y="3770"/>
                  </a:cubicBezTo>
                  <a:cubicBezTo>
                    <a:pt x="9407" y="4166"/>
                    <a:pt x="9010" y="4290"/>
                    <a:pt x="8857" y="4300"/>
                  </a:cubicBezTo>
                  <a:cubicBezTo>
                    <a:pt x="8852" y="4300"/>
                    <a:pt x="8849" y="4303"/>
                    <a:pt x="8844" y="4304"/>
                  </a:cubicBezTo>
                  <a:close/>
                  <a:moveTo>
                    <a:pt x="8790" y="4263"/>
                  </a:moveTo>
                  <a:cubicBezTo>
                    <a:pt x="8949" y="4263"/>
                    <a:pt x="9078" y="4131"/>
                    <a:pt x="9078" y="3969"/>
                  </a:cubicBezTo>
                  <a:cubicBezTo>
                    <a:pt x="9078" y="3807"/>
                    <a:pt x="8949" y="3675"/>
                    <a:pt x="8790" y="3675"/>
                  </a:cubicBezTo>
                  <a:cubicBezTo>
                    <a:pt x="8631" y="3675"/>
                    <a:pt x="8503" y="3807"/>
                    <a:pt x="8503" y="3969"/>
                  </a:cubicBezTo>
                  <a:cubicBezTo>
                    <a:pt x="8503" y="4131"/>
                    <a:pt x="8631" y="4263"/>
                    <a:pt x="8790" y="4263"/>
                  </a:cubicBezTo>
                  <a:close/>
                  <a:moveTo>
                    <a:pt x="9514" y="6418"/>
                  </a:moveTo>
                  <a:cubicBezTo>
                    <a:pt x="9649" y="6475"/>
                    <a:pt x="9732" y="6548"/>
                    <a:pt x="9732" y="6629"/>
                  </a:cubicBezTo>
                  <a:cubicBezTo>
                    <a:pt x="9732" y="6745"/>
                    <a:pt x="9561" y="6846"/>
                    <a:pt x="9306" y="6903"/>
                  </a:cubicBezTo>
                  <a:cubicBezTo>
                    <a:pt x="9287" y="6910"/>
                    <a:pt x="9267" y="6915"/>
                    <a:pt x="9245" y="6917"/>
                  </a:cubicBezTo>
                  <a:cubicBezTo>
                    <a:pt x="9240" y="6918"/>
                    <a:pt x="9235" y="6918"/>
                    <a:pt x="9229" y="6918"/>
                  </a:cubicBezTo>
                  <a:cubicBezTo>
                    <a:pt x="9112" y="6939"/>
                    <a:pt x="8983" y="6952"/>
                    <a:pt x="8845" y="6952"/>
                  </a:cubicBezTo>
                  <a:cubicBezTo>
                    <a:pt x="8355" y="6952"/>
                    <a:pt x="7957" y="6807"/>
                    <a:pt x="7957" y="6629"/>
                  </a:cubicBezTo>
                  <a:cubicBezTo>
                    <a:pt x="7957" y="6542"/>
                    <a:pt x="8055" y="6463"/>
                    <a:pt x="8211" y="6405"/>
                  </a:cubicBezTo>
                  <a:lnTo>
                    <a:pt x="8222" y="6252"/>
                  </a:lnTo>
                  <a:cubicBezTo>
                    <a:pt x="7685" y="6340"/>
                    <a:pt x="7308" y="6534"/>
                    <a:pt x="7308" y="6762"/>
                  </a:cubicBezTo>
                  <a:cubicBezTo>
                    <a:pt x="7308" y="7072"/>
                    <a:pt x="8000" y="7324"/>
                    <a:pt x="8854" y="7324"/>
                  </a:cubicBezTo>
                  <a:cubicBezTo>
                    <a:pt x="9708" y="7324"/>
                    <a:pt x="10400" y="7072"/>
                    <a:pt x="10400" y="6762"/>
                  </a:cubicBezTo>
                  <a:cubicBezTo>
                    <a:pt x="10400" y="6535"/>
                    <a:pt x="10027" y="6342"/>
                    <a:pt x="9494" y="6253"/>
                  </a:cubicBezTo>
                  <a:lnTo>
                    <a:pt x="9514" y="6418"/>
                  </a:lnTo>
                  <a:close/>
                  <a:moveTo>
                    <a:pt x="1543" y="4300"/>
                  </a:moveTo>
                  <a:cubicBezTo>
                    <a:pt x="1391" y="4290"/>
                    <a:pt x="994" y="4166"/>
                    <a:pt x="577" y="3770"/>
                  </a:cubicBezTo>
                  <a:cubicBezTo>
                    <a:pt x="528" y="3723"/>
                    <a:pt x="450" y="3725"/>
                    <a:pt x="404" y="3776"/>
                  </a:cubicBezTo>
                  <a:cubicBezTo>
                    <a:pt x="358" y="3826"/>
                    <a:pt x="361" y="3906"/>
                    <a:pt x="411" y="3953"/>
                  </a:cubicBezTo>
                  <a:cubicBezTo>
                    <a:pt x="770" y="4296"/>
                    <a:pt x="1122" y="4456"/>
                    <a:pt x="1355" y="4518"/>
                  </a:cubicBezTo>
                  <a:cubicBezTo>
                    <a:pt x="1355" y="4522"/>
                    <a:pt x="1355" y="4526"/>
                    <a:pt x="1355" y="4530"/>
                  </a:cubicBezTo>
                  <a:lnTo>
                    <a:pt x="1281" y="5459"/>
                  </a:lnTo>
                  <a:cubicBezTo>
                    <a:pt x="1281" y="5460"/>
                    <a:pt x="1282" y="5461"/>
                    <a:pt x="1282" y="5462"/>
                  </a:cubicBezTo>
                  <a:lnTo>
                    <a:pt x="1086" y="6686"/>
                  </a:lnTo>
                  <a:cubicBezTo>
                    <a:pt x="1072" y="6771"/>
                    <a:pt x="1129" y="6852"/>
                    <a:pt x="1212" y="6866"/>
                  </a:cubicBezTo>
                  <a:cubicBezTo>
                    <a:pt x="1221" y="6867"/>
                    <a:pt x="1229" y="6867"/>
                    <a:pt x="1236" y="6867"/>
                  </a:cubicBezTo>
                  <a:cubicBezTo>
                    <a:pt x="1311" y="6867"/>
                    <a:pt x="1376" y="6813"/>
                    <a:pt x="1388" y="6736"/>
                  </a:cubicBezTo>
                  <a:lnTo>
                    <a:pt x="1586" y="5498"/>
                  </a:lnTo>
                  <a:lnTo>
                    <a:pt x="1718" y="6728"/>
                  </a:lnTo>
                  <a:cubicBezTo>
                    <a:pt x="1726" y="6808"/>
                    <a:pt x="1792" y="6867"/>
                    <a:pt x="1870" y="6867"/>
                  </a:cubicBezTo>
                  <a:cubicBezTo>
                    <a:pt x="1875" y="6867"/>
                    <a:pt x="1881" y="6867"/>
                    <a:pt x="1887" y="6867"/>
                  </a:cubicBezTo>
                  <a:cubicBezTo>
                    <a:pt x="1971" y="6857"/>
                    <a:pt x="2032" y="6780"/>
                    <a:pt x="2022" y="6694"/>
                  </a:cubicBezTo>
                  <a:lnTo>
                    <a:pt x="1895" y="5505"/>
                  </a:lnTo>
                  <a:lnTo>
                    <a:pt x="1845" y="4530"/>
                  </a:lnTo>
                  <a:cubicBezTo>
                    <a:pt x="1845" y="4527"/>
                    <a:pt x="1843" y="4523"/>
                    <a:pt x="1843" y="4519"/>
                  </a:cubicBezTo>
                  <a:cubicBezTo>
                    <a:pt x="2082" y="4456"/>
                    <a:pt x="2314" y="4293"/>
                    <a:pt x="2672" y="3953"/>
                  </a:cubicBezTo>
                  <a:cubicBezTo>
                    <a:pt x="2722" y="3906"/>
                    <a:pt x="2725" y="3826"/>
                    <a:pt x="2678" y="3776"/>
                  </a:cubicBezTo>
                  <a:cubicBezTo>
                    <a:pt x="2632" y="3725"/>
                    <a:pt x="2555" y="3722"/>
                    <a:pt x="2505" y="3770"/>
                  </a:cubicBezTo>
                  <a:cubicBezTo>
                    <a:pt x="2058" y="4195"/>
                    <a:pt x="1857" y="4286"/>
                    <a:pt x="1637" y="4301"/>
                  </a:cubicBezTo>
                  <a:lnTo>
                    <a:pt x="1730" y="5088"/>
                  </a:lnTo>
                  <a:lnTo>
                    <a:pt x="1608" y="5217"/>
                  </a:lnTo>
                  <a:lnTo>
                    <a:pt x="1501" y="5088"/>
                  </a:lnTo>
                  <a:lnTo>
                    <a:pt x="1574" y="4302"/>
                  </a:lnTo>
                  <a:cubicBezTo>
                    <a:pt x="1568" y="4303"/>
                    <a:pt x="1562" y="4303"/>
                    <a:pt x="1557" y="4304"/>
                  </a:cubicBezTo>
                  <a:cubicBezTo>
                    <a:pt x="1552" y="4303"/>
                    <a:pt x="1548" y="4300"/>
                    <a:pt x="1543" y="4300"/>
                  </a:cubicBezTo>
                  <a:close/>
                  <a:moveTo>
                    <a:pt x="1898" y="3969"/>
                  </a:moveTo>
                  <a:cubicBezTo>
                    <a:pt x="1898" y="3807"/>
                    <a:pt x="1769" y="3675"/>
                    <a:pt x="1610" y="3675"/>
                  </a:cubicBezTo>
                  <a:cubicBezTo>
                    <a:pt x="1452" y="3675"/>
                    <a:pt x="1323" y="3807"/>
                    <a:pt x="1323" y="3969"/>
                  </a:cubicBezTo>
                  <a:cubicBezTo>
                    <a:pt x="1323" y="4131"/>
                    <a:pt x="1452" y="4263"/>
                    <a:pt x="1610" y="4263"/>
                  </a:cubicBezTo>
                  <a:cubicBezTo>
                    <a:pt x="1769" y="4263"/>
                    <a:pt x="1898" y="4131"/>
                    <a:pt x="1898" y="3969"/>
                  </a:cubicBezTo>
                  <a:close/>
                  <a:moveTo>
                    <a:pt x="906" y="6253"/>
                  </a:moveTo>
                  <a:cubicBezTo>
                    <a:pt x="373" y="6342"/>
                    <a:pt x="0" y="6535"/>
                    <a:pt x="0" y="6762"/>
                  </a:cubicBezTo>
                  <a:cubicBezTo>
                    <a:pt x="0" y="7072"/>
                    <a:pt x="693" y="7324"/>
                    <a:pt x="1547" y="7324"/>
                  </a:cubicBezTo>
                  <a:cubicBezTo>
                    <a:pt x="2401" y="7324"/>
                    <a:pt x="3093" y="7072"/>
                    <a:pt x="3093" y="6762"/>
                  </a:cubicBezTo>
                  <a:cubicBezTo>
                    <a:pt x="3093" y="6534"/>
                    <a:pt x="2716" y="6340"/>
                    <a:pt x="2178" y="6252"/>
                  </a:cubicBezTo>
                  <a:lnTo>
                    <a:pt x="2189" y="6405"/>
                  </a:lnTo>
                  <a:cubicBezTo>
                    <a:pt x="2346" y="6463"/>
                    <a:pt x="2444" y="6542"/>
                    <a:pt x="2444" y="6629"/>
                  </a:cubicBezTo>
                  <a:cubicBezTo>
                    <a:pt x="2444" y="6807"/>
                    <a:pt x="2046" y="6952"/>
                    <a:pt x="1556" y="6952"/>
                  </a:cubicBezTo>
                  <a:cubicBezTo>
                    <a:pt x="1418" y="6952"/>
                    <a:pt x="1289" y="6939"/>
                    <a:pt x="1172" y="6918"/>
                  </a:cubicBezTo>
                  <a:cubicBezTo>
                    <a:pt x="1166" y="6918"/>
                    <a:pt x="1161" y="6918"/>
                    <a:pt x="1155" y="6917"/>
                  </a:cubicBezTo>
                  <a:cubicBezTo>
                    <a:pt x="1134" y="6915"/>
                    <a:pt x="1114" y="6910"/>
                    <a:pt x="1095" y="6903"/>
                  </a:cubicBezTo>
                  <a:cubicBezTo>
                    <a:pt x="840" y="6846"/>
                    <a:pt x="669" y="6745"/>
                    <a:pt x="669" y="6629"/>
                  </a:cubicBezTo>
                  <a:cubicBezTo>
                    <a:pt x="669" y="6548"/>
                    <a:pt x="751" y="6475"/>
                    <a:pt x="887" y="6418"/>
                  </a:cubicBezTo>
                  <a:lnTo>
                    <a:pt x="906" y="6253"/>
                  </a:lnTo>
                  <a:close/>
                </a:path>
              </a:pathLst>
            </a:custGeom>
            <a:solidFill>
              <a:schemeClr val="bg1">
                <a:alpha val="100000"/>
              </a:schemeClr>
            </a:solidFill>
            <a:ln w="9525">
              <a:noFill/>
            </a:ln>
          </p:spPr>
          <p:txBody>
            <a:bodyPr/>
            <a:p>
              <a:endParaRPr lang="zh-CN" altLang="en-US"/>
            </a:p>
          </p:txBody>
        </p:sp>
      </p:grpSp>
      <p:sp>
        <p:nvSpPr>
          <p:cNvPr id="38926" name="í$1ide"/>
          <p:cNvSpPr txBox="1"/>
          <p:nvPr/>
        </p:nvSpPr>
        <p:spPr>
          <a:xfrm>
            <a:off x="6408738" y="3235325"/>
            <a:ext cx="2395537" cy="527050"/>
          </a:xfrm>
          <a:prstGeom prst="rect">
            <a:avLst/>
          </a:prstGeom>
          <a:noFill/>
          <a:ln w="9525">
            <a:noFill/>
          </a:ln>
        </p:spPr>
        <p:txBody>
          <a:bodyPr anchor="ctr"/>
          <a:p>
            <a:pPr algn="ctr" eaLnBrk="1" hangingPunct="1">
              <a:lnSpc>
                <a:spcPct val="150000"/>
              </a:lnSpc>
            </a:pPr>
            <a:r>
              <a:rPr lang="zh-CN" altLang="en-US" sz="1600" b="1" dirty="0">
                <a:solidFill>
                  <a:schemeClr val="bg1"/>
                </a:solidFill>
                <a:latin typeface="等线" pitchFamily="2" charset="-122"/>
              </a:rPr>
              <a:t>美工</a:t>
            </a:r>
            <a:endParaRPr lang="vi-VN" altLang="zh-CN" sz="1600" b="1" dirty="0">
              <a:solidFill>
                <a:schemeClr val="bg1"/>
              </a:solidFill>
              <a:latin typeface="等线" pitchFamily="2" charset="-122"/>
              <a:ea typeface="微软雅黑" panose="020B0503020204020204" pitchFamily="34" charset="-122"/>
            </a:endParaRPr>
          </a:p>
        </p:txBody>
      </p:sp>
      <p:grpSp>
        <p:nvGrpSpPr>
          <p:cNvPr id="38927" name="i$ľïḋé"/>
          <p:cNvGrpSpPr/>
          <p:nvPr/>
        </p:nvGrpSpPr>
        <p:grpSpPr>
          <a:xfrm>
            <a:off x="10055225" y="2605088"/>
            <a:ext cx="668338" cy="666750"/>
            <a:chOff x="1753961" y="2890922"/>
            <a:chExt cx="667332" cy="667330"/>
          </a:xfrm>
        </p:grpSpPr>
        <p:sp>
          <p:nvSpPr>
            <p:cNvPr id="87" name="ïṧľïḓé"/>
            <p:cNvSpPr/>
            <p:nvPr/>
          </p:nvSpPr>
          <p:spPr>
            <a:xfrm>
              <a:off x="1753961" y="2890922"/>
              <a:ext cx="667332" cy="667330"/>
            </a:xfrm>
            <a:prstGeom prst="ellipse">
              <a:avLst/>
            </a:prstGeom>
            <a:solidFill>
              <a:schemeClr val="accent2"/>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normAutofit fontScale="92500" lnSpcReduction="10000"/>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1" i="0" u="none" strike="noStrike" kern="1200" cap="none" spc="0" normalizeH="0" baseline="0" noProof="0" dirty="0">
                <a:ln>
                  <a:noFill/>
                </a:ln>
                <a:solidFill>
                  <a:schemeClr val="bg1"/>
                </a:solidFill>
                <a:effectLst/>
                <a:uLnTx/>
                <a:uFillTx/>
                <a:latin typeface="+mn-lt"/>
                <a:ea typeface="+mn-ea"/>
                <a:cs typeface="+mn-cs"/>
              </a:endParaRPr>
            </a:p>
          </p:txBody>
        </p:sp>
        <p:sp>
          <p:nvSpPr>
            <p:cNvPr id="38947" name="íś1îdé"/>
            <p:cNvSpPr/>
            <p:nvPr/>
          </p:nvSpPr>
          <p:spPr>
            <a:xfrm>
              <a:off x="1931546" y="3064741"/>
              <a:ext cx="312163" cy="319692"/>
            </a:xfrm>
            <a:custGeom>
              <a:avLst/>
              <a:gdLst>
                <a:gd name="txL" fmla="*/ 0 w 10400"/>
                <a:gd name="txT" fmla="*/ 0 h 10667"/>
                <a:gd name="txR" fmla="*/ 10400 w 10400"/>
                <a:gd name="txB" fmla="*/ 10667 h 10667"/>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rect l="txL" t="txT" r="txR" b="txB"/>
              <a:pathLst>
                <a:path w="10400" h="10667">
                  <a:moveTo>
                    <a:pt x="8838" y="9330"/>
                  </a:moveTo>
                  <a:cubicBezTo>
                    <a:pt x="8838" y="10067"/>
                    <a:pt x="7206" y="10667"/>
                    <a:pt x="5192" y="10667"/>
                  </a:cubicBezTo>
                  <a:cubicBezTo>
                    <a:pt x="3180" y="10667"/>
                    <a:pt x="1547" y="10067"/>
                    <a:pt x="1547" y="9330"/>
                  </a:cubicBezTo>
                  <a:cubicBezTo>
                    <a:pt x="1547" y="8797"/>
                    <a:pt x="2406" y="8341"/>
                    <a:pt x="3638" y="8128"/>
                  </a:cubicBezTo>
                  <a:lnTo>
                    <a:pt x="3638" y="8495"/>
                  </a:lnTo>
                  <a:cubicBezTo>
                    <a:pt x="3293" y="8632"/>
                    <a:pt x="3077" y="8813"/>
                    <a:pt x="3077" y="9013"/>
                  </a:cubicBezTo>
                  <a:cubicBezTo>
                    <a:pt x="3077" y="9437"/>
                    <a:pt x="4015" y="9781"/>
                    <a:pt x="5171" y="9781"/>
                  </a:cubicBezTo>
                  <a:cubicBezTo>
                    <a:pt x="5497" y="9781"/>
                    <a:pt x="5802" y="9751"/>
                    <a:pt x="6077" y="9703"/>
                  </a:cubicBezTo>
                  <a:cubicBezTo>
                    <a:pt x="6090" y="9702"/>
                    <a:pt x="6102" y="9702"/>
                    <a:pt x="6114" y="9700"/>
                  </a:cubicBezTo>
                  <a:cubicBezTo>
                    <a:pt x="6165" y="9694"/>
                    <a:pt x="6212" y="9682"/>
                    <a:pt x="6259" y="9666"/>
                  </a:cubicBezTo>
                  <a:cubicBezTo>
                    <a:pt x="6859" y="9531"/>
                    <a:pt x="7264" y="9290"/>
                    <a:pt x="7264" y="9013"/>
                  </a:cubicBezTo>
                  <a:cubicBezTo>
                    <a:pt x="7264" y="8834"/>
                    <a:pt x="7090" y="8669"/>
                    <a:pt x="6806" y="8539"/>
                  </a:cubicBezTo>
                  <a:lnTo>
                    <a:pt x="6806" y="8137"/>
                  </a:lnTo>
                  <a:cubicBezTo>
                    <a:pt x="8006" y="8356"/>
                    <a:pt x="8838" y="8805"/>
                    <a:pt x="8838" y="9330"/>
                  </a:cubicBezTo>
                  <a:close/>
                  <a:moveTo>
                    <a:pt x="4079" y="1127"/>
                  </a:moveTo>
                  <a:cubicBezTo>
                    <a:pt x="4079" y="504"/>
                    <a:pt x="4578" y="0"/>
                    <a:pt x="5193" y="0"/>
                  </a:cubicBezTo>
                  <a:cubicBezTo>
                    <a:pt x="5807" y="0"/>
                    <a:pt x="6305" y="504"/>
                    <a:pt x="6305" y="1127"/>
                  </a:cubicBezTo>
                  <a:cubicBezTo>
                    <a:pt x="6305" y="1750"/>
                    <a:pt x="5807" y="2254"/>
                    <a:pt x="5193" y="2254"/>
                  </a:cubicBezTo>
                  <a:cubicBezTo>
                    <a:pt x="4578" y="2254"/>
                    <a:pt x="4079" y="1750"/>
                    <a:pt x="4079" y="1127"/>
                  </a:cubicBezTo>
                  <a:close/>
                  <a:moveTo>
                    <a:pt x="9353" y="1669"/>
                  </a:moveTo>
                  <a:cubicBezTo>
                    <a:pt x="8800" y="2578"/>
                    <a:pt x="7557" y="3340"/>
                    <a:pt x="6352" y="3340"/>
                  </a:cubicBezTo>
                  <a:cubicBezTo>
                    <a:pt x="6274" y="3340"/>
                    <a:pt x="6196" y="3336"/>
                    <a:pt x="6118" y="3330"/>
                  </a:cubicBezTo>
                  <a:cubicBezTo>
                    <a:pt x="6142" y="3615"/>
                    <a:pt x="6252" y="4928"/>
                    <a:pt x="6282" y="5755"/>
                  </a:cubicBezTo>
                  <a:cubicBezTo>
                    <a:pt x="6288" y="5783"/>
                    <a:pt x="6294" y="5811"/>
                    <a:pt x="6296" y="5841"/>
                  </a:cubicBezTo>
                  <a:lnTo>
                    <a:pt x="6568" y="10087"/>
                  </a:lnTo>
                  <a:cubicBezTo>
                    <a:pt x="6586" y="10373"/>
                    <a:pt x="5564" y="10428"/>
                    <a:pt x="5546" y="10154"/>
                  </a:cubicBezTo>
                  <a:lnTo>
                    <a:pt x="5318" y="6578"/>
                  </a:lnTo>
                  <a:cubicBezTo>
                    <a:pt x="5280" y="6574"/>
                    <a:pt x="5244" y="6567"/>
                    <a:pt x="5206" y="6567"/>
                  </a:cubicBezTo>
                  <a:cubicBezTo>
                    <a:pt x="5174" y="6567"/>
                    <a:pt x="5136" y="6577"/>
                    <a:pt x="5099" y="6587"/>
                  </a:cubicBezTo>
                  <a:lnTo>
                    <a:pt x="4851" y="10126"/>
                  </a:lnTo>
                  <a:cubicBezTo>
                    <a:pt x="4832" y="10398"/>
                    <a:pt x="3810" y="10338"/>
                    <a:pt x="3830" y="10052"/>
                  </a:cubicBezTo>
                  <a:lnTo>
                    <a:pt x="4144" y="5559"/>
                  </a:lnTo>
                  <a:cubicBezTo>
                    <a:pt x="4146" y="5538"/>
                    <a:pt x="4150" y="5520"/>
                    <a:pt x="4154" y="5500"/>
                  </a:cubicBezTo>
                  <a:cubicBezTo>
                    <a:pt x="4199" y="4432"/>
                    <a:pt x="4252" y="3400"/>
                    <a:pt x="4257" y="3326"/>
                  </a:cubicBezTo>
                  <a:cubicBezTo>
                    <a:pt x="4169" y="3334"/>
                    <a:pt x="4081" y="3340"/>
                    <a:pt x="3994" y="3340"/>
                  </a:cubicBezTo>
                  <a:cubicBezTo>
                    <a:pt x="2788" y="3340"/>
                    <a:pt x="1546" y="2578"/>
                    <a:pt x="993" y="1669"/>
                  </a:cubicBezTo>
                  <a:cubicBezTo>
                    <a:pt x="879" y="1481"/>
                    <a:pt x="936" y="1235"/>
                    <a:pt x="1122" y="1120"/>
                  </a:cubicBezTo>
                  <a:cubicBezTo>
                    <a:pt x="1308" y="1003"/>
                    <a:pt x="1551" y="1062"/>
                    <a:pt x="1665" y="1250"/>
                  </a:cubicBezTo>
                  <a:cubicBezTo>
                    <a:pt x="2166" y="2073"/>
                    <a:pt x="3484" y="2756"/>
                    <a:pt x="4493" y="2470"/>
                  </a:cubicBezTo>
                  <a:cubicBezTo>
                    <a:pt x="4663" y="2411"/>
                    <a:pt x="4865" y="2374"/>
                    <a:pt x="5089" y="2365"/>
                  </a:cubicBezTo>
                  <a:lnTo>
                    <a:pt x="4729" y="5423"/>
                  </a:lnTo>
                  <a:lnTo>
                    <a:pt x="5203" y="5915"/>
                  </a:lnTo>
                  <a:lnTo>
                    <a:pt x="5617" y="5423"/>
                  </a:lnTo>
                  <a:lnTo>
                    <a:pt x="5330" y="2373"/>
                  </a:lnTo>
                  <a:cubicBezTo>
                    <a:pt x="5531" y="2387"/>
                    <a:pt x="5725" y="2423"/>
                    <a:pt x="5890" y="2481"/>
                  </a:cubicBezTo>
                  <a:cubicBezTo>
                    <a:pt x="6894" y="2741"/>
                    <a:pt x="8187" y="2063"/>
                    <a:pt x="8681" y="1250"/>
                  </a:cubicBezTo>
                  <a:cubicBezTo>
                    <a:pt x="8795" y="1062"/>
                    <a:pt x="9038" y="1003"/>
                    <a:pt x="9224" y="1119"/>
                  </a:cubicBezTo>
                  <a:cubicBezTo>
                    <a:pt x="9410" y="1235"/>
                    <a:pt x="9468" y="1481"/>
                    <a:pt x="9353" y="1669"/>
                  </a:cubicBezTo>
                  <a:close/>
                  <a:moveTo>
                    <a:pt x="8844" y="4304"/>
                  </a:moveTo>
                  <a:cubicBezTo>
                    <a:pt x="8839" y="4303"/>
                    <a:pt x="8833" y="4303"/>
                    <a:pt x="8827" y="4302"/>
                  </a:cubicBezTo>
                  <a:lnTo>
                    <a:pt x="8900" y="5088"/>
                  </a:lnTo>
                  <a:lnTo>
                    <a:pt x="8793" y="5217"/>
                  </a:lnTo>
                  <a:lnTo>
                    <a:pt x="8671" y="5088"/>
                  </a:lnTo>
                  <a:lnTo>
                    <a:pt x="8763" y="4301"/>
                  </a:lnTo>
                  <a:cubicBezTo>
                    <a:pt x="8543" y="4286"/>
                    <a:pt x="8343" y="4195"/>
                    <a:pt x="7895" y="3770"/>
                  </a:cubicBezTo>
                  <a:cubicBezTo>
                    <a:pt x="7846" y="3723"/>
                    <a:pt x="7769" y="3725"/>
                    <a:pt x="7722" y="3776"/>
                  </a:cubicBezTo>
                  <a:cubicBezTo>
                    <a:pt x="7676" y="3826"/>
                    <a:pt x="7679" y="3906"/>
                    <a:pt x="7729" y="3953"/>
                  </a:cubicBezTo>
                  <a:cubicBezTo>
                    <a:pt x="8086" y="4293"/>
                    <a:pt x="8319" y="4456"/>
                    <a:pt x="8558" y="4519"/>
                  </a:cubicBezTo>
                  <a:cubicBezTo>
                    <a:pt x="8558" y="4523"/>
                    <a:pt x="8556" y="4527"/>
                    <a:pt x="8556" y="4530"/>
                  </a:cubicBezTo>
                  <a:lnTo>
                    <a:pt x="8505" y="5505"/>
                  </a:lnTo>
                  <a:lnTo>
                    <a:pt x="8378" y="6694"/>
                  </a:lnTo>
                  <a:cubicBezTo>
                    <a:pt x="8369" y="6780"/>
                    <a:pt x="8430" y="6857"/>
                    <a:pt x="8514" y="6867"/>
                  </a:cubicBezTo>
                  <a:cubicBezTo>
                    <a:pt x="8520" y="6867"/>
                    <a:pt x="8525" y="6867"/>
                    <a:pt x="8530" y="6867"/>
                  </a:cubicBezTo>
                  <a:cubicBezTo>
                    <a:pt x="8608" y="6867"/>
                    <a:pt x="8674" y="6808"/>
                    <a:pt x="8683" y="6728"/>
                  </a:cubicBezTo>
                  <a:lnTo>
                    <a:pt x="8815" y="5498"/>
                  </a:lnTo>
                  <a:lnTo>
                    <a:pt x="9012" y="6736"/>
                  </a:lnTo>
                  <a:cubicBezTo>
                    <a:pt x="9025" y="6813"/>
                    <a:pt x="9090" y="6868"/>
                    <a:pt x="9164" y="6868"/>
                  </a:cubicBezTo>
                  <a:cubicBezTo>
                    <a:pt x="9172" y="6868"/>
                    <a:pt x="9180" y="6867"/>
                    <a:pt x="9188" y="6866"/>
                  </a:cubicBezTo>
                  <a:cubicBezTo>
                    <a:pt x="9272" y="6852"/>
                    <a:pt x="9328" y="6771"/>
                    <a:pt x="9315" y="6686"/>
                  </a:cubicBezTo>
                  <a:lnTo>
                    <a:pt x="9119" y="5462"/>
                  </a:lnTo>
                  <a:cubicBezTo>
                    <a:pt x="9119" y="5461"/>
                    <a:pt x="9120" y="5460"/>
                    <a:pt x="9120" y="5459"/>
                  </a:cubicBezTo>
                  <a:lnTo>
                    <a:pt x="9046" y="4530"/>
                  </a:lnTo>
                  <a:cubicBezTo>
                    <a:pt x="9046" y="4526"/>
                    <a:pt x="9046" y="4522"/>
                    <a:pt x="9045" y="4518"/>
                  </a:cubicBezTo>
                  <a:cubicBezTo>
                    <a:pt x="9279" y="4456"/>
                    <a:pt x="9631" y="4296"/>
                    <a:pt x="9990" y="3953"/>
                  </a:cubicBezTo>
                  <a:cubicBezTo>
                    <a:pt x="10040" y="3906"/>
                    <a:pt x="10043" y="3826"/>
                    <a:pt x="9997" y="3776"/>
                  </a:cubicBezTo>
                  <a:cubicBezTo>
                    <a:pt x="9950" y="3725"/>
                    <a:pt x="9873" y="3723"/>
                    <a:pt x="9823" y="3770"/>
                  </a:cubicBezTo>
                  <a:cubicBezTo>
                    <a:pt x="9407" y="4166"/>
                    <a:pt x="9010" y="4290"/>
                    <a:pt x="8857" y="4300"/>
                  </a:cubicBezTo>
                  <a:cubicBezTo>
                    <a:pt x="8852" y="4300"/>
                    <a:pt x="8849" y="4303"/>
                    <a:pt x="8844" y="4304"/>
                  </a:cubicBezTo>
                  <a:close/>
                  <a:moveTo>
                    <a:pt x="8790" y="4263"/>
                  </a:moveTo>
                  <a:cubicBezTo>
                    <a:pt x="8949" y="4263"/>
                    <a:pt x="9078" y="4131"/>
                    <a:pt x="9078" y="3969"/>
                  </a:cubicBezTo>
                  <a:cubicBezTo>
                    <a:pt x="9078" y="3807"/>
                    <a:pt x="8949" y="3675"/>
                    <a:pt x="8790" y="3675"/>
                  </a:cubicBezTo>
                  <a:cubicBezTo>
                    <a:pt x="8631" y="3675"/>
                    <a:pt x="8503" y="3807"/>
                    <a:pt x="8503" y="3969"/>
                  </a:cubicBezTo>
                  <a:cubicBezTo>
                    <a:pt x="8503" y="4131"/>
                    <a:pt x="8631" y="4263"/>
                    <a:pt x="8790" y="4263"/>
                  </a:cubicBezTo>
                  <a:close/>
                  <a:moveTo>
                    <a:pt x="9514" y="6418"/>
                  </a:moveTo>
                  <a:cubicBezTo>
                    <a:pt x="9649" y="6475"/>
                    <a:pt x="9732" y="6548"/>
                    <a:pt x="9732" y="6629"/>
                  </a:cubicBezTo>
                  <a:cubicBezTo>
                    <a:pt x="9732" y="6745"/>
                    <a:pt x="9561" y="6846"/>
                    <a:pt x="9306" y="6903"/>
                  </a:cubicBezTo>
                  <a:cubicBezTo>
                    <a:pt x="9287" y="6910"/>
                    <a:pt x="9267" y="6915"/>
                    <a:pt x="9245" y="6917"/>
                  </a:cubicBezTo>
                  <a:cubicBezTo>
                    <a:pt x="9240" y="6918"/>
                    <a:pt x="9235" y="6918"/>
                    <a:pt x="9229" y="6918"/>
                  </a:cubicBezTo>
                  <a:cubicBezTo>
                    <a:pt x="9112" y="6939"/>
                    <a:pt x="8983" y="6952"/>
                    <a:pt x="8845" y="6952"/>
                  </a:cubicBezTo>
                  <a:cubicBezTo>
                    <a:pt x="8355" y="6952"/>
                    <a:pt x="7957" y="6807"/>
                    <a:pt x="7957" y="6629"/>
                  </a:cubicBezTo>
                  <a:cubicBezTo>
                    <a:pt x="7957" y="6542"/>
                    <a:pt x="8055" y="6463"/>
                    <a:pt x="8211" y="6405"/>
                  </a:cubicBezTo>
                  <a:lnTo>
                    <a:pt x="8222" y="6252"/>
                  </a:lnTo>
                  <a:cubicBezTo>
                    <a:pt x="7685" y="6340"/>
                    <a:pt x="7308" y="6534"/>
                    <a:pt x="7308" y="6762"/>
                  </a:cubicBezTo>
                  <a:cubicBezTo>
                    <a:pt x="7308" y="7072"/>
                    <a:pt x="8000" y="7324"/>
                    <a:pt x="8854" y="7324"/>
                  </a:cubicBezTo>
                  <a:cubicBezTo>
                    <a:pt x="9708" y="7324"/>
                    <a:pt x="10400" y="7072"/>
                    <a:pt x="10400" y="6762"/>
                  </a:cubicBezTo>
                  <a:cubicBezTo>
                    <a:pt x="10400" y="6535"/>
                    <a:pt x="10027" y="6342"/>
                    <a:pt x="9494" y="6253"/>
                  </a:cubicBezTo>
                  <a:lnTo>
                    <a:pt x="9514" y="6418"/>
                  </a:lnTo>
                  <a:close/>
                  <a:moveTo>
                    <a:pt x="1543" y="4300"/>
                  </a:moveTo>
                  <a:cubicBezTo>
                    <a:pt x="1391" y="4290"/>
                    <a:pt x="994" y="4166"/>
                    <a:pt x="577" y="3770"/>
                  </a:cubicBezTo>
                  <a:cubicBezTo>
                    <a:pt x="528" y="3723"/>
                    <a:pt x="450" y="3725"/>
                    <a:pt x="404" y="3776"/>
                  </a:cubicBezTo>
                  <a:cubicBezTo>
                    <a:pt x="358" y="3826"/>
                    <a:pt x="361" y="3906"/>
                    <a:pt x="411" y="3953"/>
                  </a:cubicBezTo>
                  <a:cubicBezTo>
                    <a:pt x="770" y="4296"/>
                    <a:pt x="1122" y="4456"/>
                    <a:pt x="1355" y="4518"/>
                  </a:cubicBezTo>
                  <a:cubicBezTo>
                    <a:pt x="1355" y="4522"/>
                    <a:pt x="1355" y="4526"/>
                    <a:pt x="1355" y="4530"/>
                  </a:cubicBezTo>
                  <a:lnTo>
                    <a:pt x="1281" y="5459"/>
                  </a:lnTo>
                  <a:cubicBezTo>
                    <a:pt x="1281" y="5460"/>
                    <a:pt x="1282" y="5461"/>
                    <a:pt x="1282" y="5462"/>
                  </a:cubicBezTo>
                  <a:lnTo>
                    <a:pt x="1086" y="6686"/>
                  </a:lnTo>
                  <a:cubicBezTo>
                    <a:pt x="1072" y="6771"/>
                    <a:pt x="1129" y="6852"/>
                    <a:pt x="1212" y="6866"/>
                  </a:cubicBezTo>
                  <a:cubicBezTo>
                    <a:pt x="1221" y="6867"/>
                    <a:pt x="1229" y="6867"/>
                    <a:pt x="1236" y="6867"/>
                  </a:cubicBezTo>
                  <a:cubicBezTo>
                    <a:pt x="1311" y="6867"/>
                    <a:pt x="1376" y="6813"/>
                    <a:pt x="1388" y="6736"/>
                  </a:cubicBezTo>
                  <a:lnTo>
                    <a:pt x="1586" y="5498"/>
                  </a:lnTo>
                  <a:lnTo>
                    <a:pt x="1718" y="6728"/>
                  </a:lnTo>
                  <a:cubicBezTo>
                    <a:pt x="1726" y="6808"/>
                    <a:pt x="1792" y="6867"/>
                    <a:pt x="1870" y="6867"/>
                  </a:cubicBezTo>
                  <a:cubicBezTo>
                    <a:pt x="1875" y="6867"/>
                    <a:pt x="1881" y="6867"/>
                    <a:pt x="1887" y="6867"/>
                  </a:cubicBezTo>
                  <a:cubicBezTo>
                    <a:pt x="1971" y="6857"/>
                    <a:pt x="2032" y="6780"/>
                    <a:pt x="2022" y="6694"/>
                  </a:cubicBezTo>
                  <a:lnTo>
                    <a:pt x="1895" y="5505"/>
                  </a:lnTo>
                  <a:lnTo>
                    <a:pt x="1845" y="4530"/>
                  </a:lnTo>
                  <a:cubicBezTo>
                    <a:pt x="1845" y="4527"/>
                    <a:pt x="1843" y="4523"/>
                    <a:pt x="1843" y="4519"/>
                  </a:cubicBezTo>
                  <a:cubicBezTo>
                    <a:pt x="2082" y="4456"/>
                    <a:pt x="2314" y="4293"/>
                    <a:pt x="2672" y="3953"/>
                  </a:cubicBezTo>
                  <a:cubicBezTo>
                    <a:pt x="2722" y="3906"/>
                    <a:pt x="2725" y="3826"/>
                    <a:pt x="2678" y="3776"/>
                  </a:cubicBezTo>
                  <a:cubicBezTo>
                    <a:pt x="2632" y="3725"/>
                    <a:pt x="2555" y="3722"/>
                    <a:pt x="2505" y="3770"/>
                  </a:cubicBezTo>
                  <a:cubicBezTo>
                    <a:pt x="2058" y="4195"/>
                    <a:pt x="1857" y="4286"/>
                    <a:pt x="1637" y="4301"/>
                  </a:cubicBezTo>
                  <a:lnTo>
                    <a:pt x="1730" y="5088"/>
                  </a:lnTo>
                  <a:lnTo>
                    <a:pt x="1608" y="5217"/>
                  </a:lnTo>
                  <a:lnTo>
                    <a:pt x="1501" y="5088"/>
                  </a:lnTo>
                  <a:lnTo>
                    <a:pt x="1574" y="4302"/>
                  </a:lnTo>
                  <a:cubicBezTo>
                    <a:pt x="1568" y="4303"/>
                    <a:pt x="1562" y="4303"/>
                    <a:pt x="1557" y="4304"/>
                  </a:cubicBezTo>
                  <a:cubicBezTo>
                    <a:pt x="1552" y="4303"/>
                    <a:pt x="1548" y="4300"/>
                    <a:pt x="1543" y="4300"/>
                  </a:cubicBezTo>
                  <a:close/>
                  <a:moveTo>
                    <a:pt x="1898" y="3969"/>
                  </a:moveTo>
                  <a:cubicBezTo>
                    <a:pt x="1898" y="3807"/>
                    <a:pt x="1769" y="3675"/>
                    <a:pt x="1610" y="3675"/>
                  </a:cubicBezTo>
                  <a:cubicBezTo>
                    <a:pt x="1452" y="3675"/>
                    <a:pt x="1323" y="3807"/>
                    <a:pt x="1323" y="3969"/>
                  </a:cubicBezTo>
                  <a:cubicBezTo>
                    <a:pt x="1323" y="4131"/>
                    <a:pt x="1452" y="4263"/>
                    <a:pt x="1610" y="4263"/>
                  </a:cubicBezTo>
                  <a:cubicBezTo>
                    <a:pt x="1769" y="4263"/>
                    <a:pt x="1898" y="4131"/>
                    <a:pt x="1898" y="3969"/>
                  </a:cubicBezTo>
                  <a:close/>
                  <a:moveTo>
                    <a:pt x="906" y="6253"/>
                  </a:moveTo>
                  <a:cubicBezTo>
                    <a:pt x="373" y="6342"/>
                    <a:pt x="0" y="6535"/>
                    <a:pt x="0" y="6762"/>
                  </a:cubicBezTo>
                  <a:cubicBezTo>
                    <a:pt x="0" y="7072"/>
                    <a:pt x="693" y="7324"/>
                    <a:pt x="1547" y="7324"/>
                  </a:cubicBezTo>
                  <a:cubicBezTo>
                    <a:pt x="2401" y="7324"/>
                    <a:pt x="3093" y="7072"/>
                    <a:pt x="3093" y="6762"/>
                  </a:cubicBezTo>
                  <a:cubicBezTo>
                    <a:pt x="3093" y="6534"/>
                    <a:pt x="2716" y="6340"/>
                    <a:pt x="2178" y="6252"/>
                  </a:cubicBezTo>
                  <a:lnTo>
                    <a:pt x="2189" y="6405"/>
                  </a:lnTo>
                  <a:cubicBezTo>
                    <a:pt x="2346" y="6463"/>
                    <a:pt x="2444" y="6542"/>
                    <a:pt x="2444" y="6629"/>
                  </a:cubicBezTo>
                  <a:cubicBezTo>
                    <a:pt x="2444" y="6807"/>
                    <a:pt x="2046" y="6952"/>
                    <a:pt x="1556" y="6952"/>
                  </a:cubicBezTo>
                  <a:cubicBezTo>
                    <a:pt x="1418" y="6952"/>
                    <a:pt x="1289" y="6939"/>
                    <a:pt x="1172" y="6918"/>
                  </a:cubicBezTo>
                  <a:cubicBezTo>
                    <a:pt x="1166" y="6918"/>
                    <a:pt x="1161" y="6918"/>
                    <a:pt x="1155" y="6917"/>
                  </a:cubicBezTo>
                  <a:cubicBezTo>
                    <a:pt x="1134" y="6915"/>
                    <a:pt x="1114" y="6910"/>
                    <a:pt x="1095" y="6903"/>
                  </a:cubicBezTo>
                  <a:cubicBezTo>
                    <a:pt x="840" y="6846"/>
                    <a:pt x="669" y="6745"/>
                    <a:pt x="669" y="6629"/>
                  </a:cubicBezTo>
                  <a:cubicBezTo>
                    <a:pt x="669" y="6548"/>
                    <a:pt x="751" y="6475"/>
                    <a:pt x="887" y="6418"/>
                  </a:cubicBezTo>
                  <a:lnTo>
                    <a:pt x="906" y="6253"/>
                  </a:lnTo>
                  <a:close/>
                </a:path>
              </a:pathLst>
            </a:custGeom>
            <a:solidFill>
              <a:schemeClr val="bg1">
                <a:alpha val="100000"/>
              </a:schemeClr>
            </a:solidFill>
            <a:ln w="9525">
              <a:noFill/>
            </a:ln>
          </p:spPr>
          <p:txBody>
            <a:bodyPr/>
            <a:p>
              <a:endParaRPr lang="zh-CN" altLang="en-US"/>
            </a:p>
          </p:txBody>
        </p:sp>
      </p:grpSp>
      <p:sp>
        <p:nvSpPr>
          <p:cNvPr id="38928" name="iṡļíḋê"/>
          <p:cNvSpPr txBox="1"/>
          <p:nvPr/>
        </p:nvSpPr>
        <p:spPr>
          <a:xfrm>
            <a:off x="9191625" y="3235325"/>
            <a:ext cx="2395538" cy="527050"/>
          </a:xfrm>
          <a:prstGeom prst="rect">
            <a:avLst/>
          </a:prstGeom>
          <a:noFill/>
          <a:ln w="9525">
            <a:noFill/>
          </a:ln>
        </p:spPr>
        <p:txBody>
          <a:bodyPr anchor="ctr"/>
          <a:p>
            <a:pPr algn="ctr" eaLnBrk="1" hangingPunct="1">
              <a:lnSpc>
                <a:spcPct val="150000"/>
              </a:lnSpc>
            </a:pPr>
            <a:r>
              <a:rPr lang="zh-CN" altLang="en-US" sz="1600" b="1" dirty="0">
                <a:solidFill>
                  <a:schemeClr val="bg1"/>
                </a:solidFill>
                <a:latin typeface="等线" pitchFamily="2" charset="-122"/>
              </a:rPr>
              <a:t>售后</a:t>
            </a:r>
            <a:endParaRPr lang="vi-VN" altLang="zh-CN" sz="1600" b="1" dirty="0">
              <a:solidFill>
                <a:schemeClr val="bg1"/>
              </a:solidFill>
              <a:latin typeface="等线" pitchFamily="2" charset="-122"/>
              <a:ea typeface="微软雅黑" panose="020B0503020204020204" pitchFamily="34" charset="-122"/>
            </a:endParaRPr>
          </a:p>
        </p:txBody>
      </p:sp>
      <p:sp>
        <p:nvSpPr>
          <p:cNvPr id="38929" name="TextBox 2"/>
          <p:cNvSpPr txBox="1"/>
          <p:nvPr/>
        </p:nvSpPr>
        <p:spPr>
          <a:xfrm>
            <a:off x="941388" y="3636963"/>
            <a:ext cx="2297112" cy="1708150"/>
          </a:xfrm>
          <a:prstGeom prst="rect">
            <a:avLst/>
          </a:prstGeom>
          <a:noFill/>
          <a:ln w="9525">
            <a:noFill/>
          </a:ln>
        </p:spPr>
        <p:txBody>
          <a:bodyPr>
            <a:spAutoFit/>
          </a:bodyPr>
          <a:p>
            <a:pPr algn="ctr" eaLnBrk="1" hangingPunct="1">
              <a:lnSpc>
                <a:spcPct val="150000"/>
              </a:lnSpc>
            </a:pPr>
            <a:r>
              <a:rPr lang="zh-CN" altLang="en-US" sz="1400" b="1" dirty="0">
                <a:solidFill>
                  <a:schemeClr val="bg1"/>
                </a:solidFill>
                <a:latin typeface="等线" pitchFamily="2" charset="-122"/>
              </a:rPr>
              <a:t>负责整个店铺运营月度，季度规划，活动策划，店铺数据信息周报，月报反馈</a:t>
            </a:r>
            <a:br>
              <a:rPr lang="en-US" altLang="zh-CN" sz="1400" b="1" dirty="0">
                <a:latin typeface="等线" pitchFamily="2" charset="-122"/>
              </a:rPr>
            </a:br>
            <a:endParaRPr lang="zh-CN" altLang="en-US" sz="1400"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grpSp>
        <p:nvGrpSpPr>
          <p:cNvPr id="38930" name="iṣļïḋé"/>
          <p:cNvGrpSpPr/>
          <p:nvPr/>
        </p:nvGrpSpPr>
        <p:grpSpPr>
          <a:xfrm>
            <a:off x="2543175" y="1517650"/>
            <a:ext cx="258763" cy="292100"/>
            <a:chOff x="1687513" y="1622425"/>
            <a:chExt cx="314325" cy="355600"/>
          </a:xfrm>
        </p:grpSpPr>
        <p:sp>
          <p:nvSpPr>
            <p:cNvPr id="38944" name="isľiḓè"/>
            <p:cNvSpPr/>
            <p:nvPr/>
          </p:nvSpPr>
          <p:spPr>
            <a:xfrm>
              <a:off x="1687513" y="1622425"/>
              <a:ext cx="314325" cy="355600"/>
            </a:xfrm>
            <a:custGeom>
              <a:avLst/>
              <a:gdLst>
                <a:gd name="txL" fmla="*/ 0 w 233"/>
                <a:gd name="txT" fmla="*/ 0 h 264"/>
                <a:gd name="txR" fmla="*/ 233 w 233"/>
                <a:gd name="txB" fmla="*/ 264 h 264"/>
              </a:gdLst>
              <a:ahLst/>
              <a:cxnLst>
                <a:cxn ang="0">
                  <a:pos x="2147483647" y="2147483647"/>
                </a:cxn>
                <a:cxn ang="0">
                  <a:pos x="2147483647" y="2147483647"/>
                </a:cxn>
                <a:cxn ang="0">
                  <a:pos x="0"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rect l="txL" t="txT" r="txR" b="txB"/>
              <a:pathLst>
                <a:path w="233" h="264">
                  <a:moveTo>
                    <a:pt x="17" y="264"/>
                  </a:moveTo>
                  <a:cubicBezTo>
                    <a:pt x="14" y="264"/>
                    <a:pt x="11" y="263"/>
                    <a:pt x="9" y="262"/>
                  </a:cubicBezTo>
                  <a:cubicBezTo>
                    <a:pt x="3" y="259"/>
                    <a:pt x="0" y="253"/>
                    <a:pt x="0" y="247"/>
                  </a:cubicBezTo>
                  <a:cubicBezTo>
                    <a:pt x="0" y="17"/>
                    <a:pt x="0" y="17"/>
                    <a:pt x="0" y="17"/>
                  </a:cubicBezTo>
                  <a:cubicBezTo>
                    <a:pt x="0" y="11"/>
                    <a:pt x="3" y="6"/>
                    <a:pt x="9" y="3"/>
                  </a:cubicBezTo>
                  <a:cubicBezTo>
                    <a:pt x="14" y="0"/>
                    <a:pt x="20" y="0"/>
                    <a:pt x="25" y="3"/>
                  </a:cubicBezTo>
                  <a:cubicBezTo>
                    <a:pt x="225" y="118"/>
                    <a:pt x="225" y="118"/>
                    <a:pt x="225" y="118"/>
                  </a:cubicBezTo>
                  <a:cubicBezTo>
                    <a:pt x="230" y="121"/>
                    <a:pt x="233" y="126"/>
                    <a:pt x="233" y="132"/>
                  </a:cubicBezTo>
                  <a:cubicBezTo>
                    <a:pt x="233" y="138"/>
                    <a:pt x="230" y="144"/>
                    <a:pt x="225" y="147"/>
                  </a:cubicBezTo>
                  <a:cubicBezTo>
                    <a:pt x="25" y="262"/>
                    <a:pt x="25" y="262"/>
                    <a:pt x="25" y="262"/>
                  </a:cubicBezTo>
                  <a:cubicBezTo>
                    <a:pt x="23" y="263"/>
                    <a:pt x="20" y="264"/>
                    <a:pt x="17" y="264"/>
                  </a:cubicBezTo>
                  <a:close/>
                </a:path>
              </a:pathLst>
            </a:custGeom>
            <a:solidFill>
              <a:srgbClr val="FFFFFF">
                <a:alpha val="100000"/>
              </a:srgbClr>
            </a:solidFill>
            <a:ln w="9525">
              <a:noFill/>
            </a:ln>
          </p:spPr>
          <p:txBody>
            <a:bodyPr/>
            <a:p>
              <a:endParaRPr lang="zh-CN" altLang="en-US"/>
            </a:p>
          </p:txBody>
        </p:sp>
        <p:sp>
          <p:nvSpPr>
            <p:cNvPr id="108" name="ïsļïḓé"/>
            <p:cNvSpPr/>
            <p:nvPr/>
          </p:nvSpPr>
          <p:spPr bwMode="auto">
            <a:xfrm>
              <a:off x="1845639" y="1759641"/>
              <a:ext cx="71350" cy="81170"/>
            </a:xfrm>
            <a:custGeom>
              <a:avLst/>
              <a:gdLst/>
              <a:ahLst/>
              <a:cxnLst>
                <a:cxn ang="0">
                  <a:pos x="0" y="0"/>
                </a:cxn>
                <a:cxn ang="0">
                  <a:pos x="44" y="26"/>
                </a:cxn>
                <a:cxn ang="0">
                  <a:pos x="0" y="52"/>
                </a:cxn>
                <a:cxn ang="0">
                  <a:pos x="0" y="0"/>
                </a:cxn>
              </a:cxnLst>
              <a:rect l="0" t="0" r="r" b="b"/>
              <a:pathLst>
                <a:path w="44" h="52">
                  <a:moveTo>
                    <a:pt x="0" y="0"/>
                  </a:moveTo>
                  <a:lnTo>
                    <a:pt x="44" y="26"/>
                  </a:lnTo>
                  <a:lnTo>
                    <a:pt x="0" y="52"/>
                  </a:lnTo>
                  <a:lnTo>
                    <a:pt x="0" y="0"/>
                  </a:lnTo>
                  <a:close/>
                </a:path>
              </a:pathLst>
            </a:custGeom>
            <a:solidFill>
              <a:schemeClr val="accent4"/>
            </a:solidFill>
            <a:ln w="9525">
              <a:noFill/>
              <a:round/>
            </a:ln>
          </p:spPr>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chemeClr val="tx1"/>
                </a:solidFill>
                <a:effectLst/>
                <a:uLnTx/>
                <a:uFillTx/>
                <a:latin typeface="等线" pitchFamily="2" charset="-122"/>
                <a:ea typeface="等线" pitchFamily="2" charset="-122"/>
                <a:cs typeface="+mn-cs"/>
              </a:endParaRPr>
            </a:p>
          </p:txBody>
        </p:sp>
      </p:grpSp>
      <p:sp>
        <p:nvSpPr>
          <p:cNvPr id="109" name="文本框 108"/>
          <p:cNvSpPr txBox="1"/>
          <p:nvPr/>
        </p:nvSpPr>
        <p:spPr>
          <a:xfrm>
            <a:off x="1052513" y="1427163"/>
            <a:ext cx="1416050" cy="461963"/>
          </a:xfrm>
          <a:prstGeom prst="rect">
            <a:avLst/>
          </a:prstGeom>
          <a:noFill/>
        </p:spPr>
        <p:txBody>
          <a:bodyPr wrap="none">
            <a:spAutoFit/>
          </a:bodyPr>
          <a:lstStyle/>
          <a:p>
            <a:pPr marR="0" defTabSz="914400" eaLnBrk="1" hangingPunct="1">
              <a:buClrTx/>
              <a:buSzTx/>
              <a:buFontTx/>
              <a:defRPr/>
            </a:pPr>
            <a:r>
              <a:rPr kumimoji="0" lang="zh-CN" altLang="en-US" sz="2400" b="1" kern="1200" cap="none" spc="0" normalizeH="0" baseline="0" noProof="0" dirty="0">
                <a:solidFill>
                  <a:srgbClr val="92D050"/>
                </a:solidFill>
                <a:latin typeface="Arial" panose="020B0604020202020204" pitchFamily="34" charset="0"/>
                <a:ea typeface="微软雅黑" panose="020B0503020204020204" pitchFamily="34" charset="-122"/>
                <a:cs typeface="+mn-ea"/>
                <a:sym typeface="Arial" panose="020B0604020202020204" pitchFamily="34" charset="0"/>
              </a:rPr>
              <a:t>运营理念</a:t>
            </a:r>
            <a:endParaRPr kumimoji="0" lang="zh-CN" altLang="en-US" sz="2400" b="1" kern="1200" cap="none" spc="0" normalizeH="0" baseline="0" noProof="0" dirty="0">
              <a:solidFill>
                <a:srgbClr val="92D05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8932" name="TextBox 2"/>
          <p:cNvSpPr txBox="1"/>
          <p:nvPr/>
        </p:nvSpPr>
        <p:spPr>
          <a:xfrm>
            <a:off x="3582988" y="3762375"/>
            <a:ext cx="2492375" cy="696913"/>
          </a:xfrm>
          <a:prstGeom prst="rect">
            <a:avLst/>
          </a:prstGeom>
          <a:noFill/>
          <a:ln w="9525">
            <a:noFill/>
          </a:ln>
        </p:spPr>
        <p:txBody>
          <a:bodyPr>
            <a:spAutoFit/>
          </a:bodyPr>
          <a:p>
            <a:pPr algn="ctr" eaLnBrk="1" hangingPunct="1">
              <a:lnSpc>
                <a:spcPct val="150000"/>
              </a:lnSpc>
            </a:pPr>
            <a:r>
              <a:rPr lang="zh-CN" altLang="en-US" sz="1400" b="1" dirty="0">
                <a:solidFill>
                  <a:schemeClr val="bg1"/>
                </a:solidFill>
                <a:latin typeface="等线" pitchFamily="2" charset="-122"/>
              </a:rPr>
              <a:t>上架</a:t>
            </a:r>
            <a:r>
              <a:rPr lang="en-US" altLang="zh-CN" sz="1400" b="1" dirty="0">
                <a:solidFill>
                  <a:schemeClr val="bg1"/>
                </a:solidFill>
                <a:latin typeface="等线" pitchFamily="2" charset="-122"/>
              </a:rPr>
              <a:t>listing</a:t>
            </a:r>
            <a:r>
              <a:rPr lang="zh-CN" altLang="en-US" sz="1400" b="1" dirty="0">
                <a:solidFill>
                  <a:schemeClr val="bg1"/>
                </a:solidFill>
                <a:latin typeface="等线" pitchFamily="2" charset="-122"/>
              </a:rPr>
              <a:t>、完善优化关键词，设置</a:t>
            </a:r>
            <a:r>
              <a:rPr lang="en-US" altLang="zh-CN" sz="1400" b="1" dirty="0">
                <a:solidFill>
                  <a:schemeClr val="bg1"/>
                </a:solidFill>
                <a:latin typeface="等线" pitchFamily="2" charset="-122"/>
              </a:rPr>
              <a:t>CPC</a:t>
            </a:r>
            <a:r>
              <a:rPr lang="zh-CN" altLang="en-US" sz="1400" b="1" dirty="0">
                <a:solidFill>
                  <a:schemeClr val="bg1"/>
                </a:solidFill>
                <a:latin typeface="等线" pitchFamily="2" charset="-122"/>
              </a:rPr>
              <a:t>广告</a:t>
            </a:r>
            <a:endParaRPr lang="en-US" altLang="zh-CN" sz="1400"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sp>
        <p:nvSpPr>
          <p:cNvPr id="38933" name="TextBox 2"/>
          <p:cNvSpPr txBox="1"/>
          <p:nvPr/>
        </p:nvSpPr>
        <p:spPr>
          <a:xfrm>
            <a:off x="6308725" y="3762375"/>
            <a:ext cx="2492375" cy="698500"/>
          </a:xfrm>
          <a:prstGeom prst="rect">
            <a:avLst/>
          </a:prstGeom>
          <a:noFill/>
          <a:ln w="9525">
            <a:noFill/>
          </a:ln>
        </p:spPr>
        <p:txBody>
          <a:bodyPr>
            <a:spAutoFit/>
          </a:bodyPr>
          <a:p>
            <a:pPr algn="ctr" eaLnBrk="1" hangingPunct="1">
              <a:lnSpc>
                <a:spcPct val="150000"/>
              </a:lnSpc>
            </a:pPr>
            <a:r>
              <a:rPr lang="zh-CN" altLang="en-US" sz="1400" b="1" dirty="0">
                <a:solidFill>
                  <a:schemeClr val="bg1"/>
                </a:solidFill>
                <a:latin typeface="等线" pitchFamily="2" charset="-122"/>
              </a:rPr>
              <a:t>处理产品图片，负责活动海报</a:t>
            </a:r>
            <a:endParaRPr lang="en-US" altLang="zh-CN" sz="1400"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sp>
        <p:nvSpPr>
          <p:cNvPr id="38934" name="TextBox 2"/>
          <p:cNvSpPr txBox="1"/>
          <p:nvPr/>
        </p:nvSpPr>
        <p:spPr>
          <a:xfrm>
            <a:off x="9191625" y="3735388"/>
            <a:ext cx="2492375" cy="696912"/>
          </a:xfrm>
          <a:prstGeom prst="rect">
            <a:avLst/>
          </a:prstGeom>
          <a:noFill/>
          <a:ln w="9525">
            <a:noFill/>
          </a:ln>
        </p:spPr>
        <p:txBody>
          <a:bodyPr>
            <a:spAutoFit/>
          </a:bodyPr>
          <a:p>
            <a:pPr algn="ctr" eaLnBrk="1" hangingPunct="1">
              <a:lnSpc>
                <a:spcPct val="150000"/>
              </a:lnSpc>
            </a:pPr>
            <a:r>
              <a:rPr lang="zh-CN" altLang="en-US" sz="1400" b="1" dirty="0">
                <a:solidFill>
                  <a:schemeClr val="bg1"/>
                </a:solidFill>
                <a:latin typeface="等线" pitchFamily="2" charset="-122"/>
              </a:rPr>
              <a:t>跟进买家购物体验，处理客户邮件，中差评</a:t>
            </a:r>
            <a:endParaRPr lang="en-US" altLang="zh-CN" sz="1400"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sp>
        <p:nvSpPr>
          <p:cNvPr id="43" name="矩形 42"/>
          <p:cNvSpPr/>
          <p:nvPr/>
        </p:nvSpPr>
        <p:spPr>
          <a:xfrm>
            <a:off x="3126999" y="1202035"/>
            <a:ext cx="6445996" cy="923330"/>
          </a:xfrm>
          <a:prstGeom prst="rect">
            <a:avLst/>
          </a:prstGeom>
          <a:noFill/>
        </p:spPr>
        <p:txBody>
          <a:bodyPr wrap="none">
            <a:spAutoFit/>
            <a:scene3d>
              <a:camera prst="orthographicFront"/>
              <a:lightRig rig="brightRoom" dir="t"/>
            </a:scene3d>
            <a:sp3d contourW="6350" prstMaterial="plastic">
              <a:bevelT w="20320" h="20320" prst="angle"/>
              <a:contourClr>
                <a:schemeClr val="accent1">
                  <a:tint val="100000"/>
                  <a:shade val="100000"/>
                  <a:hueMod val="100000"/>
                  <a:satMod val="100000"/>
                </a:schemeClr>
              </a:contourClr>
            </a:sp3d>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5400" b="1" i="0" u="none" strike="noStrike" kern="1200" cap="all" spc="0" normalizeH="0" baseline="0" noProof="0" dirty="0">
                <a:solidFill>
                  <a:schemeClr val="accent1"/>
                </a:solidFill>
                <a:effectLst>
                  <a:outerShdw blurRad="19685" dist="12700" dir="5400000" algn="tl" rotWithShape="0">
                    <a:schemeClr val="accent1">
                      <a:satMod val="130000"/>
                      <a:alpha val="60000"/>
                    </a:schemeClr>
                  </a:outerShdw>
                  <a:reflection blurRad="10000" stA="55000" endPos="48000" dist="500" dir="5400000" sy="-100000" algn="bl" rotWithShape="0"/>
                </a:effectLst>
                <a:uLnTx/>
                <a:uFillTx/>
                <a:latin typeface="等线" pitchFamily="2" charset="-122"/>
                <a:ea typeface="等线" pitchFamily="2" charset="-122"/>
                <a:cs typeface="+mn-cs"/>
              </a:rPr>
              <a:t>让世界爱上中国品牌</a:t>
            </a:r>
            <a:endParaRPr kumimoji="0" lang="zh-CN" altLang="en-US" sz="5400" b="1" i="0" u="none" strike="noStrike" kern="1200" cap="all" spc="0" normalizeH="0" baseline="0" noProof="0" dirty="0">
              <a:solidFill>
                <a:schemeClr val="accent1"/>
              </a:solidFill>
              <a:effectLst>
                <a:outerShdw blurRad="19685" dist="12700" dir="5400000" algn="tl" rotWithShape="0">
                  <a:schemeClr val="accent1">
                    <a:satMod val="130000"/>
                    <a:alpha val="60000"/>
                  </a:schemeClr>
                </a:outerShdw>
                <a:reflection blurRad="10000" stA="55000" endPos="48000" dist="500" dir="5400000" sy="-100000" algn="bl" rotWithShape="0"/>
              </a:effectLst>
              <a:uLnTx/>
              <a:uFillTx/>
              <a:latin typeface="等线" pitchFamily="2" charset="-122"/>
              <a:ea typeface="等线" pitchFamily="2" charset="-122"/>
              <a:cs typeface="+mn-cs"/>
            </a:endParaRPr>
          </a:p>
        </p:txBody>
      </p:sp>
    </p:spTree>
  </p:cSld>
  <p:clrMapOvr>
    <a:masterClrMapping/>
  </p:clrMapOvr>
  <p:transition spd="slow" advTm="3000">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 name="文本框 15"/>
          <p:cNvSpPr txBox="1"/>
          <p:nvPr/>
        </p:nvSpPr>
        <p:spPr>
          <a:xfrm>
            <a:off x="983128" y="746936"/>
            <a:ext cx="1243610" cy="292388"/>
          </a:xfrm>
          <a:prstGeom prst="rect">
            <a:avLst/>
          </a:prstGeom>
          <a:noFill/>
          <a:ln w="12700" cap="flat">
            <a:noFill/>
            <a:miter lim="400000"/>
          </a:ln>
        </p:spPr>
        <p:style>
          <a:lnRef idx="0">
            <a:scrgbClr r="0" g="0" b="0"/>
          </a:lnRef>
          <a:fillRef idx="0">
            <a:scrgbClr r="0" g="0" b="0"/>
          </a:fillRef>
          <a:effectRef idx="0">
            <a:scrgbClr r="0" g="0" b="0"/>
          </a:effectRef>
          <a:fontRef idx="none"/>
        </p:style>
        <p:txBody>
          <a:bodyPr spcFirstLastPara="1" wrap="none" lIns="22860" tIns="22860" rIns="22860" bIns="22860" spcCol="3810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600" b="0" i="0" u="none" strike="noStrike" kern="1200" cap="none" spc="0" normalizeH="0" baseline="0" noProof="0" dirty="0">
                <a:ln>
                  <a:noFill/>
                </a:ln>
                <a:solidFill>
                  <a:schemeClr val="bg1">
                    <a:alpha val="60000"/>
                  </a:schemeClr>
                </a:solidFill>
                <a:effectLst/>
                <a:uLnTx/>
                <a:uFillTx/>
                <a:latin typeface="Arial" panose="020B0604020202020204" pitchFamily="34" charset="0"/>
                <a:ea typeface="微软雅黑" panose="020B0503020204020204" pitchFamily="34" charset="-122"/>
                <a:cs typeface="+mn-ea"/>
                <a:sym typeface="Arial" panose="020B0604020202020204" pitchFamily="34" charset="0"/>
              </a:rPr>
              <a:t>How to do it?</a:t>
            </a:r>
            <a:endParaRPr kumimoji="0" lang="en-US" altLang="zh-CN" sz="1600" b="0" i="0" u="none" strike="noStrike" kern="1200" cap="none" spc="0" normalizeH="0" baseline="0" noProof="0" dirty="0">
              <a:ln>
                <a:noFill/>
              </a:ln>
              <a:solidFill>
                <a:schemeClr val="bg1">
                  <a:alpha val="60000"/>
                </a:schemeClr>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grpSp>
        <p:nvGrpSpPr>
          <p:cNvPr id="2" name="组合 17"/>
          <p:cNvGrpSpPr/>
          <p:nvPr/>
        </p:nvGrpSpPr>
        <p:grpSpPr>
          <a:xfrm>
            <a:off x="244476" y="292500"/>
            <a:ext cx="493773" cy="615629"/>
            <a:chOff x="7409" y="353"/>
            <a:chExt cx="1374" cy="1582"/>
          </a:xfrm>
          <a:solidFill>
            <a:srgbClr val="1766F3"/>
          </a:solidFill>
        </p:grpSpPr>
        <p:sp>
          <p:nvSpPr>
            <p:cNvPr id="20" name="平行四边形 19"/>
            <p:cNvSpPr/>
            <p:nvPr/>
          </p:nvSpPr>
          <p:spPr>
            <a:xfrm>
              <a:off x="7409" y="353"/>
              <a:ext cx="788" cy="981"/>
            </a:xfrm>
            <a:prstGeom prst="parallelogram">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3600" b="0" i="0" u="none" strike="noStrike" kern="1200" cap="none" spc="0" normalizeH="0" baseline="0" noProof="0">
                <a:ln>
                  <a:noFill/>
                </a:ln>
                <a:solidFill>
                  <a:schemeClr val="lt1"/>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1" name="平行四边形 20"/>
            <p:cNvSpPr/>
            <p:nvPr/>
          </p:nvSpPr>
          <p:spPr>
            <a:xfrm>
              <a:off x="7995" y="955"/>
              <a:ext cx="788" cy="981"/>
            </a:xfrm>
            <a:prstGeom prst="parallelogram">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3600" b="0" i="0" u="none" strike="noStrike" kern="1200" cap="none" spc="0" normalizeH="0" baseline="0" noProof="0">
                <a:ln>
                  <a:noFill/>
                </a:ln>
                <a:solidFill>
                  <a:schemeClr val="lt1"/>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grpSp>
      <p:sp>
        <p:nvSpPr>
          <p:cNvPr id="19" name="文本框 18"/>
          <p:cNvSpPr txBox="1"/>
          <p:nvPr/>
        </p:nvSpPr>
        <p:spPr>
          <a:xfrm>
            <a:off x="879475" y="274638"/>
            <a:ext cx="1646238" cy="554038"/>
          </a:xfrm>
          <a:prstGeom prst="rect">
            <a:avLst/>
          </a:prstGeom>
          <a:noFill/>
        </p:spPr>
        <p:txBody>
          <a:bodyPr wrap="none">
            <a:spAutoFit/>
          </a:bodyPr>
          <a:lstStyle/>
          <a:p>
            <a:pPr marR="0" defTabSz="914400" eaLnBrk="1" hangingPunct="1">
              <a:buClrTx/>
              <a:buSzTx/>
              <a:buFontTx/>
              <a:defRPr/>
            </a:pPr>
            <a:r>
              <a:rPr kumimoji="0" lang="zh-CN" altLang="en-US" sz="3000" b="1" kern="1200" cap="none" spc="-150" normalizeH="0" baseline="0" noProof="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怎么来做</a:t>
            </a:r>
            <a:endParaRPr kumimoji="0" lang="zh-CN" altLang="en-US" sz="3000" b="1" kern="1200" cap="none" spc="-150" normalizeH="0" baseline="0" noProof="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43" name="íṥḻîdé"/>
          <p:cNvSpPr/>
          <p:nvPr/>
        </p:nvSpPr>
        <p:spPr bwMode="auto">
          <a:xfrm>
            <a:off x="4524375" y="2822575"/>
            <a:ext cx="4352925" cy="731838"/>
          </a:xfrm>
          <a:custGeom>
            <a:avLst/>
            <a:gdLst>
              <a:gd name="connsiteX0" fmla="*/ 0 w 3813618"/>
              <a:gd name="connsiteY0" fmla="*/ 0 h 642165"/>
              <a:gd name="connsiteX1" fmla="*/ 2448189 w 3813618"/>
              <a:gd name="connsiteY1" fmla="*/ 0 h 642165"/>
              <a:gd name="connsiteX2" fmla="*/ 2448189 w 3813618"/>
              <a:gd name="connsiteY2" fmla="*/ 1019 h 642165"/>
              <a:gd name="connsiteX3" fmla="*/ 3813618 w 3813618"/>
              <a:gd name="connsiteY3" fmla="*/ 1019 h 642165"/>
              <a:gd name="connsiteX4" fmla="*/ 3491517 w 3813618"/>
              <a:gd name="connsiteY4" fmla="*/ 319044 h 642165"/>
              <a:gd name="connsiteX5" fmla="*/ 3813618 w 3813618"/>
              <a:gd name="connsiteY5" fmla="*/ 641145 h 642165"/>
              <a:gd name="connsiteX6" fmla="*/ 2448189 w 3813618"/>
              <a:gd name="connsiteY6" fmla="*/ 641145 h 642165"/>
              <a:gd name="connsiteX7" fmla="*/ 2448189 w 3813618"/>
              <a:gd name="connsiteY7" fmla="*/ 642165 h 642165"/>
              <a:gd name="connsiteX8" fmla="*/ 0 w 3813618"/>
              <a:gd name="connsiteY8" fmla="*/ 642165 h 6421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13618" h="642165">
                <a:moveTo>
                  <a:pt x="0" y="0"/>
                </a:moveTo>
                <a:lnTo>
                  <a:pt x="2448189" y="0"/>
                </a:lnTo>
                <a:lnTo>
                  <a:pt x="2448189" y="1019"/>
                </a:lnTo>
                <a:lnTo>
                  <a:pt x="3813618" y="1019"/>
                </a:lnTo>
                <a:lnTo>
                  <a:pt x="3491517" y="319044"/>
                </a:lnTo>
                <a:lnTo>
                  <a:pt x="3813618" y="641145"/>
                </a:lnTo>
                <a:lnTo>
                  <a:pt x="2448189" y="641145"/>
                </a:lnTo>
                <a:lnTo>
                  <a:pt x="2448189" y="642165"/>
                </a:lnTo>
                <a:lnTo>
                  <a:pt x="0" y="642165"/>
                </a:lnTo>
                <a:close/>
              </a:path>
            </a:pathLst>
          </a:custGeom>
          <a:solidFill>
            <a:schemeClr val="accent3"/>
          </a:solidFill>
          <a:ln w="9525">
            <a:noFill/>
            <a:round/>
          </a:ln>
        </p:spPr>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chemeClr val="tx1"/>
              </a:solidFill>
              <a:effectLst/>
              <a:uLnTx/>
              <a:uFillTx/>
              <a:latin typeface="等线" pitchFamily="2" charset="-122"/>
              <a:ea typeface="等线" pitchFamily="2" charset="-122"/>
              <a:cs typeface="+mn-cs"/>
            </a:endParaRPr>
          </a:p>
        </p:txBody>
      </p:sp>
      <p:grpSp>
        <p:nvGrpSpPr>
          <p:cNvPr id="39942" name="îṧľiḓe"/>
          <p:cNvGrpSpPr/>
          <p:nvPr/>
        </p:nvGrpSpPr>
        <p:grpSpPr>
          <a:xfrm>
            <a:off x="3454400" y="2357438"/>
            <a:ext cx="1325563" cy="1657350"/>
            <a:chOff x="2231025" y="1995288"/>
            <a:chExt cx="904876" cy="1130300"/>
          </a:xfrm>
        </p:grpSpPr>
        <p:sp>
          <p:nvSpPr>
            <p:cNvPr id="72" name="iṧḻiḑê"/>
            <p:cNvSpPr/>
            <p:nvPr/>
          </p:nvSpPr>
          <p:spPr bwMode="auto">
            <a:xfrm>
              <a:off x="2231025" y="2312508"/>
              <a:ext cx="452980" cy="813080"/>
            </a:xfrm>
            <a:custGeom>
              <a:avLst/>
              <a:gdLst/>
              <a:ahLst/>
              <a:cxnLst>
                <a:cxn ang="0">
                  <a:pos x="285" y="512"/>
                </a:cxn>
                <a:cxn ang="0">
                  <a:pos x="0" y="313"/>
                </a:cxn>
                <a:cxn ang="0">
                  <a:pos x="0" y="0"/>
                </a:cxn>
                <a:cxn ang="0">
                  <a:pos x="285" y="199"/>
                </a:cxn>
                <a:cxn ang="0">
                  <a:pos x="285" y="512"/>
                </a:cxn>
              </a:cxnLst>
              <a:rect l="0" t="0" r="r" b="b"/>
              <a:pathLst>
                <a:path w="285" h="512">
                  <a:moveTo>
                    <a:pt x="285" y="512"/>
                  </a:moveTo>
                  <a:lnTo>
                    <a:pt x="0" y="313"/>
                  </a:lnTo>
                  <a:lnTo>
                    <a:pt x="0" y="0"/>
                  </a:lnTo>
                  <a:lnTo>
                    <a:pt x="285" y="199"/>
                  </a:lnTo>
                  <a:lnTo>
                    <a:pt x="285" y="512"/>
                  </a:lnTo>
                  <a:close/>
                </a:path>
              </a:pathLst>
            </a:custGeom>
            <a:solidFill>
              <a:schemeClr val="accent3">
                <a:lumMod val="50000"/>
              </a:schemeClr>
            </a:solidFill>
            <a:ln w="9525">
              <a:noFill/>
              <a:round/>
            </a:ln>
          </p:spPr>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chemeClr val="tx1"/>
                </a:solidFill>
                <a:effectLst/>
                <a:uLnTx/>
                <a:uFillTx/>
                <a:latin typeface="等线" pitchFamily="2" charset="-122"/>
                <a:ea typeface="等线" pitchFamily="2" charset="-122"/>
                <a:cs typeface="+mn-cs"/>
              </a:endParaRPr>
            </a:p>
          </p:txBody>
        </p:sp>
        <p:sp>
          <p:nvSpPr>
            <p:cNvPr id="73" name="í$1idè"/>
            <p:cNvSpPr/>
            <p:nvPr/>
          </p:nvSpPr>
          <p:spPr bwMode="auto">
            <a:xfrm>
              <a:off x="2684005" y="2312508"/>
              <a:ext cx="451896" cy="813080"/>
            </a:xfrm>
            <a:custGeom>
              <a:avLst/>
              <a:gdLst/>
              <a:ahLst/>
              <a:cxnLst>
                <a:cxn ang="0">
                  <a:pos x="0" y="512"/>
                </a:cxn>
                <a:cxn ang="0">
                  <a:pos x="285" y="313"/>
                </a:cxn>
                <a:cxn ang="0">
                  <a:pos x="285" y="0"/>
                </a:cxn>
                <a:cxn ang="0">
                  <a:pos x="0" y="199"/>
                </a:cxn>
                <a:cxn ang="0">
                  <a:pos x="0" y="512"/>
                </a:cxn>
              </a:cxnLst>
              <a:rect l="0" t="0" r="r" b="b"/>
              <a:pathLst>
                <a:path w="285" h="512">
                  <a:moveTo>
                    <a:pt x="0" y="512"/>
                  </a:moveTo>
                  <a:lnTo>
                    <a:pt x="285" y="313"/>
                  </a:lnTo>
                  <a:lnTo>
                    <a:pt x="285" y="0"/>
                  </a:lnTo>
                  <a:lnTo>
                    <a:pt x="0" y="199"/>
                  </a:lnTo>
                  <a:lnTo>
                    <a:pt x="0" y="512"/>
                  </a:lnTo>
                  <a:close/>
                </a:path>
              </a:pathLst>
            </a:custGeom>
            <a:solidFill>
              <a:schemeClr val="accent3">
                <a:lumMod val="75000"/>
              </a:schemeClr>
            </a:solidFill>
            <a:ln w="9525">
              <a:noFill/>
              <a:round/>
            </a:ln>
          </p:spPr>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chemeClr val="tx1"/>
                </a:solidFill>
                <a:effectLst/>
                <a:uLnTx/>
                <a:uFillTx/>
                <a:latin typeface="等线" pitchFamily="2" charset="-122"/>
                <a:ea typeface="等线" pitchFamily="2" charset="-122"/>
                <a:cs typeface="+mn-cs"/>
              </a:endParaRPr>
            </a:p>
          </p:txBody>
        </p:sp>
        <p:sp>
          <p:nvSpPr>
            <p:cNvPr id="74" name="iślîḍè"/>
            <p:cNvSpPr/>
            <p:nvPr/>
          </p:nvSpPr>
          <p:spPr bwMode="auto">
            <a:xfrm>
              <a:off x="2231025" y="1995288"/>
              <a:ext cx="904876" cy="633357"/>
            </a:xfrm>
            <a:custGeom>
              <a:avLst/>
              <a:gdLst/>
              <a:ahLst/>
              <a:cxnLst>
                <a:cxn ang="0">
                  <a:pos x="0" y="200"/>
                </a:cxn>
                <a:cxn ang="0">
                  <a:pos x="285" y="399"/>
                </a:cxn>
                <a:cxn ang="0">
                  <a:pos x="570" y="200"/>
                </a:cxn>
                <a:cxn ang="0">
                  <a:pos x="285" y="0"/>
                </a:cxn>
                <a:cxn ang="0">
                  <a:pos x="0" y="200"/>
                </a:cxn>
              </a:cxnLst>
              <a:rect l="0" t="0" r="r" b="b"/>
              <a:pathLst>
                <a:path w="570" h="399">
                  <a:moveTo>
                    <a:pt x="0" y="200"/>
                  </a:moveTo>
                  <a:lnTo>
                    <a:pt x="285" y="399"/>
                  </a:lnTo>
                  <a:lnTo>
                    <a:pt x="570" y="200"/>
                  </a:lnTo>
                  <a:lnTo>
                    <a:pt x="285" y="0"/>
                  </a:lnTo>
                  <a:lnTo>
                    <a:pt x="0" y="200"/>
                  </a:lnTo>
                  <a:close/>
                </a:path>
              </a:pathLst>
            </a:custGeom>
            <a:solidFill>
              <a:schemeClr val="accent3"/>
            </a:solidFill>
            <a:ln w="9525">
              <a:noFill/>
              <a:round/>
            </a:ln>
          </p:spPr>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chemeClr val="tx1"/>
                </a:solidFill>
                <a:effectLst/>
                <a:uLnTx/>
                <a:uFillTx/>
                <a:latin typeface="等线" pitchFamily="2" charset="-122"/>
                <a:ea typeface="等线" pitchFamily="2" charset="-122"/>
                <a:cs typeface="+mn-cs"/>
              </a:endParaRPr>
            </a:p>
          </p:txBody>
        </p:sp>
      </p:grpSp>
      <p:grpSp>
        <p:nvGrpSpPr>
          <p:cNvPr id="39943" name="iṡļiďé"/>
          <p:cNvGrpSpPr/>
          <p:nvPr/>
        </p:nvGrpSpPr>
        <p:grpSpPr>
          <a:xfrm>
            <a:off x="7983538" y="2994025"/>
            <a:ext cx="347662" cy="393700"/>
            <a:chOff x="1687513" y="1622425"/>
            <a:chExt cx="314325" cy="355600"/>
          </a:xfrm>
        </p:grpSpPr>
        <p:sp>
          <p:nvSpPr>
            <p:cNvPr id="39980" name="îṩ1iḍé"/>
            <p:cNvSpPr/>
            <p:nvPr/>
          </p:nvSpPr>
          <p:spPr>
            <a:xfrm>
              <a:off x="1687513" y="1622425"/>
              <a:ext cx="314325" cy="355600"/>
            </a:xfrm>
            <a:custGeom>
              <a:avLst/>
              <a:gdLst>
                <a:gd name="txL" fmla="*/ 0 w 233"/>
                <a:gd name="txT" fmla="*/ 0 h 264"/>
                <a:gd name="txR" fmla="*/ 233 w 233"/>
                <a:gd name="txB" fmla="*/ 264 h 264"/>
              </a:gdLst>
              <a:ahLst/>
              <a:cxnLst>
                <a:cxn ang="0">
                  <a:pos x="2147483647" y="2147483647"/>
                </a:cxn>
                <a:cxn ang="0">
                  <a:pos x="2147483647" y="2147483647"/>
                </a:cxn>
                <a:cxn ang="0">
                  <a:pos x="0"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rect l="txL" t="txT" r="txR" b="txB"/>
              <a:pathLst>
                <a:path w="233" h="264">
                  <a:moveTo>
                    <a:pt x="17" y="264"/>
                  </a:moveTo>
                  <a:cubicBezTo>
                    <a:pt x="14" y="264"/>
                    <a:pt x="11" y="263"/>
                    <a:pt x="9" y="262"/>
                  </a:cubicBezTo>
                  <a:cubicBezTo>
                    <a:pt x="3" y="259"/>
                    <a:pt x="0" y="253"/>
                    <a:pt x="0" y="247"/>
                  </a:cubicBezTo>
                  <a:cubicBezTo>
                    <a:pt x="0" y="17"/>
                    <a:pt x="0" y="17"/>
                    <a:pt x="0" y="17"/>
                  </a:cubicBezTo>
                  <a:cubicBezTo>
                    <a:pt x="0" y="11"/>
                    <a:pt x="3" y="6"/>
                    <a:pt x="9" y="3"/>
                  </a:cubicBezTo>
                  <a:cubicBezTo>
                    <a:pt x="14" y="0"/>
                    <a:pt x="20" y="0"/>
                    <a:pt x="25" y="3"/>
                  </a:cubicBezTo>
                  <a:cubicBezTo>
                    <a:pt x="225" y="118"/>
                    <a:pt x="225" y="118"/>
                    <a:pt x="225" y="118"/>
                  </a:cubicBezTo>
                  <a:cubicBezTo>
                    <a:pt x="230" y="121"/>
                    <a:pt x="233" y="126"/>
                    <a:pt x="233" y="132"/>
                  </a:cubicBezTo>
                  <a:cubicBezTo>
                    <a:pt x="233" y="138"/>
                    <a:pt x="230" y="144"/>
                    <a:pt x="225" y="147"/>
                  </a:cubicBezTo>
                  <a:cubicBezTo>
                    <a:pt x="25" y="262"/>
                    <a:pt x="25" y="262"/>
                    <a:pt x="25" y="262"/>
                  </a:cubicBezTo>
                  <a:cubicBezTo>
                    <a:pt x="23" y="263"/>
                    <a:pt x="20" y="264"/>
                    <a:pt x="17" y="264"/>
                  </a:cubicBezTo>
                  <a:close/>
                </a:path>
              </a:pathLst>
            </a:custGeom>
            <a:solidFill>
              <a:srgbClr val="FFFFFF">
                <a:alpha val="100000"/>
              </a:srgbClr>
            </a:solidFill>
            <a:ln w="9525">
              <a:noFill/>
            </a:ln>
          </p:spPr>
          <p:txBody>
            <a:bodyPr/>
            <a:p>
              <a:endParaRPr lang="zh-CN" altLang="en-US"/>
            </a:p>
          </p:txBody>
        </p:sp>
        <p:sp>
          <p:nvSpPr>
            <p:cNvPr id="71" name="îṩḷiḓê"/>
            <p:cNvSpPr/>
            <p:nvPr/>
          </p:nvSpPr>
          <p:spPr bwMode="auto">
            <a:xfrm>
              <a:off x="1846828" y="1758643"/>
              <a:ext cx="68893" cy="83165"/>
            </a:xfrm>
            <a:custGeom>
              <a:avLst/>
              <a:gdLst/>
              <a:ahLst/>
              <a:cxnLst>
                <a:cxn ang="0">
                  <a:pos x="0" y="0"/>
                </a:cxn>
                <a:cxn ang="0">
                  <a:pos x="44" y="26"/>
                </a:cxn>
                <a:cxn ang="0">
                  <a:pos x="0" y="52"/>
                </a:cxn>
                <a:cxn ang="0">
                  <a:pos x="0" y="0"/>
                </a:cxn>
              </a:cxnLst>
              <a:rect l="0" t="0" r="r" b="b"/>
              <a:pathLst>
                <a:path w="44" h="52">
                  <a:moveTo>
                    <a:pt x="0" y="0"/>
                  </a:moveTo>
                  <a:lnTo>
                    <a:pt x="44" y="26"/>
                  </a:lnTo>
                  <a:lnTo>
                    <a:pt x="0" y="52"/>
                  </a:lnTo>
                  <a:lnTo>
                    <a:pt x="0" y="0"/>
                  </a:lnTo>
                  <a:close/>
                </a:path>
              </a:pathLst>
            </a:custGeom>
            <a:solidFill>
              <a:schemeClr val="accent3"/>
            </a:solidFill>
            <a:ln w="9525">
              <a:noFill/>
              <a:round/>
            </a:ln>
          </p:spPr>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chemeClr val="tx1"/>
                </a:solidFill>
                <a:effectLst/>
                <a:uLnTx/>
                <a:uFillTx/>
                <a:latin typeface="等线" pitchFamily="2" charset="-122"/>
                <a:ea typeface="等线" pitchFamily="2" charset="-122"/>
                <a:cs typeface="+mn-cs"/>
              </a:endParaRPr>
            </a:p>
          </p:txBody>
        </p:sp>
      </p:grpSp>
      <p:sp>
        <p:nvSpPr>
          <p:cNvPr id="46" name="íŝļiḓe"/>
          <p:cNvSpPr/>
          <p:nvPr/>
        </p:nvSpPr>
        <p:spPr bwMode="auto">
          <a:xfrm>
            <a:off x="4002088" y="1624013"/>
            <a:ext cx="4210050" cy="733425"/>
          </a:xfrm>
          <a:custGeom>
            <a:avLst/>
            <a:gdLst>
              <a:gd name="connsiteX0" fmla="*/ 0 w 3687670"/>
              <a:gd name="connsiteY0" fmla="*/ 0 h 642165"/>
              <a:gd name="connsiteX1" fmla="*/ 2315681 w 3687670"/>
              <a:gd name="connsiteY1" fmla="*/ 0 h 642165"/>
              <a:gd name="connsiteX2" fmla="*/ 2448189 w 3687670"/>
              <a:gd name="connsiteY2" fmla="*/ 0 h 642165"/>
              <a:gd name="connsiteX3" fmla="*/ 3687670 w 3687670"/>
              <a:gd name="connsiteY3" fmla="*/ 0 h 642165"/>
              <a:gd name="connsiteX4" fmla="*/ 3367607 w 3687670"/>
              <a:gd name="connsiteY4" fmla="*/ 320063 h 642165"/>
              <a:gd name="connsiteX5" fmla="*/ 3687670 w 3687670"/>
              <a:gd name="connsiteY5" fmla="*/ 642165 h 642165"/>
              <a:gd name="connsiteX6" fmla="*/ 2448189 w 3687670"/>
              <a:gd name="connsiteY6" fmla="*/ 642165 h 642165"/>
              <a:gd name="connsiteX7" fmla="*/ 2315681 w 3687670"/>
              <a:gd name="connsiteY7" fmla="*/ 642165 h 642165"/>
              <a:gd name="connsiteX8" fmla="*/ 0 w 3687670"/>
              <a:gd name="connsiteY8" fmla="*/ 642165 h 6421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7670" h="642165">
                <a:moveTo>
                  <a:pt x="0" y="0"/>
                </a:moveTo>
                <a:lnTo>
                  <a:pt x="2315681" y="0"/>
                </a:lnTo>
                <a:lnTo>
                  <a:pt x="2448189" y="0"/>
                </a:lnTo>
                <a:lnTo>
                  <a:pt x="3687670" y="0"/>
                </a:lnTo>
                <a:lnTo>
                  <a:pt x="3367607" y="320063"/>
                </a:lnTo>
                <a:lnTo>
                  <a:pt x="3687670" y="642165"/>
                </a:lnTo>
                <a:lnTo>
                  <a:pt x="2448189" y="642165"/>
                </a:lnTo>
                <a:lnTo>
                  <a:pt x="2315681" y="642165"/>
                </a:lnTo>
                <a:lnTo>
                  <a:pt x="0" y="642165"/>
                </a:lnTo>
                <a:close/>
              </a:path>
            </a:pathLst>
          </a:custGeom>
          <a:solidFill>
            <a:schemeClr val="accent4"/>
          </a:solidFill>
          <a:ln w="9525">
            <a:noFill/>
            <a:round/>
          </a:ln>
        </p:spPr>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chemeClr val="tx1"/>
              </a:solidFill>
              <a:effectLst/>
              <a:uLnTx/>
              <a:uFillTx/>
              <a:latin typeface="等线" pitchFamily="2" charset="-122"/>
              <a:ea typeface="等线" pitchFamily="2" charset="-122"/>
              <a:cs typeface="+mn-cs"/>
            </a:endParaRPr>
          </a:p>
        </p:txBody>
      </p:sp>
      <p:grpSp>
        <p:nvGrpSpPr>
          <p:cNvPr id="39945" name="îṡľíḓe"/>
          <p:cNvGrpSpPr/>
          <p:nvPr/>
        </p:nvGrpSpPr>
        <p:grpSpPr>
          <a:xfrm>
            <a:off x="2790825" y="1160463"/>
            <a:ext cx="1325563" cy="1657350"/>
            <a:chOff x="1778588" y="1179312"/>
            <a:chExt cx="904875" cy="1130301"/>
          </a:xfrm>
        </p:grpSpPr>
        <p:sp>
          <p:nvSpPr>
            <p:cNvPr id="67" name="ïṡļíḍé"/>
            <p:cNvSpPr/>
            <p:nvPr/>
          </p:nvSpPr>
          <p:spPr bwMode="auto">
            <a:xfrm>
              <a:off x="1778588" y="1495450"/>
              <a:ext cx="452979" cy="814163"/>
            </a:xfrm>
            <a:custGeom>
              <a:avLst/>
              <a:gdLst/>
              <a:ahLst/>
              <a:cxnLst>
                <a:cxn ang="0">
                  <a:pos x="285" y="513"/>
                </a:cxn>
                <a:cxn ang="0">
                  <a:pos x="0" y="314"/>
                </a:cxn>
                <a:cxn ang="0">
                  <a:pos x="0" y="0"/>
                </a:cxn>
                <a:cxn ang="0">
                  <a:pos x="285" y="200"/>
                </a:cxn>
                <a:cxn ang="0">
                  <a:pos x="285" y="513"/>
                </a:cxn>
              </a:cxnLst>
              <a:rect l="0" t="0" r="r" b="b"/>
              <a:pathLst>
                <a:path w="285" h="513">
                  <a:moveTo>
                    <a:pt x="285" y="513"/>
                  </a:moveTo>
                  <a:lnTo>
                    <a:pt x="0" y="314"/>
                  </a:lnTo>
                  <a:lnTo>
                    <a:pt x="0" y="0"/>
                  </a:lnTo>
                  <a:lnTo>
                    <a:pt x="285" y="200"/>
                  </a:lnTo>
                  <a:lnTo>
                    <a:pt x="285" y="513"/>
                  </a:lnTo>
                  <a:close/>
                </a:path>
              </a:pathLst>
            </a:custGeom>
            <a:solidFill>
              <a:schemeClr val="accent4">
                <a:lumMod val="50000"/>
              </a:schemeClr>
            </a:solidFill>
            <a:ln w="9525">
              <a:noFill/>
              <a:round/>
            </a:ln>
          </p:spPr>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chemeClr val="tx1"/>
                </a:solidFill>
                <a:effectLst/>
                <a:uLnTx/>
                <a:uFillTx/>
                <a:latin typeface="等线" pitchFamily="2" charset="-122"/>
                <a:ea typeface="等线" pitchFamily="2" charset="-122"/>
                <a:cs typeface="+mn-cs"/>
              </a:endParaRPr>
            </a:p>
          </p:txBody>
        </p:sp>
        <p:sp>
          <p:nvSpPr>
            <p:cNvPr id="68" name="íṡlíḋé"/>
            <p:cNvSpPr/>
            <p:nvPr/>
          </p:nvSpPr>
          <p:spPr bwMode="auto">
            <a:xfrm>
              <a:off x="2230484" y="1495450"/>
              <a:ext cx="452979" cy="814163"/>
            </a:xfrm>
            <a:custGeom>
              <a:avLst/>
              <a:gdLst/>
              <a:ahLst/>
              <a:cxnLst>
                <a:cxn ang="0">
                  <a:pos x="0" y="513"/>
                </a:cxn>
                <a:cxn ang="0">
                  <a:pos x="285" y="314"/>
                </a:cxn>
                <a:cxn ang="0">
                  <a:pos x="285" y="0"/>
                </a:cxn>
                <a:cxn ang="0">
                  <a:pos x="0" y="200"/>
                </a:cxn>
                <a:cxn ang="0">
                  <a:pos x="0" y="513"/>
                </a:cxn>
              </a:cxnLst>
              <a:rect l="0" t="0" r="r" b="b"/>
              <a:pathLst>
                <a:path w="285" h="513">
                  <a:moveTo>
                    <a:pt x="0" y="513"/>
                  </a:moveTo>
                  <a:lnTo>
                    <a:pt x="285" y="314"/>
                  </a:lnTo>
                  <a:lnTo>
                    <a:pt x="285" y="0"/>
                  </a:lnTo>
                  <a:lnTo>
                    <a:pt x="0" y="200"/>
                  </a:lnTo>
                  <a:lnTo>
                    <a:pt x="0" y="513"/>
                  </a:lnTo>
                  <a:close/>
                </a:path>
              </a:pathLst>
            </a:custGeom>
            <a:solidFill>
              <a:schemeClr val="accent4">
                <a:lumMod val="75000"/>
              </a:schemeClr>
            </a:solidFill>
            <a:ln w="9525">
              <a:noFill/>
              <a:round/>
            </a:ln>
          </p:spPr>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chemeClr val="tx1"/>
                </a:solidFill>
                <a:effectLst/>
                <a:uLnTx/>
                <a:uFillTx/>
                <a:latin typeface="等线" pitchFamily="2" charset="-122"/>
                <a:ea typeface="等线" pitchFamily="2" charset="-122"/>
                <a:cs typeface="+mn-cs"/>
              </a:endParaRPr>
            </a:p>
          </p:txBody>
        </p:sp>
        <p:sp>
          <p:nvSpPr>
            <p:cNvPr id="69" name="îSlíḑe"/>
            <p:cNvSpPr/>
            <p:nvPr/>
          </p:nvSpPr>
          <p:spPr bwMode="auto">
            <a:xfrm>
              <a:off x="1778588" y="1179312"/>
              <a:ext cx="904875" cy="633358"/>
            </a:xfrm>
            <a:custGeom>
              <a:avLst/>
              <a:gdLst/>
              <a:ahLst/>
              <a:cxnLst>
                <a:cxn ang="0">
                  <a:pos x="0" y="199"/>
                </a:cxn>
                <a:cxn ang="0">
                  <a:pos x="285" y="399"/>
                </a:cxn>
                <a:cxn ang="0">
                  <a:pos x="570" y="199"/>
                </a:cxn>
                <a:cxn ang="0">
                  <a:pos x="285" y="0"/>
                </a:cxn>
                <a:cxn ang="0">
                  <a:pos x="0" y="199"/>
                </a:cxn>
              </a:cxnLst>
              <a:rect l="0" t="0" r="r" b="b"/>
              <a:pathLst>
                <a:path w="570" h="399">
                  <a:moveTo>
                    <a:pt x="0" y="199"/>
                  </a:moveTo>
                  <a:lnTo>
                    <a:pt x="285" y="399"/>
                  </a:lnTo>
                  <a:lnTo>
                    <a:pt x="570" y="199"/>
                  </a:lnTo>
                  <a:lnTo>
                    <a:pt x="285" y="0"/>
                  </a:lnTo>
                  <a:lnTo>
                    <a:pt x="0" y="199"/>
                  </a:lnTo>
                  <a:close/>
                </a:path>
              </a:pathLst>
            </a:custGeom>
            <a:solidFill>
              <a:schemeClr val="accent4"/>
            </a:solidFill>
            <a:ln w="9525">
              <a:noFill/>
              <a:round/>
            </a:ln>
          </p:spPr>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chemeClr val="tx1"/>
                </a:solidFill>
                <a:effectLst/>
                <a:uLnTx/>
                <a:uFillTx/>
                <a:latin typeface="等线" pitchFamily="2" charset="-122"/>
                <a:ea typeface="等线" pitchFamily="2" charset="-122"/>
                <a:cs typeface="+mn-cs"/>
              </a:endParaRPr>
            </a:p>
          </p:txBody>
        </p:sp>
      </p:grpSp>
      <p:grpSp>
        <p:nvGrpSpPr>
          <p:cNvPr id="39946" name="iṣļïḋé"/>
          <p:cNvGrpSpPr/>
          <p:nvPr/>
        </p:nvGrpSpPr>
        <p:grpSpPr>
          <a:xfrm>
            <a:off x="7318375" y="1793875"/>
            <a:ext cx="347663" cy="393700"/>
            <a:chOff x="1687513" y="1622425"/>
            <a:chExt cx="314325" cy="355600"/>
          </a:xfrm>
        </p:grpSpPr>
        <p:sp>
          <p:nvSpPr>
            <p:cNvPr id="39975" name="isľiḓè"/>
            <p:cNvSpPr/>
            <p:nvPr/>
          </p:nvSpPr>
          <p:spPr>
            <a:xfrm>
              <a:off x="1687513" y="1622425"/>
              <a:ext cx="314325" cy="355600"/>
            </a:xfrm>
            <a:custGeom>
              <a:avLst/>
              <a:gdLst>
                <a:gd name="txL" fmla="*/ 0 w 233"/>
                <a:gd name="txT" fmla="*/ 0 h 264"/>
                <a:gd name="txR" fmla="*/ 233 w 233"/>
                <a:gd name="txB" fmla="*/ 264 h 264"/>
              </a:gdLst>
              <a:ahLst/>
              <a:cxnLst>
                <a:cxn ang="0">
                  <a:pos x="2147483647" y="2147483647"/>
                </a:cxn>
                <a:cxn ang="0">
                  <a:pos x="2147483647" y="2147483647"/>
                </a:cxn>
                <a:cxn ang="0">
                  <a:pos x="0"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rect l="txL" t="txT" r="txR" b="txB"/>
              <a:pathLst>
                <a:path w="233" h="264">
                  <a:moveTo>
                    <a:pt x="17" y="264"/>
                  </a:moveTo>
                  <a:cubicBezTo>
                    <a:pt x="14" y="264"/>
                    <a:pt x="11" y="263"/>
                    <a:pt x="9" y="262"/>
                  </a:cubicBezTo>
                  <a:cubicBezTo>
                    <a:pt x="3" y="259"/>
                    <a:pt x="0" y="253"/>
                    <a:pt x="0" y="247"/>
                  </a:cubicBezTo>
                  <a:cubicBezTo>
                    <a:pt x="0" y="17"/>
                    <a:pt x="0" y="17"/>
                    <a:pt x="0" y="17"/>
                  </a:cubicBezTo>
                  <a:cubicBezTo>
                    <a:pt x="0" y="11"/>
                    <a:pt x="3" y="6"/>
                    <a:pt x="9" y="3"/>
                  </a:cubicBezTo>
                  <a:cubicBezTo>
                    <a:pt x="14" y="0"/>
                    <a:pt x="20" y="0"/>
                    <a:pt x="25" y="3"/>
                  </a:cubicBezTo>
                  <a:cubicBezTo>
                    <a:pt x="225" y="118"/>
                    <a:pt x="225" y="118"/>
                    <a:pt x="225" y="118"/>
                  </a:cubicBezTo>
                  <a:cubicBezTo>
                    <a:pt x="230" y="121"/>
                    <a:pt x="233" y="126"/>
                    <a:pt x="233" y="132"/>
                  </a:cubicBezTo>
                  <a:cubicBezTo>
                    <a:pt x="233" y="138"/>
                    <a:pt x="230" y="144"/>
                    <a:pt x="225" y="147"/>
                  </a:cubicBezTo>
                  <a:cubicBezTo>
                    <a:pt x="25" y="262"/>
                    <a:pt x="25" y="262"/>
                    <a:pt x="25" y="262"/>
                  </a:cubicBezTo>
                  <a:cubicBezTo>
                    <a:pt x="23" y="263"/>
                    <a:pt x="20" y="264"/>
                    <a:pt x="17" y="264"/>
                  </a:cubicBezTo>
                  <a:close/>
                </a:path>
              </a:pathLst>
            </a:custGeom>
            <a:solidFill>
              <a:srgbClr val="FFFFFF">
                <a:alpha val="100000"/>
              </a:srgbClr>
            </a:solidFill>
            <a:ln w="9525">
              <a:noFill/>
            </a:ln>
          </p:spPr>
          <p:txBody>
            <a:bodyPr/>
            <a:p>
              <a:endParaRPr lang="zh-CN" altLang="en-US"/>
            </a:p>
          </p:txBody>
        </p:sp>
        <p:sp>
          <p:nvSpPr>
            <p:cNvPr id="66" name="ïsļïḓé"/>
            <p:cNvSpPr/>
            <p:nvPr/>
          </p:nvSpPr>
          <p:spPr bwMode="auto">
            <a:xfrm>
              <a:off x="1846829" y="1758643"/>
              <a:ext cx="68893" cy="83165"/>
            </a:xfrm>
            <a:custGeom>
              <a:avLst/>
              <a:gdLst/>
              <a:ahLst/>
              <a:cxnLst>
                <a:cxn ang="0">
                  <a:pos x="0" y="0"/>
                </a:cxn>
                <a:cxn ang="0">
                  <a:pos x="44" y="26"/>
                </a:cxn>
                <a:cxn ang="0">
                  <a:pos x="0" y="52"/>
                </a:cxn>
                <a:cxn ang="0">
                  <a:pos x="0" y="0"/>
                </a:cxn>
              </a:cxnLst>
              <a:rect l="0" t="0" r="r" b="b"/>
              <a:pathLst>
                <a:path w="44" h="52">
                  <a:moveTo>
                    <a:pt x="0" y="0"/>
                  </a:moveTo>
                  <a:lnTo>
                    <a:pt x="44" y="26"/>
                  </a:lnTo>
                  <a:lnTo>
                    <a:pt x="0" y="52"/>
                  </a:lnTo>
                  <a:lnTo>
                    <a:pt x="0" y="0"/>
                  </a:lnTo>
                  <a:close/>
                </a:path>
              </a:pathLst>
            </a:custGeom>
            <a:solidFill>
              <a:schemeClr val="accent4"/>
            </a:solidFill>
            <a:ln w="9525">
              <a:noFill/>
              <a:round/>
            </a:ln>
          </p:spPr>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chemeClr val="tx1"/>
                </a:solidFill>
                <a:effectLst/>
                <a:uLnTx/>
                <a:uFillTx/>
                <a:latin typeface="等线" pitchFamily="2" charset="-122"/>
                <a:ea typeface="等线" pitchFamily="2" charset="-122"/>
                <a:cs typeface="+mn-cs"/>
              </a:endParaRPr>
            </a:p>
          </p:txBody>
        </p:sp>
      </p:grpSp>
      <p:sp>
        <p:nvSpPr>
          <p:cNvPr id="39947" name="íṩḻíde"/>
          <p:cNvSpPr/>
          <p:nvPr/>
        </p:nvSpPr>
        <p:spPr>
          <a:xfrm>
            <a:off x="4002088" y="4003675"/>
            <a:ext cx="4210050" cy="735013"/>
          </a:xfrm>
          <a:custGeom>
            <a:avLst/>
            <a:gdLst>
              <a:gd name="txL" fmla="*/ 0 w 3687669"/>
              <a:gd name="txT" fmla="*/ 0 h 644203"/>
              <a:gd name="txR" fmla="*/ 3687669 w 3687669"/>
              <a:gd name="txB" fmla="*/ 644203 h 644203"/>
            </a:gdLst>
            <a:ahLst/>
            <a:cxnLst>
              <a:cxn ang="0">
                <a:pos x="11352560" y="0"/>
              </a:cxn>
              <a:cxn ang="0">
                <a:pos x="18078696" y="0"/>
              </a:cxn>
              <a:cxn ang="0">
                <a:pos x="16509586" y="1538828"/>
              </a:cxn>
              <a:cxn ang="0">
                <a:pos x="18078696" y="3137215"/>
              </a:cxn>
              <a:cxn ang="0">
                <a:pos x="11352560" y="3137215"/>
              </a:cxn>
              <a:cxn ang="0">
                <a:pos x="11352560" y="3132252"/>
              </a:cxn>
              <a:cxn ang="0">
                <a:pos x="0" y="3132252"/>
              </a:cxn>
              <a:cxn ang="0">
                <a:pos x="0" y="4961"/>
              </a:cxn>
              <a:cxn ang="0">
                <a:pos x="11352560" y="4961"/>
              </a:cxn>
            </a:cxnLst>
            <a:rect l="txL" t="txT" r="txR" b="txB"/>
            <a:pathLst>
              <a:path w="3687669" h="644203">
                <a:moveTo>
                  <a:pt x="2315680" y="0"/>
                </a:moveTo>
                <a:lnTo>
                  <a:pt x="3687669" y="0"/>
                </a:lnTo>
                <a:lnTo>
                  <a:pt x="3367606" y="315986"/>
                </a:lnTo>
                <a:lnTo>
                  <a:pt x="3687669" y="644203"/>
                </a:lnTo>
                <a:lnTo>
                  <a:pt x="2315680" y="644203"/>
                </a:lnTo>
                <a:lnTo>
                  <a:pt x="2315680" y="643184"/>
                </a:lnTo>
                <a:lnTo>
                  <a:pt x="0" y="643184"/>
                </a:lnTo>
                <a:lnTo>
                  <a:pt x="0" y="1019"/>
                </a:lnTo>
                <a:lnTo>
                  <a:pt x="2315680" y="1019"/>
                </a:lnTo>
                <a:lnTo>
                  <a:pt x="2315680" y="0"/>
                </a:lnTo>
                <a:close/>
              </a:path>
            </a:pathLst>
          </a:custGeom>
          <a:solidFill>
            <a:schemeClr val="accent2">
              <a:alpha val="100000"/>
            </a:schemeClr>
          </a:solidFill>
          <a:ln w="9525">
            <a:noFill/>
          </a:ln>
        </p:spPr>
        <p:txBody>
          <a:bodyPr/>
          <a:p>
            <a:endParaRPr lang="zh-CN" altLang="en-US"/>
          </a:p>
        </p:txBody>
      </p:sp>
      <p:grpSp>
        <p:nvGrpSpPr>
          <p:cNvPr id="39948" name="íṡḷiḓé"/>
          <p:cNvGrpSpPr/>
          <p:nvPr/>
        </p:nvGrpSpPr>
        <p:grpSpPr>
          <a:xfrm>
            <a:off x="2790825" y="3546475"/>
            <a:ext cx="1325563" cy="1657350"/>
            <a:chOff x="1778588" y="2806500"/>
            <a:chExt cx="904875" cy="1130301"/>
          </a:xfrm>
        </p:grpSpPr>
        <p:sp>
          <p:nvSpPr>
            <p:cNvPr id="62" name="îšľiḍê"/>
            <p:cNvSpPr/>
            <p:nvPr/>
          </p:nvSpPr>
          <p:spPr bwMode="auto">
            <a:xfrm>
              <a:off x="1778588" y="3122638"/>
              <a:ext cx="450812" cy="814163"/>
            </a:xfrm>
            <a:custGeom>
              <a:avLst/>
              <a:gdLst/>
              <a:ahLst/>
              <a:cxnLst>
                <a:cxn ang="0">
                  <a:pos x="284" y="513"/>
                </a:cxn>
                <a:cxn ang="0">
                  <a:pos x="0" y="314"/>
                </a:cxn>
                <a:cxn ang="0">
                  <a:pos x="0" y="0"/>
                </a:cxn>
                <a:cxn ang="0">
                  <a:pos x="284" y="200"/>
                </a:cxn>
                <a:cxn ang="0">
                  <a:pos x="284" y="513"/>
                </a:cxn>
              </a:cxnLst>
              <a:rect l="0" t="0" r="r" b="b"/>
              <a:pathLst>
                <a:path w="284" h="513">
                  <a:moveTo>
                    <a:pt x="284" y="513"/>
                  </a:moveTo>
                  <a:lnTo>
                    <a:pt x="0" y="314"/>
                  </a:lnTo>
                  <a:lnTo>
                    <a:pt x="0" y="0"/>
                  </a:lnTo>
                  <a:lnTo>
                    <a:pt x="284" y="200"/>
                  </a:lnTo>
                  <a:lnTo>
                    <a:pt x="284" y="513"/>
                  </a:lnTo>
                  <a:close/>
                </a:path>
              </a:pathLst>
            </a:custGeom>
            <a:solidFill>
              <a:schemeClr val="accent2">
                <a:lumMod val="50000"/>
              </a:schemeClr>
            </a:solidFill>
            <a:ln w="9525">
              <a:noFill/>
              <a:round/>
            </a:ln>
          </p:spPr>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chemeClr val="tx1"/>
                </a:solidFill>
                <a:effectLst/>
                <a:uLnTx/>
                <a:uFillTx/>
                <a:latin typeface="等线" pitchFamily="2" charset="-122"/>
                <a:ea typeface="等线" pitchFamily="2" charset="-122"/>
                <a:cs typeface="+mn-cs"/>
              </a:endParaRPr>
            </a:p>
          </p:txBody>
        </p:sp>
        <p:sp>
          <p:nvSpPr>
            <p:cNvPr id="63" name="ïṣliďè"/>
            <p:cNvSpPr/>
            <p:nvPr/>
          </p:nvSpPr>
          <p:spPr bwMode="auto">
            <a:xfrm>
              <a:off x="2229400" y="3122638"/>
              <a:ext cx="454063" cy="814163"/>
            </a:xfrm>
            <a:custGeom>
              <a:avLst/>
              <a:gdLst/>
              <a:ahLst/>
              <a:cxnLst>
                <a:cxn ang="0">
                  <a:pos x="0" y="513"/>
                </a:cxn>
                <a:cxn ang="0">
                  <a:pos x="286" y="314"/>
                </a:cxn>
                <a:cxn ang="0">
                  <a:pos x="286" y="0"/>
                </a:cxn>
                <a:cxn ang="0">
                  <a:pos x="0" y="200"/>
                </a:cxn>
                <a:cxn ang="0">
                  <a:pos x="0" y="513"/>
                </a:cxn>
              </a:cxnLst>
              <a:rect l="0" t="0" r="r" b="b"/>
              <a:pathLst>
                <a:path w="286" h="513">
                  <a:moveTo>
                    <a:pt x="0" y="513"/>
                  </a:moveTo>
                  <a:lnTo>
                    <a:pt x="286" y="314"/>
                  </a:lnTo>
                  <a:lnTo>
                    <a:pt x="286" y="0"/>
                  </a:lnTo>
                  <a:lnTo>
                    <a:pt x="0" y="200"/>
                  </a:lnTo>
                  <a:lnTo>
                    <a:pt x="0" y="513"/>
                  </a:lnTo>
                  <a:close/>
                </a:path>
              </a:pathLst>
            </a:custGeom>
            <a:solidFill>
              <a:schemeClr val="accent2">
                <a:lumMod val="75000"/>
              </a:schemeClr>
            </a:solidFill>
            <a:ln w="9525">
              <a:noFill/>
              <a:round/>
            </a:ln>
          </p:spPr>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chemeClr val="tx1"/>
                </a:solidFill>
                <a:effectLst/>
                <a:uLnTx/>
                <a:uFillTx/>
                <a:latin typeface="等线" pitchFamily="2" charset="-122"/>
                <a:ea typeface="等线" pitchFamily="2" charset="-122"/>
                <a:cs typeface="+mn-cs"/>
              </a:endParaRPr>
            </a:p>
          </p:txBody>
        </p:sp>
        <p:sp>
          <p:nvSpPr>
            <p:cNvPr id="39974" name="išļiḍè"/>
            <p:cNvSpPr/>
            <p:nvPr/>
          </p:nvSpPr>
          <p:spPr>
            <a:xfrm>
              <a:off x="1778588" y="2806500"/>
              <a:ext cx="904875" cy="633413"/>
            </a:xfrm>
            <a:custGeom>
              <a:avLst/>
              <a:gdLst>
                <a:gd name="txL" fmla="*/ 0 w 570"/>
                <a:gd name="txT" fmla="*/ 0 h 399"/>
                <a:gd name="txR" fmla="*/ 570 w 570"/>
                <a:gd name="txB" fmla="*/ 399 h 399"/>
              </a:gdLst>
              <a:ahLst/>
              <a:cxnLst>
                <a:cxn ang="0">
                  <a:pos x="0" y="2147483647"/>
                </a:cxn>
                <a:cxn ang="0">
                  <a:pos x="2147483647" y="2147483647"/>
                </a:cxn>
                <a:cxn ang="0">
                  <a:pos x="2147483647" y="2147483647"/>
                </a:cxn>
                <a:cxn ang="0">
                  <a:pos x="2147483647" y="0"/>
                </a:cxn>
                <a:cxn ang="0">
                  <a:pos x="0" y="2147483647"/>
                </a:cxn>
              </a:cxnLst>
              <a:rect l="txL" t="txT" r="txR" b="txB"/>
              <a:pathLst>
                <a:path w="570" h="399">
                  <a:moveTo>
                    <a:pt x="0" y="199"/>
                  </a:moveTo>
                  <a:lnTo>
                    <a:pt x="284" y="399"/>
                  </a:lnTo>
                  <a:lnTo>
                    <a:pt x="570" y="199"/>
                  </a:lnTo>
                  <a:lnTo>
                    <a:pt x="284" y="0"/>
                  </a:lnTo>
                  <a:lnTo>
                    <a:pt x="0" y="199"/>
                  </a:lnTo>
                  <a:close/>
                </a:path>
              </a:pathLst>
            </a:custGeom>
            <a:solidFill>
              <a:schemeClr val="accent2">
                <a:alpha val="100000"/>
              </a:schemeClr>
            </a:solidFill>
            <a:ln w="9525">
              <a:noFill/>
            </a:ln>
          </p:spPr>
          <p:txBody>
            <a:bodyPr/>
            <a:p>
              <a:endParaRPr lang="zh-CN" altLang="en-US"/>
            </a:p>
          </p:txBody>
        </p:sp>
      </p:grpSp>
      <p:grpSp>
        <p:nvGrpSpPr>
          <p:cNvPr id="39949" name="íSḷïḋê"/>
          <p:cNvGrpSpPr/>
          <p:nvPr/>
        </p:nvGrpSpPr>
        <p:grpSpPr>
          <a:xfrm>
            <a:off x="7329488" y="4176713"/>
            <a:ext cx="347662" cy="393700"/>
            <a:chOff x="1687513" y="1622425"/>
            <a:chExt cx="314325" cy="355600"/>
          </a:xfrm>
        </p:grpSpPr>
        <p:sp>
          <p:nvSpPr>
            <p:cNvPr id="39970" name="iṩḷîḋê"/>
            <p:cNvSpPr/>
            <p:nvPr/>
          </p:nvSpPr>
          <p:spPr>
            <a:xfrm>
              <a:off x="1687513" y="1622425"/>
              <a:ext cx="314325" cy="355600"/>
            </a:xfrm>
            <a:custGeom>
              <a:avLst/>
              <a:gdLst>
                <a:gd name="txL" fmla="*/ 0 w 233"/>
                <a:gd name="txT" fmla="*/ 0 h 264"/>
                <a:gd name="txR" fmla="*/ 233 w 233"/>
                <a:gd name="txB" fmla="*/ 264 h 264"/>
              </a:gdLst>
              <a:ahLst/>
              <a:cxnLst>
                <a:cxn ang="0">
                  <a:pos x="2147483647" y="2147483647"/>
                </a:cxn>
                <a:cxn ang="0">
                  <a:pos x="2147483647" y="2147483647"/>
                </a:cxn>
                <a:cxn ang="0">
                  <a:pos x="0"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rect l="txL" t="txT" r="txR" b="txB"/>
              <a:pathLst>
                <a:path w="233" h="264">
                  <a:moveTo>
                    <a:pt x="17" y="264"/>
                  </a:moveTo>
                  <a:cubicBezTo>
                    <a:pt x="14" y="264"/>
                    <a:pt x="11" y="263"/>
                    <a:pt x="9" y="262"/>
                  </a:cubicBezTo>
                  <a:cubicBezTo>
                    <a:pt x="3" y="259"/>
                    <a:pt x="0" y="253"/>
                    <a:pt x="0" y="247"/>
                  </a:cubicBezTo>
                  <a:cubicBezTo>
                    <a:pt x="0" y="17"/>
                    <a:pt x="0" y="17"/>
                    <a:pt x="0" y="17"/>
                  </a:cubicBezTo>
                  <a:cubicBezTo>
                    <a:pt x="0" y="11"/>
                    <a:pt x="3" y="6"/>
                    <a:pt x="9" y="3"/>
                  </a:cubicBezTo>
                  <a:cubicBezTo>
                    <a:pt x="14" y="0"/>
                    <a:pt x="20" y="0"/>
                    <a:pt x="25" y="3"/>
                  </a:cubicBezTo>
                  <a:cubicBezTo>
                    <a:pt x="225" y="118"/>
                    <a:pt x="225" y="118"/>
                    <a:pt x="225" y="118"/>
                  </a:cubicBezTo>
                  <a:cubicBezTo>
                    <a:pt x="230" y="121"/>
                    <a:pt x="233" y="126"/>
                    <a:pt x="233" y="132"/>
                  </a:cubicBezTo>
                  <a:cubicBezTo>
                    <a:pt x="233" y="138"/>
                    <a:pt x="230" y="144"/>
                    <a:pt x="225" y="147"/>
                  </a:cubicBezTo>
                  <a:cubicBezTo>
                    <a:pt x="25" y="262"/>
                    <a:pt x="25" y="262"/>
                    <a:pt x="25" y="262"/>
                  </a:cubicBezTo>
                  <a:cubicBezTo>
                    <a:pt x="23" y="263"/>
                    <a:pt x="20" y="264"/>
                    <a:pt x="17" y="264"/>
                  </a:cubicBezTo>
                  <a:close/>
                </a:path>
              </a:pathLst>
            </a:custGeom>
            <a:solidFill>
              <a:srgbClr val="FFFFFF">
                <a:alpha val="100000"/>
              </a:srgbClr>
            </a:solidFill>
            <a:ln w="9525">
              <a:noFill/>
            </a:ln>
          </p:spPr>
          <p:txBody>
            <a:bodyPr/>
            <a:p>
              <a:endParaRPr lang="zh-CN" altLang="en-US"/>
            </a:p>
          </p:txBody>
        </p:sp>
        <p:sp>
          <p:nvSpPr>
            <p:cNvPr id="39971" name="îsḻiḍè"/>
            <p:cNvSpPr/>
            <p:nvPr/>
          </p:nvSpPr>
          <p:spPr>
            <a:xfrm>
              <a:off x="1846263" y="1758950"/>
              <a:ext cx="69850" cy="82550"/>
            </a:xfrm>
            <a:custGeom>
              <a:avLst/>
              <a:gdLst>
                <a:gd name="txL" fmla="*/ 0 w 44"/>
                <a:gd name="txT" fmla="*/ 0 h 52"/>
                <a:gd name="txR" fmla="*/ 44 w 44"/>
                <a:gd name="txB" fmla="*/ 52 h 52"/>
              </a:gdLst>
              <a:ahLst/>
              <a:cxnLst>
                <a:cxn ang="0">
                  <a:pos x="0" y="0"/>
                </a:cxn>
                <a:cxn ang="0">
                  <a:pos x="2147483647" y="2147483647"/>
                </a:cxn>
                <a:cxn ang="0">
                  <a:pos x="0" y="2147483647"/>
                </a:cxn>
                <a:cxn ang="0">
                  <a:pos x="0" y="0"/>
                </a:cxn>
              </a:cxnLst>
              <a:rect l="txL" t="txT" r="txR" b="txB"/>
              <a:pathLst>
                <a:path w="44" h="52">
                  <a:moveTo>
                    <a:pt x="0" y="0"/>
                  </a:moveTo>
                  <a:lnTo>
                    <a:pt x="44" y="26"/>
                  </a:lnTo>
                  <a:lnTo>
                    <a:pt x="0" y="52"/>
                  </a:lnTo>
                  <a:lnTo>
                    <a:pt x="0" y="0"/>
                  </a:lnTo>
                  <a:close/>
                </a:path>
              </a:pathLst>
            </a:custGeom>
            <a:solidFill>
              <a:schemeClr val="accent2">
                <a:alpha val="100000"/>
              </a:schemeClr>
            </a:solidFill>
            <a:ln w="9525">
              <a:noFill/>
            </a:ln>
          </p:spPr>
          <p:txBody>
            <a:bodyPr/>
            <a:p>
              <a:endParaRPr lang="zh-CN" altLang="en-US"/>
            </a:p>
          </p:txBody>
        </p:sp>
      </p:grpSp>
      <p:sp>
        <p:nvSpPr>
          <p:cNvPr id="39950" name="iSľiḍê"/>
          <p:cNvSpPr/>
          <p:nvPr/>
        </p:nvSpPr>
        <p:spPr>
          <a:xfrm>
            <a:off x="4700588" y="5197475"/>
            <a:ext cx="4183062" cy="733425"/>
          </a:xfrm>
          <a:custGeom>
            <a:avLst/>
            <a:gdLst>
              <a:gd name="txL" fmla="*/ 0 w 3664763"/>
              <a:gd name="txT" fmla="*/ 0 h 642165"/>
              <a:gd name="txR" fmla="*/ 3664763 w 3664763"/>
              <a:gd name="txB" fmla="*/ 642165 h 642165"/>
            </a:gdLst>
            <a:ahLst/>
            <a:cxnLst>
              <a:cxn ang="0">
                <a:pos x="0" y="0"/>
              </a:cxn>
              <a:cxn ang="0">
                <a:pos x="11215554" y="0"/>
              </a:cxn>
              <a:cxn ang="0">
                <a:pos x="11217719" y="0"/>
              </a:cxn>
              <a:cxn ang="0">
                <a:pos x="17926903" y="0"/>
              </a:cxn>
              <a:cxn ang="0">
                <a:pos x="16351249" y="1565987"/>
              </a:cxn>
              <a:cxn ang="0">
                <a:pos x="17926903" y="3162072"/>
              </a:cxn>
              <a:cxn ang="0">
                <a:pos x="11217719" y="3162072"/>
              </a:cxn>
              <a:cxn ang="0">
                <a:pos x="11215554" y="3162072"/>
              </a:cxn>
              <a:cxn ang="0">
                <a:pos x="0" y="3162072"/>
              </a:cxn>
            </a:cxnLst>
            <a:rect l="txL" t="txT" r="txR" b="txB"/>
            <a:pathLst>
              <a:path w="3664763" h="642165">
                <a:moveTo>
                  <a:pt x="0" y="0"/>
                </a:moveTo>
                <a:lnTo>
                  <a:pt x="2292774" y="0"/>
                </a:lnTo>
                <a:lnTo>
                  <a:pt x="2293219" y="0"/>
                </a:lnTo>
                <a:lnTo>
                  <a:pt x="3664763" y="0"/>
                </a:lnTo>
                <a:lnTo>
                  <a:pt x="3342662" y="318025"/>
                </a:lnTo>
                <a:lnTo>
                  <a:pt x="3664763" y="642165"/>
                </a:lnTo>
                <a:lnTo>
                  <a:pt x="2293219" y="642165"/>
                </a:lnTo>
                <a:lnTo>
                  <a:pt x="2292774" y="642165"/>
                </a:lnTo>
                <a:lnTo>
                  <a:pt x="0" y="642165"/>
                </a:lnTo>
                <a:lnTo>
                  <a:pt x="0" y="0"/>
                </a:lnTo>
                <a:close/>
              </a:path>
            </a:pathLst>
          </a:custGeom>
          <a:solidFill>
            <a:schemeClr val="accent1">
              <a:alpha val="100000"/>
            </a:schemeClr>
          </a:solidFill>
          <a:ln w="9525">
            <a:noFill/>
          </a:ln>
        </p:spPr>
        <p:txBody>
          <a:bodyPr/>
          <a:p>
            <a:endParaRPr lang="zh-CN" altLang="en-US"/>
          </a:p>
        </p:txBody>
      </p:sp>
      <p:grpSp>
        <p:nvGrpSpPr>
          <p:cNvPr id="39951" name="išḻídè"/>
          <p:cNvGrpSpPr/>
          <p:nvPr/>
        </p:nvGrpSpPr>
        <p:grpSpPr>
          <a:xfrm>
            <a:off x="3462338" y="4733925"/>
            <a:ext cx="1325562" cy="1657350"/>
            <a:chOff x="2237375" y="3616125"/>
            <a:chExt cx="903288" cy="1130301"/>
          </a:xfrm>
        </p:grpSpPr>
        <p:sp>
          <p:nvSpPr>
            <p:cNvPr id="57" name="íśļîḍè"/>
            <p:cNvSpPr/>
            <p:nvPr/>
          </p:nvSpPr>
          <p:spPr bwMode="auto">
            <a:xfrm>
              <a:off x="2237375" y="3932263"/>
              <a:ext cx="451103" cy="814163"/>
            </a:xfrm>
            <a:custGeom>
              <a:avLst/>
              <a:gdLst/>
              <a:ahLst/>
              <a:cxnLst>
                <a:cxn ang="0">
                  <a:pos x="284" y="513"/>
                </a:cxn>
                <a:cxn ang="0">
                  <a:pos x="0" y="313"/>
                </a:cxn>
                <a:cxn ang="0">
                  <a:pos x="0" y="0"/>
                </a:cxn>
                <a:cxn ang="0">
                  <a:pos x="284" y="200"/>
                </a:cxn>
                <a:cxn ang="0">
                  <a:pos x="284" y="513"/>
                </a:cxn>
              </a:cxnLst>
              <a:rect l="0" t="0" r="r" b="b"/>
              <a:pathLst>
                <a:path w="284" h="513">
                  <a:moveTo>
                    <a:pt x="284" y="513"/>
                  </a:moveTo>
                  <a:lnTo>
                    <a:pt x="0" y="313"/>
                  </a:lnTo>
                  <a:lnTo>
                    <a:pt x="0" y="0"/>
                  </a:lnTo>
                  <a:lnTo>
                    <a:pt x="284" y="200"/>
                  </a:lnTo>
                  <a:lnTo>
                    <a:pt x="284" y="513"/>
                  </a:lnTo>
                  <a:close/>
                </a:path>
              </a:pathLst>
            </a:custGeom>
            <a:solidFill>
              <a:schemeClr val="accent1">
                <a:lumMod val="50000"/>
              </a:schemeClr>
            </a:solidFill>
            <a:ln w="9525">
              <a:noFill/>
              <a:round/>
            </a:ln>
          </p:spPr>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chemeClr val="tx1"/>
                </a:solidFill>
                <a:effectLst/>
                <a:uLnTx/>
                <a:uFillTx/>
                <a:latin typeface="等线" pitchFamily="2" charset="-122"/>
                <a:ea typeface="等线" pitchFamily="2" charset="-122"/>
                <a:cs typeface="+mn-cs"/>
              </a:endParaRPr>
            </a:p>
          </p:txBody>
        </p:sp>
        <p:sp>
          <p:nvSpPr>
            <p:cNvPr id="58" name="íṧḷîďè"/>
            <p:cNvSpPr/>
            <p:nvPr/>
          </p:nvSpPr>
          <p:spPr bwMode="auto">
            <a:xfrm>
              <a:off x="2688478" y="3932263"/>
              <a:ext cx="452185" cy="814163"/>
            </a:xfrm>
            <a:custGeom>
              <a:avLst/>
              <a:gdLst/>
              <a:ahLst/>
              <a:cxnLst>
                <a:cxn ang="0">
                  <a:pos x="0" y="513"/>
                </a:cxn>
                <a:cxn ang="0">
                  <a:pos x="285" y="313"/>
                </a:cxn>
                <a:cxn ang="0">
                  <a:pos x="285" y="0"/>
                </a:cxn>
                <a:cxn ang="0">
                  <a:pos x="0" y="200"/>
                </a:cxn>
                <a:cxn ang="0">
                  <a:pos x="0" y="513"/>
                </a:cxn>
              </a:cxnLst>
              <a:rect l="0" t="0" r="r" b="b"/>
              <a:pathLst>
                <a:path w="285" h="513">
                  <a:moveTo>
                    <a:pt x="0" y="513"/>
                  </a:moveTo>
                  <a:lnTo>
                    <a:pt x="285" y="313"/>
                  </a:lnTo>
                  <a:lnTo>
                    <a:pt x="285" y="0"/>
                  </a:lnTo>
                  <a:lnTo>
                    <a:pt x="0" y="200"/>
                  </a:lnTo>
                  <a:lnTo>
                    <a:pt x="0" y="513"/>
                  </a:lnTo>
                  <a:close/>
                </a:path>
              </a:pathLst>
            </a:custGeom>
            <a:solidFill>
              <a:schemeClr val="accent1">
                <a:lumMod val="75000"/>
              </a:schemeClr>
            </a:solidFill>
            <a:ln w="9525">
              <a:noFill/>
              <a:round/>
            </a:ln>
          </p:spPr>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chemeClr val="tx1"/>
                </a:solidFill>
                <a:effectLst/>
                <a:uLnTx/>
                <a:uFillTx/>
                <a:latin typeface="等线" pitchFamily="2" charset="-122"/>
                <a:ea typeface="等线" pitchFamily="2" charset="-122"/>
                <a:cs typeface="+mn-cs"/>
              </a:endParaRPr>
            </a:p>
          </p:txBody>
        </p:sp>
        <p:sp>
          <p:nvSpPr>
            <p:cNvPr id="39969" name="îsḷîḍè"/>
            <p:cNvSpPr/>
            <p:nvPr/>
          </p:nvSpPr>
          <p:spPr>
            <a:xfrm>
              <a:off x="2237375" y="3616125"/>
              <a:ext cx="903288" cy="633413"/>
            </a:xfrm>
            <a:custGeom>
              <a:avLst/>
              <a:gdLst>
                <a:gd name="txL" fmla="*/ 0 w 569"/>
                <a:gd name="txT" fmla="*/ 0 h 399"/>
                <a:gd name="txR" fmla="*/ 569 w 569"/>
                <a:gd name="txB" fmla="*/ 399 h 399"/>
              </a:gdLst>
              <a:ahLst/>
              <a:cxnLst>
                <a:cxn ang="0">
                  <a:pos x="0" y="2147483647"/>
                </a:cxn>
                <a:cxn ang="0">
                  <a:pos x="2147483647" y="2147483647"/>
                </a:cxn>
                <a:cxn ang="0">
                  <a:pos x="2147483647" y="2147483647"/>
                </a:cxn>
                <a:cxn ang="0">
                  <a:pos x="2147483647" y="0"/>
                </a:cxn>
                <a:cxn ang="0">
                  <a:pos x="0" y="2147483647"/>
                </a:cxn>
              </a:cxnLst>
              <a:rect l="txL" t="txT" r="txR" b="txB"/>
              <a:pathLst>
                <a:path w="569" h="399">
                  <a:moveTo>
                    <a:pt x="0" y="199"/>
                  </a:moveTo>
                  <a:lnTo>
                    <a:pt x="284" y="399"/>
                  </a:lnTo>
                  <a:lnTo>
                    <a:pt x="569" y="199"/>
                  </a:lnTo>
                  <a:lnTo>
                    <a:pt x="284" y="0"/>
                  </a:lnTo>
                  <a:lnTo>
                    <a:pt x="0" y="199"/>
                  </a:lnTo>
                  <a:close/>
                </a:path>
              </a:pathLst>
            </a:custGeom>
            <a:solidFill>
              <a:schemeClr val="accent1">
                <a:alpha val="100000"/>
              </a:schemeClr>
            </a:solidFill>
            <a:ln w="9525">
              <a:noFill/>
            </a:ln>
          </p:spPr>
          <p:txBody>
            <a:bodyPr/>
            <a:p>
              <a:endParaRPr lang="zh-CN" altLang="en-US"/>
            </a:p>
          </p:txBody>
        </p:sp>
      </p:grpSp>
      <p:grpSp>
        <p:nvGrpSpPr>
          <p:cNvPr id="39952" name="ïš1íḋe"/>
          <p:cNvGrpSpPr/>
          <p:nvPr/>
        </p:nvGrpSpPr>
        <p:grpSpPr>
          <a:xfrm>
            <a:off x="8010525" y="5367338"/>
            <a:ext cx="347663" cy="392112"/>
            <a:chOff x="1687513" y="1622425"/>
            <a:chExt cx="314325" cy="355600"/>
          </a:xfrm>
        </p:grpSpPr>
        <p:sp>
          <p:nvSpPr>
            <p:cNvPr id="39965" name="ïŝlîďê"/>
            <p:cNvSpPr/>
            <p:nvPr/>
          </p:nvSpPr>
          <p:spPr>
            <a:xfrm>
              <a:off x="1687513" y="1622425"/>
              <a:ext cx="314325" cy="355600"/>
            </a:xfrm>
            <a:custGeom>
              <a:avLst/>
              <a:gdLst>
                <a:gd name="txL" fmla="*/ 0 w 233"/>
                <a:gd name="txT" fmla="*/ 0 h 264"/>
                <a:gd name="txR" fmla="*/ 233 w 233"/>
                <a:gd name="txB" fmla="*/ 264 h 264"/>
              </a:gdLst>
              <a:ahLst/>
              <a:cxnLst>
                <a:cxn ang="0">
                  <a:pos x="2147483647" y="2147483647"/>
                </a:cxn>
                <a:cxn ang="0">
                  <a:pos x="2147483647" y="2147483647"/>
                </a:cxn>
                <a:cxn ang="0">
                  <a:pos x="0"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rect l="txL" t="txT" r="txR" b="txB"/>
              <a:pathLst>
                <a:path w="233" h="264">
                  <a:moveTo>
                    <a:pt x="17" y="264"/>
                  </a:moveTo>
                  <a:cubicBezTo>
                    <a:pt x="14" y="264"/>
                    <a:pt x="11" y="263"/>
                    <a:pt x="9" y="262"/>
                  </a:cubicBezTo>
                  <a:cubicBezTo>
                    <a:pt x="3" y="259"/>
                    <a:pt x="0" y="253"/>
                    <a:pt x="0" y="247"/>
                  </a:cubicBezTo>
                  <a:cubicBezTo>
                    <a:pt x="0" y="17"/>
                    <a:pt x="0" y="17"/>
                    <a:pt x="0" y="17"/>
                  </a:cubicBezTo>
                  <a:cubicBezTo>
                    <a:pt x="0" y="11"/>
                    <a:pt x="3" y="6"/>
                    <a:pt x="9" y="3"/>
                  </a:cubicBezTo>
                  <a:cubicBezTo>
                    <a:pt x="14" y="0"/>
                    <a:pt x="20" y="0"/>
                    <a:pt x="25" y="3"/>
                  </a:cubicBezTo>
                  <a:cubicBezTo>
                    <a:pt x="225" y="118"/>
                    <a:pt x="225" y="118"/>
                    <a:pt x="225" y="118"/>
                  </a:cubicBezTo>
                  <a:cubicBezTo>
                    <a:pt x="230" y="121"/>
                    <a:pt x="233" y="126"/>
                    <a:pt x="233" y="132"/>
                  </a:cubicBezTo>
                  <a:cubicBezTo>
                    <a:pt x="233" y="138"/>
                    <a:pt x="230" y="144"/>
                    <a:pt x="225" y="147"/>
                  </a:cubicBezTo>
                  <a:cubicBezTo>
                    <a:pt x="25" y="262"/>
                    <a:pt x="25" y="262"/>
                    <a:pt x="25" y="262"/>
                  </a:cubicBezTo>
                  <a:cubicBezTo>
                    <a:pt x="23" y="263"/>
                    <a:pt x="20" y="264"/>
                    <a:pt x="17" y="264"/>
                  </a:cubicBezTo>
                  <a:close/>
                </a:path>
              </a:pathLst>
            </a:custGeom>
            <a:solidFill>
              <a:srgbClr val="FFFFFF">
                <a:alpha val="100000"/>
              </a:srgbClr>
            </a:solidFill>
            <a:ln w="9525">
              <a:noFill/>
            </a:ln>
          </p:spPr>
          <p:txBody>
            <a:bodyPr/>
            <a:p>
              <a:endParaRPr lang="zh-CN" altLang="en-US"/>
            </a:p>
          </p:txBody>
        </p:sp>
        <p:sp>
          <p:nvSpPr>
            <p:cNvPr id="39966" name="ïşľïḋé"/>
            <p:cNvSpPr/>
            <p:nvPr/>
          </p:nvSpPr>
          <p:spPr>
            <a:xfrm>
              <a:off x="1846263" y="1758950"/>
              <a:ext cx="69850" cy="82550"/>
            </a:xfrm>
            <a:custGeom>
              <a:avLst/>
              <a:gdLst>
                <a:gd name="txL" fmla="*/ 0 w 44"/>
                <a:gd name="txT" fmla="*/ 0 h 52"/>
                <a:gd name="txR" fmla="*/ 44 w 44"/>
                <a:gd name="txB" fmla="*/ 52 h 52"/>
              </a:gdLst>
              <a:ahLst/>
              <a:cxnLst>
                <a:cxn ang="0">
                  <a:pos x="0" y="0"/>
                </a:cxn>
                <a:cxn ang="0">
                  <a:pos x="2147483647" y="2147483647"/>
                </a:cxn>
                <a:cxn ang="0">
                  <a:pos x="0" y="2147483647"/>
                </a:cxn>
                <a:cxn ang="0">
                  <a:pos x="0" y="0"/>
                </a:cxn>
              </a:cxnLst>
              <a:rect l="txL" t="txT" r="txR" b="txB"/>
              <a:pathLst>
                <a:path w="44" h="52">
                  <a:moveTo>
                    <a:pt x="0" y="0"/>
                  </a:moveTo>
                  <a:lnTo>
                    <a:pt x="44" y="26"/>
                  </a:lnTo>
                  <a:lnTo>
                    <a:pt x="0" y="52"/>
                  </a:lnTo>
                  <a:lnTo>
                    <a:pt x="0" y="0"/>
                  </a:lnTo>
                  <a:close/>
                </a:path>
              </a:pathLst>
            </a:custGeom>
            <a:solidFill>
              <a:schemeClr val="accent1">
                <a:alpha val="100000"/>
              </a:schemeClr>
            </a:solidFill>
            <a:ln w="9525">
              <a:noFill/>
            </a:ln>
          </p:spPr>
          <p:txBody>
            <a:bodyPr/>
            <a:p>
              <a:endParaRPr lang="zh-CN" altLang="en-US"/>
            </a:p>
          </p:txBody>
        </p:sp>
      </p:grpSp>
      <p:sp>
        <p:nvSpPr>
          <p:cNvPr id="39" name="文本框 38"/>
          <p:cNvSpPr txBox="1"/>
          <p:nvPr/>
        </p:nvSpPr>
        <p:spPr>
          <a:xfrm>
            <a:off x="5380038" y="1758950"/>
            <a:ext cx="1806575" cy="461963"/>
          </a:xfrm>
          <a:prstGeom prst="rect">
            <a:avLst/>
          </a:prstGeom>
          <a:noFill/>
        </p:spPr>
        <p:txBody>
          <a:bodyPr wrap="none">
            <a:spAutoFit/>
          </a:bodyPr>
          <a:lstStyle/>
          <a:p>
            <a:pPr marR="0" defTabSz="914400" eaLnBrk="1" hangingPunct="1">
              <a:buClrTx/>
              <a:buSzTx/>
              <a:buFontTx/>
              <a:defRPr/>
            </a:pPr>
            <a:r>
              <a:rPr kumimoji="0" lang="en-US" altLang="zh-CN" sz="2400" b="1" kern="1200" cap="none" spc="0" normalizeH="0" baseline="0" noProof="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Listing</a:t>
            </a:r>
            <a:r>
              <a:rPr kumimoji="0" lang="zh-CN" altLang="en-US" sz="2400" b="1" kern="1200" cap="none" spc="0" normalizeH="0" baseline="0" noProof="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准备</a:t>
            </a:r>
            <a:endParaRPr kumimoji="0" lang="en-US" altLang="zh-CN" sz="2400" b="1" kern="1200" cap="none" spc="0" normalizeH="0" baseline="0" noProof="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40" name="文本框 39"/>
          <p:cNvSpPr txBox="1"/>
          <p:nvPr/>
        </p:nvSpPr>
        <p:spPr>
          <a:xfrm>
            <a:off x="5326063" y="2968625"/>
            <a:ext cx="1416050" cy="461963"/>
          </a:xfrm>
          <a:prstGeom prst="rect">
            <a:avLst/>
          </a:prstGeom>
          <a:noFill/>
        </p:spPr>
        <p:txBody>
          <a:bodyPr wrap="none">
            <a:spAutoFit/>
          </a:bodyPr>
          <a:lstStyle/>
          <a:p>
            <a:pPr marR="0" defTabSz="914400" eaLnBrk="1" hangingPunct="1">
              <a:buClrTx/>
              <a:buSzTx/>
              <a:buFontTx/>
              <a:defRPr/>
            </a:pPr>
            <a:r>
              <a:rPr kumimoji="0" lang="zh-CN" altLang="en-US" sz="2400" b="1" kern="1200" cap="none" spc="0" normalizeH="0" baseline="0" noProof="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打造爆款</a:t>
            </a:r>
            <a:endParaRPr kumimoji="0" lang="zh-CN" altLang="en-US" sz="2400" b="1" kern="1200" cap="none" spc="0" normalizeH="0" baseline="0" noProof="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41" name="文本框 40"/>
          <p:cNvSpPr txBox="1"/>
          <p:nvPr/>
        </p:nvSpPr>
        <p:spPr>
          <a:xfrm>
            <a:off x="5341938" y="4149725"/>
            <a:ext cx="1416050" cy="461963"/>
          </a:xfrm>
          <a:prstGeom prst="rect">
            <a:avLst/>
          </a:prstGeom>
          <a:noFill/>
        </p:spPr>
        <p:txBody>
          <a:bodyPr wrap="none">
            <a:spAutoFit/>
          </a:bodyPr>
          <a:lstStyle/>
          <a:p>
            <a:pPr marR="0" defTabSz="914400" eaLnBrk="1" hangingPunct="1">
              <a:buClrTx/>
              <a:buSzTx/>
              <a:buFontTx/>
              <a:defRPr/>
            </a:pPr>
            <a:r>
              <a:rPr kumimoji="0" lang="zh-CN" altLang="en-US" sz="2400" b="1" kern="1200" cap="none" spc="0" normalizeH="0" baseline="0" noProof="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仓储管理</a:t>
            </a:r>
            <a:endParaRPr kumimoji="0" lang="zh-CN" altLang="en-US" sz="2400" b="1" kern="1200" cap="none" spc="0" normalizeH="0" baseline="0" noProof="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42" name="文本框 41"/>
          <p:cNvSpPr txBox="1"/>
          <p:nvPr/>
        </p:nvSpPr>
        <p:spPr>
          <a:xfrm>
            <a:off x="5326063" y="5346700"/>
            <a:ext cx="1416050" cy="461963"/>
          </a:xfrm>
          <a:prstGeom prst="rect">
            <a:avLst/>
          </a:prstGeom>
          <a:noFill/>
        </p:spPr>
        <p:txBody>
          <a:bodyPr wrap="none">
            <a:spAutoFit/>
          </a:bodyPr>
          <a:lstStyle/>
          <a:p>
            <a:pPr marR="0" defTabSz="914400" eaLnBrk="1" hangingPunct="1">
              <a:buClrTx/>
              <a:buSzTx/>
              <a:buFontTx/>
              <a:defRPr/>
            </a:pPr>
            <a:r>
              <a:rPr kumimoji="0" lang="zh-CN" altLang="en-US" sz="2400" b="1" kern="1200" cap="none" spc="0" normalizeH="0" baseline="0" noProof="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售后管理</a:t>
            </a:r>
            <a:endParaRPr kumimoji="0" lang="zh-CN" altLang="en-US" sz="2400" b="1" kern="1200" cap="none" spc="0" normalizeH="0" baseline="0" noProof="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Tree>
  </p:cSld>
  <p:clrMapOvr>
    <a:masterClrMapping/>
  </p:clrMapOvr>
  <p:transition spd="slow" advTm="3000">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 name="文本框 15"/>
          <p:cNvSpPr txBox="1"/>
          <p:nvPr/>
        </p:nvSpPr>
        <p:spPr>
          <a:xfrm>
            <a:off x="983128" y="746936"/>
            <a:ext cx="1732526" cy="292388"/>
          </a:xfrm>
          <a:prstGeom prst="rect">
            <a:avLst/>
          </a:prstGeom>
          <a:noFill/>
          <a:ln w="12700" cap="flat">
            <a:noFill/>
            <a:miter lim="400000"/>
          </a:ln>
        </p:spPr>
        <p:style>
          <a:lnRef idx="0">
            <a:scrgbClr r="0" g="0" b="0"/>
          </a:lnRef>
          <a:fillRef idx="0">
            <a:scrgbClr r="0" g="0" b="0"/>
          </a:fillRef>
          <a:effectRef idx="0">
            <a:scrgbClr r="0" g="0" b="0"/>
          </a:effectRef>
          <a:fontRef idx="none"/>
        </p:style>
        <p:txBody>
          <a:bodyPr spcFirstLastPara="1" wrap="none" lIns="22860" tIns="22860" rIns="22860" bIns="22860" spcCol="3810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600" b="0" i="0" u="none" strike="noStrike" kern="1200" cap="none" spc="0" normalizeH="0" baseline="0" noProof="0" dirty="0">
                <a:ln>
                  <a:noFill/>
                </a:ln>
                <a:solidFill>
                  <a:schemeClr val="bg1">
                    <a:alpha val="60000"/>
                  </a:schemeClr>
                </a:solidFill>
                <a:effectLst/>
                <a:uLnTx/>
                <a:uFillTx/>
                <a:latin typeface="Arial" panose="020B0604020202020204" pitchFamily="34" charset="0"/>
                <a:ea typeface="微软雅黑" panose="020B0503020204020204" pitchFamily="34" charset="-122"/>
                <a:cs typeface="+mn-ea"/>
                <a:sym typeface="Arial" panose="020B0604020202020204" pitchFamily="34" charset="0"/>
              </a:rPr>
              <a:t>Listing preparation</a:t>
            </a:r>
            <a:endParaRPr kumimoji="0" lang="en-US" altLang="zh-CN" sz="1600" b="0" i="0" u="none" strike="noStrike" kern="1200" cap="none" spc="0" normalizeH="0" baseline="0" noProof="0" dirty="0">
              <a:ln>
                <a:noFill/>
              </a:ln>
              <a:solidFill>
                <a:schemeClr val="bg1">
                  <a:alpha val="60000"/>
                </a:schemeClr>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grpSp>
        <p:nvGrpSpPr>
          <p:cNvPr id="2" name="组合 17"/>
          <p:cNvGrpSpPr/>
          <p:nvPr/>
        </p:nvGrpSpPr>
        <p:grpSpPr>
          <a:xfrm>
            <a:off x="244476" y="292500"/>
            <a:ext cx="493773" cy="615629"/>
            <a:chOff x="7409" y="353"/>
            <a:chExt cx="1374" cy="1582"/>
          </a:xfrm>
          <a:solidFill>
            <a:srgbClr val="1766F3"/>
          </a:solidFill>
        </p:grpSpPr>
        <p:sp>
          <p:nvSpPr>
            <p:cNvPr id="20" name="平行四边形 19"/>
            <p:cNvSpPr/>
            <p:nvPr/>
          </p:nvSpPr>
          <p:spPr>
            <a:xfrm>
              <a:off x="7409" y="353"/>
              <a:ext cx="788" cy="981"/>
            </a:xfrm>
            <a:prstGeom prst="parallelogram">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3600" b="0" i="0" u="none" strike="noStrike" kern="1200" cap="none" spc="0" normalizeH="0" baseline="0" noProof="0">
                <a:ln>
                  <a:noFill/>
                </a:ln>
                <a:solidFill>
                  <a:schemeClr val="lt1"/>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1" name="平行四边形 20"/>
            <p:cNvSpPr/>
            <p:nvPr/>
          </p:nvSpPr>
          <p:spPr>
            <a:xfrm>
              <a:off x="7995" y="955"/>
              <a:ext cx="788" cy="981"/>
            </a:xfrm>
            <a:prstGeom prst="parallelogram">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3600" b="0" i="0" u="none" strike="noStrike" kern="1200" cap="none" spc="0" normalizeH="0" baseline="0" noProof="0">
                <a:ln>
                  <a:noFill/>
                </a:ln>
                <a:solidFill>
                  <a:schemeClr val="lt1"/>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grpSp>
      <p:sp>
        <p:nvSpPr>
          <p:cNvPr id="19" name="文本框 18"/>
          <p:cNvSpPr txBox="1"/>
          <p:nvPr/>
        </p:nvSpPr>
        <p:spPr>
          <a:xfrm>
            <a:off x="879475" y="274638"/>
            <a:ext cx="3078163" cy="1046163"/>
          </a:xfrm>
          <a:prstGeom prst="rect">
            <a:avLst/>
          </a:prstGeom>
          <a:noFill/>
        </p:spPr>
        <p:txBody>
          <a:bodyPr wrap="none">
            <a:spAutoFit/>
          </a:bodyPr>
          <a:lstStyle/>
          <a:p>
            <a:pPr marR="0" defTabSz="914400" eaLnBrk="1" hangingPunct="1">
              <a:buClrTx/>
              <a:buSzTx/>
              <a:buFontTx/>
              <a:defRPr/>
            </a:pPr>
            <a:r>
              <a:rPr kumimoji="0" lang="zh-CN" altLang="en-US" sz="3000" b="1" kern="1200" cap="none" spc="-150" normalizeH="0" baseline="0" noProof="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一：</a:t>
            </a:r>
            <a:r>
              <a:rPr kumimoji="0" lang="en-US" altLang="zh-CN" sz="3200" b="1" kern="1200" cap="none" spc="0" normalizeH="0" baseline="0" noProof="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Listing</a:t>
            </a:r>
            <a:r>
              <a:rPr kumimoji="0" lang="zh-CN" altLang="en-US" sz="3200" b="1" kern="1200" cap="none" spc="0" normalizeH="0" baseline="0" noProof="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准备</a:t>
            </a:r>
            <a:endParaRPr kumimoji="0" lang="en-US" altLang="zh-CN" sz="3200" b="1" kern="1200" cap="none" spc="0" normalizeH="0" baseline="0" noProof="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a:p>
            <a:pPr marR="0" defTabSz="914400" eaLnBrk="1" hangingPunct="1">
              <a:buClrTx/>
              <a:buSzTx/>
              <a:buFontTx/>
              <a:defRPr/>
            </a:pPr>
            <a:endParaRPr kumimoji="0" lang="zh-CN" altLang="en-US" sz="3000" b="1" kern="1200" cap="none" spc="-150" normalizeH="0" baseline="0" noProof="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graphicFrame>
        <p:nvGraphicFramePr>
          <p:cNvPr id="40966" name="表格 40965"/>
          <p:cNvGraphicFramePr/>
          <p:nvPr/>
        </p:nvGraphicFramePr>
        <p:xfrm>
          <a:off x="635000" y="1085850"/>
          <a:ext cx="10871200" cy="5222875"/>
        </p:xfrm>
        <a:graphic>
          <a:graphicData uri="http://schemas.openxmlformats.org/drawingml/2006/table">
            <a:tbl>
              <a:tblPr/>
              <a:tblGrid>
                <a:gridCol w="2001838"/>
                <a:gridCol w="3213100"/>
                <a:gridCol w="3260725"/>
                <a:gridCol w="2395537"/>
              </a:tblGrid>
              <a:tr h="644525">
                <a:tc gridSpan="4">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等线" pitchFamily="2" charset="-122"/>
                          <a:ea typeface="等线"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等线" pitchFamily="2" charset="-122"/>
                          <a:ea typeface="等线"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等线" pitchFamily="2" charset="-122"/>
                          <a:ea typeface="等线"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等线" pitchFamily="2" charset="-122"/>
                          <a:ea typeface="等线"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等线" pitchFamily="2" charset="-122"/>
                          <a:ea typeface="等线" pitchFamily="2" charset="-122"/>
                          <a:cs typeface="+mn-cs"/>
                        </a:defRPr>
                      </a:lvl5pPr>
                    </a:lstStyle>
                    <a:p>
                      <a:pPr lvl="0" algn="ctr" eaLnBrk="1" fontAlgn="ctr" hangingPunct="1">
                        <a:buNone/>
                      </a:pPr>
                      <a:endParaRPr lang="zh-CN" altLang="en-US" sz="1400" b="1" dirty="0">
                        <a:solidFill>
                          <a:srgbClr val="FFFFFF"/>
                        </a:solidFill>
                        <a:latin typeface="黑体" panose="02010609060101010101" pitchFamily="49" charset="-122"/>
                        <a:ea typeface="黑体" panose="02010609060101010101" pitchFamily="49" charset="-122"/>
                      </a:endParaRPr>
                    </a:p>
                    <a:p>
                      <a:pPr lvl="0" algn="ctr" eaLnBrk="1" fontAlgn="ctr" hangingPunct="1">
                        <a:buNone/>
                      </a:pPr>
                      <a:r>
                        <a:rPr lang="zh-CN" altLang="en-US" sz="1400" b="1" dirty="0">
                          <a:solidFill>
                            <a:srgbClr val="FFFFFF"/>
                          </a:solidFill>
                          <a:latin typeface="黑体" panose="02010609060101010101" pitchFamily="49" charset="-122"/>
                          <a:ea typeface="黑体" panose="02010609060101010101" pitchFamily="49" charset="-122"/>
                        </a:rPr>
                        <a:t>如果这个项目交给我们，我们会如何做推广</a:t>
                      </a:r>
                      <a:endParaRPr lang="zh-CN" altLang="en-US" sz="1400" b="1" dirty="0">
                        <a:solidFill>
                          <a:srgbClr val="FFFFFF"/>
                        </a:solidFill>
                        <a:latin typeface="黑体" panose="02010609060101010101" pitchFamily="49" charset="-122"/>
                        <a:ea typeface="黑体" panose="02010609060101010101" pitchFamily="49" charset="-122"/>
                      </a:endParaRPr>
                    </a:p>
                    <a:p>
                      <a:pPr lvl="0" algn="ctr" eaLnBrk="1" fontAlgn="ctr" hangingPunct="1">
                        <a:buNone/>
                      </a:pPr>
                      <a:endParaRPr lang="zh-CN" altLang="en-US" sz="1400" b="1" dirty="0">
                        <a:solidFill>
                          <a:srgbClr val="FFFFFF"/>
                        </a:solidFill>
                        <a:latin typeface="黑体" panose="02010609060101010101" pitchFamily="49" charset="-122"/>
                        <a:ea typeface="黑体" panose="02010609060101010101" pitchFamily="49" charset="-122"/>
                      </a:endParaRPr>
                    </a:p>
                  </a:txBody>
                  <a:tcPr marL="4821" marR="4821" marT="4821"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5B9BD5"/>
                    </a:solidFill>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r>
              <a:tr h="279400">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等线" pitchFamily="2" charset="-122"/>
                          <a:ea typeface="等线"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等线" pitchFamily="2" charset="-122"/>
                          <a:ea typeface="等线"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等线" pitchFamily="2" charset="-122"/>
                          <a:ea typeface="等线"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等线" pitchFamily="2" charset="-122"/>
                          <a:ea typeface="等线"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等线" pitchFamily="2" charset="-122"/>
                          <a:ea typeface="等线" pitchFamily="2" charset="-122"/>
                          <a:cs typeface="+mn-cs"/>
                        </a:defRPr>
                      </a:lvl5pPr>
                    </a:lstStyle>
                    <a:p>
                      <a:pPr lvl="0" algn="ctr" eaLnBrk="1" fontAlgn="ctr" hangingPunct="1">
                        <a:buNone/>
                      </a:pPr>
                      <a:r>
                        <a:rPr lang="zh-CN" altLang="en-US" sz="1100" b="1" dirty="0">
                          <a:solidFill>
                            <a:srgbClr val="FFFFFF"/>
                          </a:solidFill>
                          <a:latin typeface="黑体" panose="02010609060101010101" pitchFamily="49" charset="-122"/>
                          <a:ea typeface="黑体" panose="02010609060101010101" pitchFamily="49" charset="-122"/>
                        </a:rPr>
                        <a:t>操作</a:t>
                      </a:r>
                      <a:endParaRPr lang="zh-CN" altLang="en-US" sz="1100" b="1" dirty="0">
                        <a:solidFill>
                          <a:srgbClr val="FFFFFF"/>
                        </a:solidFill>
                        <a:latin typeface="黑体" panose="02010609060101010101" pitchFamily="49" charset="-122"/>
                        <a:ea typeface="黑体" panose="02010609060101010101" pitchFamily="49" charset="-122"/>
                      </a:endParaRPr>
                    </a:p>
                  </a:txBody>
                  <a:tcPr marL="4821" marR="4821" marT="4821"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5B9BD5"/>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等线" pitchFamily="2" charset="-122"/>
                          <a:ea typeface="等线"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等线" pitchFamily="2" charset="-122"/>
                          <a:ea typeface="等线"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等线" pitchFamily="2" charset="-122"/>
                          <a:ea typeface="等线"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等线" pitchFamily="2" charset="-122"/>
                          <a:ea typeface="等线"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等线" pitchFamily="2" charset="-122"/>
                          <a:ea typeface="等线" pitchFamily="2" charset="-122"/>
                          <a:cs typeface="+mn-cs"/>
                        </a:defRPr>
                      </a:lvl5pPr>
                    </a:lstStyle>
                    <a:p>
                      <a:pPr lvl="0" algn="ctr" eaLnBrk="1" fontAlgn="ctr" hangingPunct="1">
                        <a:buNone/>
                      </a:pPr>
                      <a:r>
                        <a:rPr lang="zh-CN" altLang="en-US" sz="1400" b="1" dirty="0">
                          <a:solidFill>
                            <a:srgbClr val="FFFFFF"/>
                          </a:solidFill>
                          <a:latin typeface="黑体" panose="02010609060101010101" pitchFamily="49" charset="-122"/>
                          <a:ea typeface="黑体" panose="02010609060101010101" pitchFamily="49" charset="-122"/>
                        </a:rPr>
                        <a:t>效果</a:t>
                      </a:r>
                      <a:endParaRPr lang="zh-CN" altLang="en-US" sz="1400" b="1" dirty="0">
                        <a:solidFill>
                          <a:srgbClr val="FFFFFF"/>
                        </a:solidFill>
                        <a:latin typeface="黑体" panose="02010609060101010101" pitchFamily="49" charset="-122"/>
                        <a:ea typeface="黑体" panose="02010609060101010101" pitchFamily="49" charset="-122"/>
                      </a:endParaRPr>
                    </a:p>
                  </a:txBody>
                  <a:tcPr marL="4821" marR="4821" marT="4821"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5B9BD5"/>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等线" pitchFamily="2" charset="-122"/>
                          <a:ea typeface="等线"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等线" pitchFamily="2" charset="-122"/>
                          <a:ea typeface="等线"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等线" pitchFamily="2" charset="-122"/>
                          <a:ea typeface="等线"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等线" pitchFamily="2" charset="-122"/>
                          <a:ea typeface="等线"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等线" pitchFamily="2" charset="-122"/>
                          <a:ea typeface="等线" pitchFamily="2" charset="-122"/>
                          <a:cs typeface="+mn-cs"/>
                        </a:defRPr>
                      </a:lvl5pPr>
                    </a:lstStyle>
                    <a:p>
                      <a:pPr lvl="0" algn="ctr" eaLnBrk="1" fontAlgn="ctr" hangingPunct="1">
                        <a:buNone/>
                      </a:pPr>
                      <a:r>
                        <a:rPr lang="zh-CN" altLang="en-US" sz="1400" b="1" dirty="0">
                          <a:solidFill>
                            <a:srgbClr val="FFFFFF"/>
                          </a:solidFill>
                          <a:latin typeface="黑体" panose="02010609060101010101" pitchFamily="49" charset="-122"/>
                          <a:ea typeface="黑体" panose="02010609060101010101" pitchFamily="49" charset="-122"/>
                        </a:rPr>
                        <a:t>达成周期</a:t>
                      </a:r>
                      <a:endParaRPr lang="zh-CN" altLang="en-US" sz="1400" b="1" dirty="0">
                        <a:solidFill>
                          <a:srgbClr val="FFFFFF"/>
                        </a:solidFill>
                        <a:latin typeface="黑体" panose="02010609060101010101" pitchFamily="49" charset="-122"/>
                        <a:ea typeface="黑体" panose="02010609060101010101" pitchFamily="49" charset="-122"/>
                      </a:endParaRPr>
                    </a:p>
                  </a:txBody>
                  <a:tcPr marL="4821" marR="4821" marT="4821"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5B9BD5"/>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等线" pitchFamily="2" charset="-122"/>
                          <a:ea typeface="等线"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等线" pitchFamily="2" charset="-122"/>
                          <a:ea typeface="等线"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等线" pitchFamily="2" charset="-122"/>
                          <a:ea typeface="等线"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等线" pitchFamily="2" charset="-122"/>
                          <a:ea typeface="等线"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等线" pitchFamily="2" charset="-122"/>
                          <a:ea typeface="等线" pitchFamily="2" charset="-122"/>
                          <a:cs typeface="+mn-cs"/>
                        </a:defRPr>
                      </a:lvl5pPr>
                    </a:lstStyle>
                    <a:p>
                      <a:pPr lvl="0" algn="ctr" eaLnBrk="1" fontAlgn="ctr" hangingPunct="1">
                        <a:buNone/>
                      </a:pPr>
                      <a:r>
                        <a:rPr lang="zh-CN" altLang="en-US" sz="1400" b="1" dirty="0">
                          <a:solidFill>
                            <a:srgbClr val="FFFFFF"/>
                          </a:solidFill>
                          <a:latin typeface="黑体" panose="02010609060101010101" pitchFamily="49" charset="-122"/>
                          <a:ea typeface="黑体" panose="02010609060101010101" pitchFamily="49" charset="-122"/>
                        </a:rPr>
                        <a:t>成本投入模块</a:t>
                      </a:r>
                      <a:endParaRPr lang="zh-CN" altLang="en-US" sz="1400" b="1" dirty="0">
                        <a:solidFill>
                          <a:srgbClr val="FFFFFF"/>
                        </a:solidFill>
                        <a:latin typeface="黑体" panose="02010609060101010101" pitchFamily="49" charset="-122"/>
                        <a:ea typeface="黑体" panose="02010609060101010101" pitchFamily="49" charset="-122"/>
                      </a:endParaRPr>
                    </a:p>
                  </a:txBody>
                  <a:tcPr marL="4821" marR="4821" marT="4821"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5B9BD5"/>
                    </a:solidFill>
                  </a:tcPr>
                </a:tc>
              </a:tr>
              <a:tr h="717550">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等线" pitchFamily="2" charset="-122"/>
                          <a:ea typeface="等线"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等线" pitchFamily="2" charset="-122"/>
                          <a:ea typeface="等线"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等线" pitchFamily="2" charset="-122"/>
                          <a:ea typeface="等线"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等线" pitchFamily="2" charset="-122"/>
                          <a:ea typeface="等线"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等线" pitchFamily="2" charset="-122"/>
                          <a:ea typeface="等线" pitchFamily="2" charset="-122"/>
                          <a:cs typeface="+mn-cs"/>
                        </a:defRPr>
                      </a:lvl5pPr>
                    </a:lstStyle>
                    <a:p>
                      <a:pPr lvl="0" algn="ctr" eaLnBrk="1" fontAlgn="ctr" hangingPunct="1">
                        <a:buNone/>
                      </a:pPr>
                      <a:r>
                        <a:rPr lang="zh-CN" altLang="en-US" sz="1000" dirty="0">
                          <a:latin typeface="黑体" panose="02010609060101010101" pitchFamily="49" charset="-122"/>
                          <a:ea typeface="黑体" panose="02010609060101010101" pitchFamily="49" charset="-122"/>
                        </a:rPr>
                        <a:t>编辑</a:t>
                      </a:r>
                      <a:r>
                        <a:rPr lang="en-US" altLang="zh-CN" sz="1000" dirty="0">
                          <a:latin typeface="黑体" panose="02010609060101010101" pitchFamily="49" charset="-122"/>
                          <a:ea typeface="黑体" panose="02010609060101010101" pitchFamily="49" charset="-122"/>
                        </a:rPr>
                        <a:t>listing</a:t>
                      </a:r>
                      <a:endParaRPr lang="en-US" altLang="zh-CN" sz="1000" dirty="0">
                        <a:latin typeface="黑体" panose="02010609060101010101" pitchFamily="49" charset="-122"/>
                        <a:ea typeface="黑体" panose="02010609060101010101" pitchFamily="49" charset="-122"/>
                      </a:endParaRPr>
                    </a:p>
                  </a:txBody>
                  <a:tcPr marL="4821" marR="4821" marT="4821" marB="0" anchor="ctr">
                    <a:lnL w="1270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DEBF7"/>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等线" pitchFamily="2" charset="-122"/>
                          <a:ea typeface="等线"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等线" pitchFamily="2" charset="-122"/>
                          <a:ea typeface="等线"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等线" pitchFamily="2" charset="-122"/>
                          <a:ea typeface="等线"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等线" pitchFamily="2" charset="-122"/>
                          <a:ea typeface="等线"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等线" pitchFamily="2" charset="-122"/>
                          <a:ea typeface="等线" pitchFamily="2" charset="-122"/>
                          <a:cs typeface="+mn-cs"/>
                        </a:defRPr>
                      </a:lvl5pPr>
                    </a:lstStyle>
                    <a:p>
                      <a:pPr lvl="0" eaLnBrk="1" fontAlgn="ctr" hangingPunct="1">
                        <a:buNone/>
                      </a:pPr>
                      <a:r>
                        <a:rPr lang="en-US" altLang="zh-CN" sz="1000" dirty="0">
                          <a:latin typeface="黑体" panose="02010609060101010101" pitchFamily="49" charset="-122"/>
                          <a:ea typeface="黑体" panose="02010609060101010101" pitchFamily="49" charset="-122"/>
                        </a:rPr>
                        <a:t>1.</a:t>
                      </a:r>
                      <a:r>
                        <a:rPr lang="zh-CN" altLang="en-US" sz="1000" dirty="0">
                          <a:latin typeface="黑体" panose="02010609060101010101" pitchFamily="49" charset="-122"/>
                          <a:ea typeface="黑体" panose="02010609060101010101" pitchFamily="49" charset="-122"/>
                        </a:rPr>
                        <a:t>标题紧扣产品主题</a:t>
                      </a:r>
                      <a:br>
                        <a:rPr lang="zh-CN" altLang="en-US" sz="1000" dirty="0">
                          <a:latin typeface="黑体" panose="02010609060101010101" pitchFamily="49" charset="-122"/>
                          <a:ea typeface="黑体" panose="02010609060101010101" pitchFamily="49" charset="-122"/>
                        </a:rPr>
                      </a:br>
                      <a:r>
                        <a:rPr lang="en-US" altLang="zh-CN" sz="1000" dirty="0">
                          <a:latin typeface="黑体" panose="02010609060101010101" pitchFamily="49" charset="-122"/>
                          <a:ea typeface="黑体" panose="02010609060101010101" pitchFamily="49" charset="-122"/>
                        </a:rPr>
                        <a:t>2.</a:t>
                      </a:r>
                      <a:r>
                        <a:rPr lang="zh-CN" altLang="en-US" sz="1000" dirty="0">
                          <a:latin typeface="黑体" panose="02010609060101010101" pitchFamily="49" charset="-122"/>
                          <a:ea typeface="黑体" panose="02010609060101010101" pitchFamily="49" charset="-122"/>
                        </a:rPr>
                        <a:t>五点和长描述编辑</a:t>
                      </a:r>
                      <a:br>
                        <a:rPr lang="zh-CN" altLang="en-US" sz="1000" dirty="0">
                          <a:latin typeface="黑体" panose="02010609060101010101" pitchFamily="49" charset="-122"/>
                          <a:ea typeface="黑体" panose="02010609060101010101" pitchFamily="49" charset="-122"/>
                        </a:rPr>
                      </a:br>
                      <a:r>
                        <a:rPr lang="en-US" altLang="zh-CN" sz="1000" dirty="0">
                          <a:latin typeface="黑体" panose="02010609060101010101" pitchFamily="49" charset="-122"/>
                          <a:ea typeface="黑体" panose="02010609060101010101" pitchFamily="49" charset="-122"/>
                        </a:rPr>
                        <a:t>3.</a:t>
                      </a:r>
                      <a:r>
                        <a:rPr lang="zh-CN" altLang="en-US" sz="1000" dirty="0">
                          <a:latin typeface="黑体" panose="02010609060101010101" pitchFamily="49" charset="-122"/>
                          <a:ea typeface="黑体" panose="02010609060101010101" pitchFamily="49" charset="-122"/>
                        </a:rPr>
                        <a:t>图片拍摄方案和修图方案及成图</a:t>
                      </a:r>
                      <a:br>
                        <a:rPr lang="zh-CN" altLang="en-US" sz="1000" dirty="0">
                          <a:latin typeface="黑体" panose="02010609060101010101" pitchFamily="49" charset="-122"/>
                          <a:ea typeface="黑体" panose="02010609060101010101" pitchFamily="49" charset="-122"/>
                        </a:rPr>
                      </a:br>
                      <a:endParaRPr lang="zh-CN" altLang="en-US" sz="1000" dirty="0">
                        <a:latin typeface="黑体" panose="02010609060101010101" pitchFamily="49" charset="-122"/>
                        <a:ea typeface="黑体" panose="02010609060101010101" pitchFamily="49" charset="-122"/>
                      </a:endParaRPr>
                    </a:p>
                  </a:txBody>
                  <a:tcPr marL="4821" marR="4821" marT="4821"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DEBF7"/>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等线" pitchFamily="2" charset="-122"/>
                          <a:ea typeface="等线"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等线" pitchFamily="2" charset="-122"/>
                          <a:ea typeface="等线"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等线" pitchFamily="2" charset="-122"/>
                          <a:ea typeface="等线"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等线" pitchFamily="2" charset="-122"/>
                          <a:ea typeface="等线"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等线" pitchFamily="2" charset="-122"/>
                          <a:ea typeface="等线" pitchFamily="2" charset="-122"/>
                          <a:cs typeface="+mn-cs"/>
                        </a:defRPr>
                      </a:lvl5pPr>
                    </a:lstStyle>
                    <a:p>
                      <a:pPr lvl="0" eaLnBrk="1" fontAlgn="ctr" hangingPunct="1">
                        <a:buNone/>
                      </a:pPr>
                      <a:r>
                        <a:rPr lang="zh-CN" altLang="en-US" sz="1000" dirty="0">
                          <a:latin typeface="黑体" panose="02010609060101010101" pitchFamily="49" charset="-122"/>
                          <a:ea typeface="黑体" panose="02010609060101010101" pitchFamily="49" charset="-122"/>
                        </a:rPr>
                        <a:t>双方达成合作之日起，便可在一周内完成</a:t>
                      </a:r>
                      <a:r>
                        <a:rPr lang="en-US" altLang="zh-CN" sz="1000" dirty="0">
                          <a:latin typeface="黑体" panose="02010609060101010101" pitchFamily="49" charset="-122"/>
                          <a:ea typeface="黑体" panose="02010609060101010101" pitchFamily="49" charset="-122"/>
                        </a:rPr>
                        <a:t>listing</a:t>
                      </a:r>
                      <a:r>
                        <a:rPr lang="zh-CN" altLang="en-US" sz="1000" dirty="0">
                          <a:latin typeface="黑体" panose="02010609060101010101" pitchFamily="49" charset="-122"/>
                          <a:ea typeface="黑体" panose="02010609060101010101" pitchFamily="49" charset="-122"/>
                        </a:rPr>
                        <a:t>的标题五点长描述和图片拍摄修图方案，成图需要预约我司设计部人员，预计需要</a:t>
                      </a:r>
                      <a:r>
                        <a:rPr lang="en-US" altLang="zh-CN" sz="1000" dirty="0">
                          <a:latin typeface="黑体" panose="02010609060101010101" pitchFamily="49" charset="-122"/>
                          <a:ea typeface="黑体" panose="02010609060101010101" pitchFamily="49" charset="-122"/>
                        </a:rPr>
                        <a:t>2</a:t>
                      </a:r>
                      <a:r>
                        <a:rPr lang="zh-CN" altLang="en-US" sz="1000" dirty="0">
                          <a:latin typeface="黑体" panose="02010609060101010101" pitchFamily="49" charset="-122"/>
                          <a:ea typeface="黑体" panose="02010609060101010101" pitchFamily="49" charset="-122"/>
                        </a:rPr>
                        <a:t>周左右的时间</a:t>
                      </a:r>
                      <a:endParaRPr lang="zh-CN" altLang="en-US" sz="1000" dirty="0">
                        <a:latin typeface="黑体" panose="02010609060101010101" pitchFamily="49" charset="-122"/>
                        <a:ea typeface="黑体" panose="02010609060101010101" pitchFamily="49" charset="-122"/>
                      </a:endParaRPr>
                    </a:p>
                  </a:txBody>
                  <a:tcPr marL="4821" marR="4821" marT="4821"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DEBF7"/>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等线" pitchFamily="2" charset="-122"/>
                          <a:ea typeface="等线"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等线" pitchFamily="2" charset="-122"/>
                          <a:ea typeface="等线"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等线" pitchFamily="2" charset="-122"/>
                          <a:ea typeface="等线"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等线" pitchFamily="2" charset="-122"/>
                          <a:ea typeface="等线"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等线" pitchFamily="2" charset="-122"/>
                          <a:ea typeface="等线" pitchFamily="2" charset="-122"/>
                          <a:cs typeface="+mn-cs"/>
                        </a:defRPr>
                      </a:lvl5pPr>
                    </a:lstStyle>
                    <a:p>
                      <a:pPr lvl="0" algn="ctr" eaLnBrk="1" fontAlgn="ctr" hangingPunct="1">
                        <a:buNone/>
                      </a:pPr>
                      <a:r>
                        <a:rPr lang="en-US" altLang="zh-CN" sz="1000" dirty="0">
                          <a:latin typeface="黑体" panose="02010609060101010101" pitchFamily="49" charset="-122"/>
                          <a:ea typeface="黑体" panose="02010609060101010101" pitchFamily="49" charset="-122"/>
                        </a:rPr>
                        <a:t>0</a:t>
                      </a:r>
                      <a:endParaRPr lang="en-US" altLang="zh-CN" sz="1000" dirty="0">
                        <a:latin typeface="黑体" panose="02010609060101010101" pitchFamily="49" charset="-122"/>
                        <a:ea typeface="黑体" panose="02010609060101010101" pitchFamily="49" charset="-122"/>
                      </a:endParaRPr>
                    </a:p>
                  </a:txBody>
                  <a:tcPr marL="4821" marR="4821" marT="4821" marB="0" anchor="ctr">
                    <a:lnL w="635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DEBF7"/>
                    </a:solidFill>
                  </a:tcPr>
                </a:tc>
              </a:tr>
              <a:tr h="619125">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等线" pitchFamily="2" charset="-122"/>
                          <a:ea typeface="等线"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等线" pitchFamily="2" charset="-122"/>
                          <a:ea typeface="等线"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等线" pitchFamily="2" charset="-122"/>
                          <a:ea typeface="等线"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等线" pitchFamily="2" charset="-122"/>
                          <a:ea typeface="等线"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等线" pitchFamily="2" charset="-122"/>
                          <a:ea typeface="等线" pitchFamily="2" charset="-122"/>
                          <a:cs typeface="+mn-cs"/>
                        </a:defRPr>
                      </a:lvl5pPr>
                    </a:lstStyle>
                    <a:p>
                      <a:pPr lvl="0" algn="ctr" eaLnBrk="1" fontAlgn="ctr" hangingPunct="1">
                        <a:buNone/>
                      </a:pPr>
                      <a:r>
                        <a:rPr lang="zh-CN" altLang="en-US" sz="1000" dirty="0">
                          <a:latin typeface="黑体" panose="02010609060101010101" pitchFamily="49" charset="-122"/>
                          <a:ea typeface="黑体" panose="02010609060101010101" pitchFamily="49" charset="-122"/>
                        </a:rPr>
                        <a:t>发货</a:t>
                      </a:r>
                      <a:endParaRPr lang="zh-CN" altLang="en-US" sz="1000" dirty="0">
                        <a:latin typeface="黑体" panose="02010609060101010101" pitchFamily="49" charset="-122"/>
                        <a:ea typeface="黑体" panose="02010609060101010101" pitchFamily="49" charset="-122"/>
                      </a:endParaRPr>
                    </a:p>
                  </a:txBody>
                  <a:tcPr marL="4821" marR="4821" marT="4821" marB="0" anchor="ctr">
                    <a:lnL w="1270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DEBF7"/>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等线" pitchFamily="2" charset="-122"/>
                          <a:ea typeface="等线"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等线" pitchFamily="2" charset="-122"/>
                          <a:ea typeface="等线"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等线" pitchFamily="2" charset="-122"/>
                          <a:ea typeface="等线"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等线" pitchFamily="2" charset="-122"/>
                          <a:ea typeface="等线"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等线" pitchFamily="2" charset="-122"/>
                          <a:ea typeface="等线" pitchFamily="2" charset="-122"/>
                          <a:cs typeface="+mn-cs"/>
                        </a:defRPr>
                      </a:lvl5pPr>
                    </a:lstStyle>
                    <a:p>
                      <a:pPr lvl="0" eaLnBrk="1" fontAlgn="ctr" hangingPunct="1">
                        <a:buNone/>
                      </a:pPr>
                      <a:r>
                        <a:rPr lang="zh-CN" altLang="en-US" sz="1000" dirty="0">
                          <a:latin typeface="黑体" panose="02010609060101010101" pitchFamily="49" charset="-122"/>
                          <a:ea typeface="黑体" panose="02010609060101010101" pitchFamily="49" charset="-122"/>
                        </a:rPr>
                        <a:t>我们会根据市场调研数据和实操经验，进行备货，并进行发货的相关工作指导</a:t>
                      </a:r>
                      <a:endParaRPr lang="zh-CN" altLang="en-US" sz="1000" dirty="0">
                        <a:latin typeface="黑体" panose="02010609060101010101" pitchFamily="49" charset="-122"/>
                        <a:ea typeface="黑体" panose="02010609060101010101" pitchFamily="49" charset="-122"/>
                      </a:endParaRPr>
                    </a:p>
                  </a:txBody>
                  <a:tcPr marL="4821" marR="4821" marT="4821"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DEBF7"/>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等线" pitchFamily="2" charset="-122"/>
                          <a:ea typeface="等线"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等线" pitchFamily="2" charset="-122"/>
                          <a:ea typeface="等线"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等线" pitchFamily="2" charset="-122"/>
                          <a:ea typeface="等线"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等线" pitchFamily="2" charset="-122"/>
                          <a:ea typeface="等线"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等线" pitchFamily="2" charset="-122"/>
                          <a:ea typeface="等线" pitchFamily="2" charset="-122"/>
                          <a:cs typeface="+mn-cs"/>
                        </a:defRPr>
                      </a:lvl5pPr>
                    </a:lstStyle>
                    <a:p>
                      <a:pPr lvl="0" eaLnBrk="1" fontAlgn="ctr" hangingPunct="1">
                        <a:buNone/>
                      </a:pPr>
                      <a:r>
                        <a:rPr lang="zh-CN" altLang="en-US" sz="1000" dirty="0">
                          <a:latin typeface="黑体" panose="02010609060101010101" pitchFamily="49" charset="-122"/>
                          <a:ea typeface="黑体" panose="02010609060101010101" pitchFamily="49" charset="-122"/>
                        </a:rPr>
                        <a:t>这个周期得根据生产周期和船期和头程时间而定，预计</a:t>
                      </a:r>
                      <a:r>
                        <a:rPr lang="en-US" altLang="zh-CN" sz="1000" dirty="0">
                          <a:latin typeface="黑体" panose="02010609060101010101" pitchFamily="49" charset="-122"/>
                          <a:ea typeface="黑体" panose="02010609060101010101" pitchFamily="49" charset="-122"/>
                        </a:rPr>
                        <a:t>2</a:t>
                      </a:r>
                      <a:r>
                        <a:rPr lang="zh-CN" altLang="en-US" sz="1000" dirty="0">
                          <a:latin typeface="黑体" panose="02010609060101010101" pitchFamily="49" charset="-122"/>
                          <a:ea typeface="黑体" panose="02010609060101010101" pitchFamily="49" charset="-122"/>
                        </a:rPr>
                        <a:t>个月左右能到货</a:t>
                      </a:r>
                      <a:endParaRPr lang="zh-CN" altLang="en-US" sz="1000" dirty="0">
                        <a:latin typeface="黑体" panose="02010609060101010101" pitchFamily="49" charset="-122"/>
                        <a:ea typeface="黑体" panose="02010609060101010101" pitchFamily="49" charset="-122"/>
                      </a:endParaRPr>
                    </a:p>
                  </a:txBody>
                  <a:tcPr marL="4821" marR="4821" marT="4821"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DEBF7"/>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等线" pitchFamily="2" charset="-122"/>
                          <a:ea typeface="等线"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等线" pitchFamily="2" charset="-122"/>
                          <a:ea typeface="等线"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等线" pitchFamily="2" charset="-122"/>
                          <a:ea typeface="等线"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等线" pitchFamily="2" charset="-122"/>
                          <a:ea typeface="等线"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等线" pitchFamily="2" charset="-122"/>
                          <a:ea typeface="等线" pitchFamily="2" charset="-122"/>
                          <a:cs typeface="+mn-cs"/>
                        </a:defRPr>
                      </a:lvl5pPr>
                    </a:lstStyle>
                    <a:p>
                      <a:pPr lvl="0" algn="ctr" eaLnBrk="1" fontAlgn="ctr" hangingPunct="1">
                        <a:buNone/>
                      </a:pPr>
                      <a:r>
                        <a:rPr lang="zh-CN" altLang="en-US" sz="1000" dirty="0">
                          <a:latin typeface="黑体" panose="02010609060101010101" pitchFamily="49" charset="-122"/>
                          <a:ea typeface="黑体" panose="02010609060101010101" pitchFamily="49" charset="-122"/>
                        </a:rPr>
                        <a:t>产品成本</a:t>
                      </a:r>
                      <a:r>
                        <a:rPr lang="en-US" altLang="zh-CN" sz="1000" dirty="0">
                          <a:latin typeface="黑体" panose="02010609060101010101" pitchFamily="49" charset="-122"/>
                          <a:ea typeface="黑体" panose="02010609060101010101" pitchFamily="49" charset="-122"/>
                        </a:rPr>
                        <a:t>+</a:t>
                      </a:r>
                      <a:r>
                        <a:rPr lang="zh-CN" altLang="en-US" sz="1000" dirty="0">
                          <a:latin typeface="黑体" panose="02010609060101010101" pitchFamily="49" charset="-122"/>
                          <a:ea typeface="黑体" panose="02010609060101010101" pitchFamily="49" charset="-122"/>
                        </a:rPr>
                        <a:t>头程</a:t>
                      </a:r>
                      <a:endParaRPr lang="zh-CN" altLang="en-US" sz="1000" dirty="0">
                        <a:latin typeface="黑体" panose="02010609060101010101" pitchFamily="49" charset="-122"/>
                        <a:ea typeface="黑体" panose="02010609060101010101" pitchFamily="49" charset="-122"/>
                      </a:endParaRPr>
                    </a:p>
                  </a:txBody>
                  <a:tcPr marL="4821" marR="4821" marT="4821" marB="0" anchor="ctr">
                    <a:lnL w="635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DEBF7"/>
                    </a:solidFill>
                  </a:tcPr>
                </a:tc>
              </a:tr>
              <a:tr h="666750">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等线" pitchFamily="2" charset="-122"/>
                          <a:ea typeface="等线"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等线" pitchFamily="2" charset="-122"/>
                          <a:ea typeface="等线"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等线" pitchFamily="2" charset="-122"/>
                          <a:ea typeface="等线"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等线" pitchFamily="2" charset="-122"/>
                          <a:ea typeface="等线"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等线" pitchFamily="2" charset="-122"/>
                          <a:ea typeface="等线" pitchFamily="2" charset="-122"/>
                          <a:cs typeface="+mn-cs"/>
                        </a:defRPr>
                      </a:lvl5pPr>
                    </a:lstStyle>
                    <a:p>
                      <a:pPr lvl="0" algn="ctr" eaLnBrk="1" fontAlgn="ctr" hangingPunct="1">
                        <a:buNone/>
                      </a:pPr>
                      <a:r>
                        <a:rPr lang="zh-CN" altLang="en-US" sz="1000" dirty="0">
                          <a:latin typeface="黑体" panose="02010609060101010101" pitchFamily="49" charset="-122"/>
                          <a:ea typeface="黑体" panose="02010609060101010101" pitchFamily="49" charset="-122"/>
                        </a:rPr>
                        <a:t>推广</a:t>
                      </a:r>
                      <a:endParaRPr lang="zh-CN" altLang="en-US" sz="1000" dirty="0">
                        <a:latin typeface="黑体" panose="02010609060101010101" pitchFamily="49" charset="-122"/>
                        <a:ea typeface="黑体" panose="02010609060101010101" pitchFamily="49" charset="-122"/>
                      </a:endParaRPr>
                    </a:p>
                  </a:txBody>
                  <a:tcPr marL="4821" marR="4821" marT="4821" marB="0" anchor="ctr">
                    <a:lnL w="1270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DEBF7"/>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等线" pitchFamily="2" charset="-122"/>
                          <a:ea typeface="等线"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等线" pitchFamily="2" charset="-122"/>
                          <a:ea typeface="等线"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等线" pitchFamily="2" charset="-122"/>
                          <a:ea typeface="等线"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等线" pitchFamily="2" charset="-122"/>
                          <a:ea typeface="等线"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等线" pitchFamily="2" charset="-122"/>
                          <a:ea typeface="等线" pitchFamily="2" charset="-122"/>
                          <a:cs typeface="+mn-cs"/>
                        </a:defRPr>
                      </a:lvl5pPr>
                    </a:lstStyle>
                    <a:p>
                      <a:pPr lvl="0" eaLnBrk="1" fontAlgn="ctr" hangingPunct="1">
                        <a:buNone/>
                      </a:pPr>
                      <a:r>
                        <a:rPr lang="zh-CN" altLang="en-US" sz="1000" dirty="0">
                          <a:latin typeface="黑体" panose="02010609060101010101" pitchFamily="49" charset="-122"/>
                          <a:ea typeface="黑体" panose="02010609060101010101" pitchFamily="49" charset="-122"/>
                        </a:rPr>
                        <a:t>产品上架后，我们便会开通站内广告，同时站外安排送测，积累评论，提高转化，做前期的数据积累</a:t>
                      </a:r>
                      <a:endParaRPr lang="zh-CN" altLang="en-US" sz="1000" dirty="0">
                        <a:latin typeface="黑体" panose="02010609060101010101" pitchFamily="49" charset="-122"/>
                        <a:ea typeface="黑体" panose="02010609060101010101" pitchFamily="49" charset="-122"/>
                      </a:endParaRPr>
                    </a:p>
                  </a:txBody>
                  <a:tcPr marL="4821" marR="4821" marT="4821"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DEBF7"/>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等线" pitchFamily="2" charset="-122"/>
                          <a:ea typeface="等线"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等线" pitchFamily="2" charset="-122"/>
                          <a:ea typeface="等线"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等线" pitchFamily="2" charset="-122"/>
                          <a:ea typeface="等线"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等线" pitchFamily="2" charset="-122"/>
                          <a:ea typeface="等线"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等线" pitchFamily="2" charset="-122"/>
                          <a:ea typeface="等线" pitchFamily="2" charset="-122"/>
                          <a:cs typeface="+mn-cs"/>
                        </a:defRPr>
                      </a:lvl5pPr>
                    </a:lstStyle>
                    <a:p>
                      <a:pPr lvl="0" eaLnBrk="1" fontAlgn="ctr" hangingPunct="1">
                        <a:buNone/>
                      </a:pPr>
                      <a:r>
                        <a:rPr lang="zh-CN" altLang="en-US" sz="1000" dirty="0">
                          <a:latin typeface="黑体" panose="02010609060101010101" pitchFamily="49" charset="-122"/>
                          <a:ea typeface="黑体" panose="02010609060101010101" pitchFamily="49" charset="-122"/>
                        </a:rPr>
                        <a:t>推广周期至少需要一个月</a:t>
                      </a:r>
                      <a:endParaRPr lang="zh-CN" altLang="en-US" sz="1000" dirty="0">
                        <a:latin typeface="黑体" panose="02010609060101010101" pitchFamily="49" charset="-122"/>
                        <a:ea typeface="黑体" panose="02010609060101010101" pitchFamily="49" charset="-122"/>
                      </a:endParaRPr>
                    </a:p>
                  </a:txBody>
                  <a:tcPr marL="4821" marR="4821" marT="4821"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DEBF7"/>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等线" pitchFamily="2" charset="-122"/>
                          <a:ea typeface="等线"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等线" pitchFamily="2" charset="-122"/>
                          <a:ea typeface="等线"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等线" pitchFamily="2" charset="-122"/>
                          <a:ea typeface="等线"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等线" pitchFamily="2" charset="-122"/>
                          <a:ea typeface="等线"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等线" pitchFamily="2" charset="-122"/>
                          <a:ea typeface="等线" pitchFamily="2" charset="-122"/>
                          <a:cs typeface="+mn-cs"/>
                        </a:defRPr>
                      </a:lvl5pPr>
                    </a:lstStyle>
                    <a:p>
                      <a:pPr lvl="0" algn="ctr" eaLnBrk="1" fontAlgn="ctr" hangingPunct="1">
                        <a:buNone/>
                      </a:pPr>
                      <a:r>
                        <a:rPr lang="zh-CN" altLang="en-US" sz="1000" dirty="0">
                          <a:latin typeface="黑体" panose="02010609060101010101" pitchFamily="49" charset="-122"/>
                          <a:ea typeface="黑体" panose="02010609060101010101" pitchFamily="49" charset="-122"/>
                        </a:rPr>
                        <a:t>产品成本</a:t>
                      </a:r>
                      <a:r>
                        <a:rPr lang="en-US" altLang="zh-CN" sz="1000" dirty="0">
                          <a:latin typeface="黑体" panose="02010609060101010101" pitchFamily="49" charset="-122"/>
                          <a:ea typeface="黑体" panose="02010609060101010101" pitchFamily="49" charset="-122"/>
                        </a:rPr>
                        <a:t>+</a:t>
                      </a:r>
                      <a:r>
                        <a:rPr lang="zh-CN" altLang="en-US" sz="1000" dirty="0">
                          <a:latin typeface="黑体" panose="02010609060101010101" pitchFamily="49" charset="-122"/>
                          <a:ea typeface="黑体" panose="02010609060101010101" pitchFamily="49" charset="-122"/>
                        </a:rPr>
                        <a:t>广告成本</a:t>
                      </a:r>
                      <a:r>
                        <a:rPr lang="en-US" altLang="zh-CN" sz="1000" dirty="0">
                          <a:latin typeface="黑体" panose="02010609060101010101" pitchFamily="49" charset="-122"/>
                          <a:ea typeface="黑体" panose="02010609060101010101" pitchFamily="49" charset="-122"/>
                        </a:rPr>
                        <a:t>+</a:t>
                      </a:r>
                      <a:r>
                        <a:rPr lang="zh-CN" altLang="en-US" sz="1000" dirty="0">
                          <a:latin typeface="黑体" panose="02010609060101010101" pitchFamily="49" charset="-122"/>
                          <a:ea typeface="黑体" panose="02010609060101010101" pitchFamily="49" charset="-122"/>
                        </a:rPr>
                        <a:t>送测成本</a:t>
                      </a:r>
                      <a:endParaRPr lang="zh-CN" altLang="en-US" sz="1000" dirty="0">
                        <a:latin typeface="黑体" panose="02010609060101010101" pitchFamily="49" charset="-122"/>
                        <a:ea typeface="黑体" panose="02010609060101010101" pitchFamily="49" charset="-122"/>
                      </a:endParaRPr>
                    </a:p>
                  </a:txBody>
                  <a:tcPr marL="4821" marR="4821" marT="4821" marB="0" anchor="ctr">
                    <a:lnL w="635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DEBF7"/>
                    </a:solidFill>
                  </a:tcPr>
                </a:tc>
              </a:tr>
              <a:tr h="495300">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等线" pitchFamily="2" charset="-122"/>
                          <a:ea typeface="等线"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等线" pitchFamily="2" charset="-122"/>
                          <a:ea typeface="等线"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等线" pitchFamily="2" charset="-122"/>
                          <a:ea typeface="等线"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等线" pitchFamily="2" charset="-122"/>
                          <a:ea typeface="等线"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等线" pitchFamily="2" charset="-122"/>
                          <a:ea typeface="等线" pitchFamily="2" charset="-122"/>
                          <a:cs typeface="+mn-cs"/>
                        </a:defRPr>
                      </a:lvl5pPr>
                    </a:lstStyle>
                    <a:p>
                      <a:pPr lvl="0" algn="ctr" eaLnBrk="1" fontAlgn="ctr" hangingPunct="1">
                        <a:buNone/>
                      </a:pPr>
                      <a:r>
                        <a:rPr lang="en-US" altLang="zh-CN" sz="1000" dirty="0">
                          <a:latin typeface="黑体" panose="02010609060101010101" pitchFamily="49" charset="-122"/>
                          <a:ea typeface="黑体" panose="02010609060101010101" pitchFamily="49" charset="-122"/>
                        </a:rPr>
                        <a:t>QA </a:t>
                      </a:r>
                      <a:r>
                        <a:rPr lang="zh-CN" altLang="en-US" sz="1000" dirty="0">
                          <a:latin typeface="黑体" panose="02010609060101010101" pitchFamily="49" charset="-122"/>
                          <a:ea typeface="黑体" panose="02010609060101010101" pitchFamily="49" charset="-122"/>
                        </a:rPr>
                        <a:t>和 评论</a:t>
                      </a:r>
                      <a:endParaRPr lang="zh-CN" altLang="en-US" sz="1000" dirty="0">
                        <a:latin typeface="黑体" panose="02010609060101010101" pitchFamily="49" charset="-122"/>
                        <a:ea typeface="黑体" panose="02010609060101010101" pitchFamily="49" charset="-122"/>
                      </a:endParaRPr>
                    </a:p>
                  </a:txBody>
                  <a:tcPr marL="4821" marR="4821" marT="4821" marB="0" anchor="ctr">
                    <a:lnL w="1270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DEBF7"/>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等线" pitchFamily="2" charset="-122"/>
                          <a:ea typeface="等线"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等线" pitchFamily="2" charset="-122"/>
                          <a:ea typeface="等线"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等线" pitchFamily="2" charset="-122"/>
                          <a:ea typeface="等线"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等线" pitchFamily="2" charset="-122"/>
                          <a:ea typeface="等线"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等线" pitchFamily="2" charset="-122"/>
                          <a:ea typeface="等线" pitchFamily="2" charset="-122"/>
                          <a:cs typeface="+mn-cs"/>
                        </a:defRPr>
                      </a:lvl5pPr>
                    </a:lstStyle>
                    <a:p>
                      <a:pPr lvl="0" eaLnBrk="1" fontAlgn="ctr" hangingPunct="1">
                        <a:buNone/>
                      </a:pPr>
                      <a:r>
                        <a:rPr lang="zh-CN" altLang="en-US" sz="1000" dirty="0">
                          <a:latin typeface="黑体" panose="02010609060101010101" pitchFamily="49" charset="-122"/>
                          <a:ea typeface="黑体" panose="02010609060101010101" pitchFamily="49" charset="-122"/>
                        </a:rPr>
                        <a:t>在推广前期，上</a:t>
                      </a:r>
                      <a:r>
                        <a:rPr lang="en-US" altLang="zh-CN" sz="1000" dirty="0">
                          <a:latin typeface="黑体" panose="02010609060101010101" pitchFamily="49" charset="-122"/>
                          <a:ea typeface="黑体" panose="02010609060101010101" pitchFamily="49" charset="-122"/>
                        </a:rPr>
                        <a:t>10-20</a:t>
                      </a:r>
                      <a:r>
                        <a:rPr lang="zh-CN" altLang="en-US" sz="1000" dirty="0">
                          <a:latin typeface="黑体" panose="02010609060101010101" pitchFamily="49" charset="-122"/>
                          <a:ea typeface="黑体" panose="02010609060101010101" pitchFamily="49" charset="-122"/>
                        </a:rPr>
                        <a:t>个左右的评论，</a:t>
                      </a:r>
                      <a:r>
                        <a:rPr lang="en-US" altLang="zh-CN" sz="1000" dirty="0">
                          <a:latin typeface="黑体" panose="02010609060101010101" pitchFamily="49" charset="-122"/>
                          <a:ea typeface="黑体" panose="02010609060101010101" pitchFamily="49" charset="-122"/>
                        </a:rPr>
                        <a:t>30-60</a:t>
                      </a:r>
                      <a:r>
                        <a:rPr lang="zh-CN" altLang="en-US" sz="1000" dirty="0">
                          <a:latin typeface="黑体" panose="02010609060101010101" pitchFamily="49" charset="-122"/>
                          <a:ea typeface="黑体" panose="02010609060101010101" pitchFamily="49" charset="-122"/>
                        </a:rPr>
                        <a:t>个</a:t>
                      </a:r>
                      <a:r>
                        <a:rPr lang="en-US" altLang="zh-CN" sz="1000" dirty="0">
                          <a:latin typeface="黑体" panose="02010609060101010101" pitchFamily="49" charset="-122"/>
                          <a:ea typeface="黑体" panose="02010609060101010101" pitchFamily="49" charset="-122"/>
                        </a:rPr>
                        <a:t>QA </a:t>
                      </a:r>
                      <a:endParaRPr lang="en-US" altLang="zh-CN" sz="1000" dirty="0">
                        <a:latin typeface="黑体" panose="02010609060101010101" pitchFamily="49" charset="-122"/>
                        <a:ea typeface="黑体" panose="02010609060101010101" pitchFamily="49" charset="-122"/>
                      </a:endParaRPr>
                    </a:p>
                  </a:txBody>
                  <a:tcPr marL="4821" marR="4821" marT="4821"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DEBF7"/>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等线" pitchFamily="2" charset="-122"/>
                          <a:ea typeface="等线"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等线" pitchFamily="2" charset="-122"/>
                          <a:ea typeface="等线"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等线" pitchFamily="2" charset="-122"/>
                          <a:ea typeface="等线"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等线" pitchFamily="2" charset="-122"/>
                          <a:ea typeface="等线"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等线" pitchFamily="2" charset="-122"/>
                          <a:ea typeface="等线" pitchFamily="2" charset="-122"/>
                          <a:cs typeface="+mn-cs"/>
                        </a:defRPr>
                      </a:lvl5pPr>
                    </a:lstStyle>
                    <a:p>
                      <a:pPr lvl="0" eaLnBrk="1" fontAlgn="ctr" hangingPunct="1">
                        <a:buNone/>
                      </a:pPr>
                      <a:r>
                        <a:rPr lang="zh-CN" altLang="en-US" sz="1000" dirty="0">
                          <a:latin typeface="黑体" panose="02010609060101010101" pitchFamily="49" charset="-122"/>
                          <a:ea typeface="黑体" panose="02010609060101010101" pitchFamily="49" charset="-122"/>
                        </a:rPr>
                        <a:t>在推广期一个月内完成</a:t>
                      </a:r>
                      <a:endParaRPr lang="zh-CN" altLang="en-US" sz="1000" dirty="0">
                        <a:latin typeface="黑体" panose="02010609060101010101" pitchFamily="49" charset="-122"/>
                        <a:ea typeface="黑体" panose="02010609060101010101" pitchFamily="49" charset="-122"/>
                      </a:endParaRPr>
                    </a:p>
                  </a:txBody>
                  <a:tcPr marL="4821" marR="4821" marT="4821"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DEBF7"/>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等线" pitchFamily="2" charset="-122"/>
                          <a:ea typeface="等线"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等线" pitchFamily="2" charset="-122"/>
                          <a:ea typeface="等线"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等线" pitchFamily="2" charset="-122"/>
                          <a:ea typeface="等线"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等线" pitchFamily="2" charset="-122"/>
                          <a:ea typeface="等线"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等线" pitchFamily="2" charset="-122"/>
                          <a:ea typeface="等线" pitchFamily="2" charset="-122"/>
                          <a:cs typeface="+mn-cs"/>
                        </a:defRPr>
                      </a:lvl5pPr>
                    </a:lstStyle>
                    <a:p>
                      <a:pPr lvl="0" algn="ctr" eaLnBrk="1" fontAlgn="ctr" hangingPunct="1">
                        <a:buNone/>
                      </a:pPr>
                      <a:r>
                        <a:rPr lang="zh-CN" altLang="en-US" sz="1000" dirty="0">
                          <a:latin typeface="黑体" panose="02010609060101010101" pitchFamily="49" charset="-122"/>
                          <a:ea typeface="黑体" panose="02010609060101010101" pitchFamily="49" charset="-122"/>
                        </a:rPr>
                        <a:t>送测成本</a:t>
                      </a:r>
                      <a:r>
                        <a:rPr lang="en-US" altLang="zh-CN" sz="1000" dirty="0">
                          <a:latin typeface="黑体" panose="02010609060101010101" pitchFamily="49" charset="-122"/>
                          <a:ea typeface="黑体" panose="02010609060101010101" pitchFamily="49" charset="-122"/>
                        </a:rPr>
                        <a:t>+QA</a:t>
                      </a:r>
                      <a:r>
                        <a:rPr lang="zh-CN" altLang="en-US" sz="1000" dirty="0">
                          <a:latin typeface="黑体" panose="02010609060101010101" pitchFamily="49" charset="-122"/>
                          <a:ea typeface="黑体" panose="02010609060101010101" pitchFamily="49" charset="-122"/>
                        </a:rPr>
                        <a:t>成本</a:t>
                      </a:r>
                      <a:endParaRPr lang="zh-CN" altLang="en-US" sz="1000" dirty="0">
                        <a:latin typeface="黑体" panose="02010609060101010101" pitchFamily="49" charset="-122"/>
                        <a:ea typeface="黑体" panose="02010609060101010101" pitchFamily="49" charset="-122"/>
                      </a:endParaRPr>
                    </a:p>
                  </a:txBody>
                  <a:tcPr marL="4821" marR="4821" marT="4821" marB="0" anchor="ctr">
                    <a:lnL w="635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DEBF7"/>
                    </a:solidFill>
                  </a:tcPr>
                </a:tc>
              </a:tr>
              <a:tr h="414338">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等线" pitchFamily="2" charset="-122"/>
                          <a:ea typeface="等线"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等线" pitchFamily="2" charset="-122"/>
                          <a:ea typeface="等线"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等线" pitchFamily="2" charset="-122"/>
                          <a:ea typeface="等线"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等线" pitchFamily="2" charset="-122"/>
                          <a:ea typeface="等线"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等线" pitchFamily="2" charset="-122"/>
                          <a:ea typeface="等线" pitchFamily="2" charset="-122"/>
                          <a:cs typeface="+mn-cs"/>
                        </a:defRPr>
                      </a:lvl5pPr>
                    </a:lstStyle>
                    <a:p>
                      <a:pPr lvl="0" algn="ctr" eaLnBrk="1" fontAlgn="ctr" hangingPunct="1">
                        <a:buNone/>
                      </a:pPr>
                      <a:r>
                        <a:rPr lang="zh-CN" altLang="en-US" sz="1000" dirty="0">
                          <a:latin typeface="黑体" panose="02010609060101010101" pitchFamily="49" charset="-122"/>
                          <a:ea typeface="黑体" panose="02010609060101010101" pitchFamily="49" charset="-122"/>
                        </a:rPr>
                        <a:t>有品牌</a:t>
                      </a:r>
                      <a:r>
                        <a:rPr lang="en-US" altLang="zh-CN" sz="1000" dirty="0">
                          <a:latin typeface="黑体" panose="02010609060101010101" pitchFamily="49" charset="-122"/>
                          <a:ea typeface="黑体" panose="02010609060101010101" pitchFamily="49" charset="-122"/>
                        </a:rPr>
                        <a:t>A+Page</a:t>
                      </a:r>
                      <a:endParaRPr lang="en-US" altLang="zh-CN" sz="1000" dirty="0">
                        <a:latin typeface="黑体" panose="02010609060101010101" pitchFamily="49" charset="-122"/>
                        <a:ea typeface="黑体" panose="02010609060101010101" pitchFamily="49" charset="-122"/>
                      </a:endParaRPr>
                    </a:p>
                  </a:txBody>
                  <a:tcPr marL="4821" marR="4821" marT="4821" marB="0" anchor="ctr">
                    <a:lnL w="1270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DEBF7"/>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等线" pitchFamily="2" charset="-122"/>
                          <a:ea typeface="等线"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等线" pitchFamily="2" charset="-122"/>
                          <a:ea typeface="等线"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等线" pitchFamily="2" charset="-122"/>
                          <a:ea typeface="等线"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等线" pitchFamily="2" charset="-122"/>
                          <a:ea typeface="等线"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等线" pitchFamily="2" charset="-122"/>
                          <a:ea typeface="等线" pitchFamily="2" charset="-122"/>
                          <a:cs typeface="+mn-cs"/>
                        </a:defRPr>
                      </a:lvl5pPr>
                    </a:lstStyle>
                    <a:p>
                      <a:pPr lvl="0" eaLnBrk="1" fontAlgn="ctr" hangingPunct="1">
                        <a:buNone/>
                      </a:pPr>
                      <a:r>
                        <a:rPr lang="zh-CN" altLang="en-US" sz="1000" dirty="0">
                          <a:latin typeface="黑体" panose="02010609060101010101" pitchFamily="49" charset="-122"/>
                          <a:ea typeface="黑体" panose="02010609060101010101" pitchFamily="49" charset="-122"/>
                        </a:rPr>
                        <a:t>增加品牌知名度，提高转化</a:t>
                      </a:r>
                      <a:endParaRPr lang="zh-CN" altLang="en-US" sz="1000" dirty="0">
                        <a:latin typeface="黑体" panose="02010609060101010101" pitchFamily="49" charset="-122"/>
                        <a:ea typeface="黑体" panose="02010609060101010101" pitchFamily="49" charset="-122"/>
                      </a:endParaRPr>
                    </a:p>
                  </a:txBody>
                  <a:tcPr marL="4821" marR="4821" marT="4821"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DEBF7"/>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等线" pitchFamily="2" charset="-122"/>
                          <a:ea typeface="等线"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等线" pitchFamily="2" charset="-122"/>
                          <a:ea typeface="等线"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等线" pitchFamily="2" charset="-122"/>
                          <a:ea typeface="等线"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等线" pitchFamily="2" charset="-122"/>
                          <a:ea typeface="等线"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等线" pitchFamily="2" charset="-122"/>
                          <a:ea typeface="等线" pitchFamily="2" charset="-122"/>
                          <a:cs typeface="+mn-cs"/>
                        </a:defRPr>
                      </a:lvl5pPr>
                    </a:lstStyle>
                    <a:p>
                      <a:pPr lvl="0" eaLnBrk="1" fontAlgn="ctr" hangingPunct="1">
                        <a:buNone/>
                      </a:pPr>
                      <a:r>
                        <a:rPr lang="zh-CN" altLang="en-US" sz="1000" dirty="0">
                          <a:latin typeface="黑体" panose="02010609060101010101" pitchFamily="49" charset="-122"/>
                          <a:ea typeface="黑体" panose="02010609060101010101" pitchFamily="49" charset="-122"/>
                        </a:rPr>
                        <a:t>图片制作预计</a:t>
                      </a:r>
                      <a:r>
                        <a:rPr lang="en-US" altLang="zh-CN" sz="1000" dirty="0">
                          <a:latin typeface="黑体" panose="02010609060101010101" pitchFamily="49" charset="-122"/>
                          <a:ea typeface="黑体" panose="02010609060101010101" pitchFamily="49" charset="-122"/>
                        </a:rPr>
                        <a:t>1-2</a:t>
                      </a:r>
                      <a:r>
                        <a:rPr lang="zh-CN" altLang="en-US" sz="1000" dirty="0">
                          <a:latin typeface="黑体" panose="02010609060101010101" pitchFamily="49" charset="-122"/>
                          <a:ea typeface="黑体" panose="02010609060101010101" pitchFamily="49" charset="-122"/>
                        </a:rPr>
                        <a:t>周，上传一周内</a:t>
                      </a:r>
                      <a:endParaRPr lang="zh-CN" altLang="en-US" sz="1000" dirty="0">
                        <a:latin typeface="黑体" panose="02010609060101010101" pitchFamily="49" charset="-122"/>
                        <a:ea typeface="黑体" panose="02010609060101010101" pitchFamily="49" charset="-122"/>
                      </a:endParaRPr>
                    </a:p>
                  </a:txBody>
                  <a:tcPr marL="4821" marR="4821" marT="4821"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DEBF7"/>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等线" pitchFamily="2" charset="-122"/>
                          <a:ea typeface="等线"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等线" pitchFamily="2" charset="-122"/>
                          <a:ea typeface="等线"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等线" pitchFamily="2" charset="-122"/>
                          <a:ea typeface="等线"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等线" pitchFamily="2" charset="-122"/>
                          <a:ea typeface="等线"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等线" pitchFamily="2" charset="-122"/>
                          <a:ea typeface="等线" pitchFamily="2" charset="-122"/>
                          <a:cs typeface="+mn-cs"/>
                        </a:defRPr>
                      </a:lvl5pPr>
                    </a:lstStyle>
                    <a:p>
                      <a:pPr lvl="0" algn="ctr" eaLnBrk="1" fontAlgn="ctr" hangingPunct="1">
                        <a:buNone/>
                      </a:pPr>
                      <a:r>
                        <a:rPr lang="en-US" altLang="zh-CN" sz="1000" dirty="0">
                          <a:latin typeface="黑体" panose="02010609060101010101" pitchFamily="49" charset="-122"/>
                          <a:ea typeface="黑体" panose="02010609060101010101" pitchFamily="49" charset="-122"/>
                        </a:rPr>
                        <a:t>/</a:t>
                      </a:r>
                      <a:endParaRPr lang="en-US" altLang="zh-CN" sz="1000" dirty="0">
                        <a:latin typeface="黑体" panose="02010609060101010101" pitchFamily="49" charset="-122"/>
                        <a:ea typeface="黑体" panose="02010609060101010101" pitchFamily="49" charset="-122"/>
                      </a:endParaRPr>
                    </a:p>
                  </a:txBody>
                  <a:tcPr marL="4821" marR="4821" marT="4821" marB="0" anchor="ctr">
                    <a:lnL w="635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DEBF7"/>
                    </a:solidFill>
                  </a:tcPr>
                </a:tc>
              </a:tr>
              <a:tr h="700087">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等线" pitchFamily="2" charset="-122"/>
                          <a:ea typeface="等线"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等线" pitchFamily="2" charset="-122"/>
                          <a:ea typeface="等线"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等线" pitchFamily="2" charset="-122"/>
                          <a:ea typeface="等线"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等线" pitchFamily="2" charset="-122"/>
                          <a:ea typeface="等线"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等线" pitchFamily="2" charset="-122"/>
                          <a:ea typeface="等线" pitchFamily="2" charset="-122"/>
                          <a:cs typeface="+mn-cs"/>
                        </a:defRPr>
                      </a:lvl5pPr>
                    </a:lstStyle>
                    <a:p>
                      <a:pPr lvl="0" algn="ctr" eaLnBrk="1" fontAlgn="ctr" hangingPunct="1">
                        <a:buNone/>
                      </a:pPr>
                      <a:r>
                        <a:rPr lang="zh-CN" altLang="en-US" sz="1000" dirty="0">
                          <a:latin typeface="黑体" panose="02010609060101010101" pitchFamily="49" charset="-122"/>
                          <a:ea typeface="黑体" panose="02010609060101010101" pitchFamily="49" charset="-122"/>
                        </a:rPr>
                        <a:t>做排名</a:t>
                      </a:r>
                      <a:endParaRPr lang="zh-CN" altLang="en-US" sz="1000" dirty="0">
                        <a:latin typeface="黑体" panose="02010609060101010101" pitchFamily="49" charset="-122"/>
                        <a:ea typeface="黑体" panose="02010609060101010101" pitchFamily="49" charset="-122"/>
                      </a:endParaRPr>
                    </a:p>
                  </a:txBody>
                  <a:tcPr marL="4821" marR="4821" marT="4821" marB="0" anchor="ctr">
                    <a:lnL w="1270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DEBF7"/>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等线" pitchFamily="2" charset="-122"/>
                          <a:ea typeface="等线"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等线" pitchFamily="2" charset="-122"/>
                          <a:ea typeface="等线"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等线" pitchFamily="2" charset="-122"/>
                          <a:ea typeface="等线"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等线" pitchFamily="2" charset="-122"/>
                          <a:ea typeface="等线"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等线" pitchFamily="2" charset="-122"/>
                          <a:ea typeface="等线" pitchFamily="2" charset="-122"/>
                          <a:cs typeface="+mn-cs"/>
                        </a:defRPr>
                      </a:lvl5pPr>
                    </a:lstStyle>
                    <a:p>
                      <a:pPr lvl="0" eaLnBrk="1" fontAlgn="ctr" hangingPunct="1">
                        <a:buNone/>
                      </a:pPr>
                      <a:r>
                        <a:rPr lang="zh-CN" altLang="en-US" sz="1000" dirty="0">
                          <a:latin typeface="黑体" panose="02010609060101010101" pitchFamily="49" charset="-122"/>
                          <a:ea typeface="黑体" panose="02010609060101010101" pitchFamily="49" charset="-122"/>
                        </a:rPr>
                        <a:t>推广期在大类里面，把排名往</a:t>
                      </a:r>
                      <a:r>
                        <a:rPr lang="en-US" altLang="zh-CN" sz="1000" dirty="0">
                          <a:latin typeface="黑体" panose="02010609060101010101" pitchFamily="49" charset="-122"/>
                          <a:ea typeface="黑体" panose="02010609060101010101" pitchFamily="49" charset="-122"/>
                        </a:rPr>
                        <a:t>5000</a:t>
                      </a:r>
                      <a:r>
                        <a:rPr lang="zh-CN" altLang="en-US" sz="1000" dirty="0">
                          <a:latin typeface="黑体" panose="02010609060101010101" pitchFamily="49" charset="-122"/>
                          <a:ea typeface="黑体" panose="02010609060101010101" pitchFamily="49" charset="-122"/>
                        </a:rPr>
                        <a:t>目标靠，在小类里面往</a:t>
                      </a:r>
                      <a:r>
                        <a:rPr lang="en-US" altLang="zh-CN" sz="1000" dirty="0">
                          <a:latin typeface="黑体" panose="02010609060101010101" pitchFamily="49" charset="-122"/>
                          <a:ea typeface="黑体" panose="02010609060101010101" pitchFamily="49" charset="-122"/>
                        </a:rPr>
                        <a:t>30</a:t>
                      </a:r>
                      <a:r>
                        <a:rPr lang="zh-CN" altLang="en-US" sz="1000" dirty="0">
                          <a:latin typeface="黑体" panose="02010609060101010101" pitchFamily="49" charset="-122"/>
                          <a:ea typeface="黑体" panose="02010609060101010101" pitchFamily="49" charset="-122"/>
                        </a:rPr>
                        <a:t>名目标靠</a:t>
                      </a:r>
                      <a:endParaRPr lang="zh-CN" altLang="en-US" sz="1000" dirty="0">
                        <a:latin typeface="黑体" panose="02010609060101010101" pitchFamily="49" charset="-122"/>
                        <a:ea typeface="黑体" panose="02010609060101010101" pitchFamily="49" charset="-122"/>
                      </a:endParaRPr>
                    </a:p>
                  </a:txBody>
                  <a:tcPr marL="4821" marR="4821" marT="4821"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DEBF7"/>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等线" pitchFamily="2" charset="-122"/>
                          <a:ea typeface="等线"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等线" pitchFamily="2" charset="-122"/>
                          <a:ea typeface="等线"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等线" pitchFamily="2" charset="-122"/>
                          <a:ea typeface="等线"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等线" pitchFamily="2" charset="-122"/>
                          <a:ea typeface="等线"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等线" pitchFamily="2" charset="-122"/>
                          <a:ea typeface="等线" pitchFamily="2" charset="-122"/>
                          <a:cs typeface="+mn-cs"/>
                        </a:defRPr>
                      </a:lvl5pPr>
                    </a:lstStyle>
                    <a:p>
                      <a:pPr lvl="0" eaLnBrk="1" fontAlgn="ctr" hangingPunct="1">
                        <a:buNone/>
                      </a:pPr>
                      <a:r>
                        <a:rPr lang="zh-CN" altLang="en-US" sz="1000" dirty="0">
                          <a:latin typeface="黑体" panose="02010609060101010101" pitchFamily="49" charset="-122"/>
                          <a:ea typeface="黑体" panose="02010609060101010101" pitchFamily="49" charset="-122"/>
                        </a:rPr>
                        <a:t>排名周期的上升跟推广节奏相关联，一般是在一个月左右就要完成</a:t>
                      </a:r>
                      <a:endParaRPr lang="zh-CN" altLang="en-US" sz="1000" dirty="0">
                        <a:latin typeface="黑体" panose="02010609060101010101" pitchFamily="49" charset="-122"/>
                        <a:ea typeface="黑体" panose="02010609060101010101" pitchFamily="49" charset="-122"/>
                      </a:endParaRPr>
                    </a:p>
                  </a:txBody>
                  <a:tcPr marL="4821" marR="4821" marT="4821"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DEBF7"/>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等线" pitchFamily="2" charset="-122"/>
                          <a:ea typeface="等线"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等线" pitchFamily="2" charset="-122"/>
                          <a:ea typeface="等线"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等线" pitchFamily="2" charset="-122"/>
                          <a:ea typeface="等线"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等线" pitchFamily="2" charset="-122"/>
                          <a:ea typeface="等线"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等线" pitchFamily="2" charset="-122"/>
                          <a:ea typeface="等线" pitchFamily="2" charset="-122"/>
                          <a:cs typeface="+mn-cs"/>
                        </a:defRPr>
                      </a:lvl5pPr>
                    </a:lstStyle>
                    <a:p>
                      <a:pPr lvl="0" algn="ctr" eaLnBrk="1" fontAlgn="ctr" hangingPunct="1">
                        <a:buNone/>
                      </a:pPr>
                      <a:r>
                        <a:rPr lang="zh-CN" altLang="en-US" sz="1000" dirty="0">
                          <a:latin typeface="黑体" panose="02010609060101010101" pitchFamily="49" charset="-122"/>
                          <a:ea typeface="黑体" panose="02010609060101010101" pitchFamily="49" charset="-122"/>
                        </a:rPr>
                        <a:t>推广相关的所有的成本</a:t>
                      </a:r>
                      <a:endParaRPr lang="zh-CN" altLang="en-US" sz="1000" dirty="0">
                        <a:latin typeface="黑体" panose="02010609060101010101" pitchFamily="49" charset="-122"/>
                        <a:ea typeface="黑体" panose="02010609060101010101" pitchFamily="49" charset="-122"/>
                      </a:endParaRPr>
                    </a:p>
                  </a:txBody>
                  <a:tcPr marL="4821" marR="4821" marT="4821" marB="0" anchor="ctr">
                    <a:lnL w="635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DEBF7"/>
                    </a:solidFill>
                  </a:tcPr>
                </a:tc>
              </a:tr>
              <a:tr h="685800">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等线" pitchFamily="2" charset="-122"/>
                          <a:ea typeface="等线"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等线" pitchFamily="2" charset="-122"/>
                          <a:ea typeface="等线"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等线" pitchFamily="2" charset="-122"/>
                          <a:ea typeface="等线"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等线" pitchFamily="2" charset="-122"/>
                          <a:ea typeface="等线"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等线" pitchFamily="2" charset="-122"/>
                          <a:ea typeface="等线" pitchFamily="2" charset="-122"/>
                          <a:cs typeface="+mn-cs"/>
                        </a:defRPr>
                      </a:lvl5pPr>
                    </a:lstStyle>
                    <a:p>
                      <a:pPr lvl="0" algn="ctr" eaLnBrk="1" fontAlgn="ctr" hangingPunct="1">
                        <a:buNone/>
                      </a:pPr>
                      <a:r>
                        <a:rPr lang="zh-CN" altLang="en-US" sz="1000" dirty="0">
                          <a:latin typeface="黑体" panose="02010609060101010101" pitchFamily="49" charset="-122"/>
                          <a:ea typeface="黑体" panose="02010609060101010101" pitchFamily="49" charset="-122"/>
                        </a:rPr>
                        <a:t>做销量</a:t>
                      </a:r>
                      <a:endParaRPr lang="zh-CN" altLang="en-US" sz="1000" dirty="0">
                        <a:latin typeface="黑体" panose="02010609060101010101" pitchFamily="49" charset="-122"/>
                        <a:ea typeface="黑体" panose="02010609060101010101" pitchFamily="49" charset="-122"/>
                      </a:endParaRPr>
                    </a:p>
                  </a:txBody>
                  <a:tcPr marL="4821" marR="4821" marT="4821" marB="0" anchor="ctr">
                    <a:lnL w="1270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DDEBF7"/>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等线" pitchFamily="2" charset="-122"/>
                          <a:ea typeface="等线"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等线" pitchFamily="2" charset="-122"/>
                          <a:ea typeface="等线"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等线" pitchFamily="2" charset="-122"/>
                          <a:ea typeface="等线"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等线" pitchFamily="2" charset="-122"/>
                          <a:ea typeface="等线"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等线" pitchFamily="2" charset="-122"/>
                          <a:ea typeface="等线" pitchFamily="2" charset="-122"/>
                          <a:cs typeface="+mn-cs"/>
                        </a:defRPr>
                      </a:lvl5pPr>
                    </a:lstStyle>
                    <a:p>
                      <a:pPr lvl="0" eaLnBrk="1" fontAlgn="ctr" hangingPunct="1">
                        <a:buNone/>
                      </a:pPr>
                      <a:r>
                        <a:rPr lang="zh-CN" altLang="en-US" sz="1000" dirty="0">
                          <a:latin typeface="黑体" panose="02010609060101010101" pitchFamily="49" charset="-122"/>
                          <a:ea typeface="黑体" panose="02010609060101010101" pitchFamily="49" charset="-122"/>
                        </a:rPr>
                        <a:t>上述所说的做到了后，销量就可以有所增长了，鉴于我们的这个产品是大件，所以前期的推广是偏向于保守型的，目标销量是达到市场的前期的日均销量水平 </a:t>
                      </a:r>
                      <a:r>
                        <a:rPr lang="en-US" altLang="zh-CN" sz="1000" dirty="0">
                          <a:latin typeface="黑体" panose="02010609060101010101" pitchFamily="49" charset="-122"/>
                          <a:ea typeface="黑体" panose="02010609060101010101" pitchFamily="49" charset="-122"/>
                        </a:rPr>
                        <a:t>20-30</a:t>
                      </a:r>
                      <a:r>
                        <a:rPr lang="zh-CN" altLang="en-US" sz="1000" dirty="0">
                          <a:latin typeface="黑体" panose="02010609060101010101" pitchFamily="49" charset="-122"/>
                          <a:ea typeface="黑体" panose="02010609060101010101" pitchFamily="49" charset="-122"/>
                        </a:rPr>
                        <a:t>个</a:t>
                      </a:r>
                      <a:r>
                        <a:rPr lang="en-US" altLang="zh-CN" sz="1000" dirty="0">
                          <a:latin typeface="黑体" panose="02010609060101010101" pitchFamily="49" charset="-122"/>
                          <a:ea typeface="黑体" panose="02010609060101010101" pitchFamily="49" charset="-122"/>
                        </a:rPr>
                        <a:t>/</a:t>
                      </a:r>
                      <a:r>
                        <a:rPr lang="zh-CN" altLang="en-US" sz="1000" dirty="0">
                          <a:latin typeface="黑体" panose="02010609060101010101" pitchFamily="49" charset="-122"/>
                          <a:ea typeface="黑体" panose="02010609060101010101" pitchFamily="49" charset="-122"/>
                        </a:rPr>
                        <a:t>天</a:t>
                      </a:r>
                      <a:endParaRPr lang="zh-CN" altLang="en-US" sz="1000" dirty="0">
                        <a:latin typeface="黑体" panose="02010609060101010101" pitchFamily="49" charset="-122"/>
                        <a:ea typeface="黑体" panose="02010609060101010101" pitchFamily="49" charset="-122"/>
                      </a:endParaRPr>
                    </a:p>
                  </a:txBody>
                  <a:tcPr marL="4821" marR="4821" marT="4821"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DDEBF7"/>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等线" pitchFamily="2" charset="-122"/>
                          <a:ea typeface="等线"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等线" pitchFamily="2" charset="-122"/>
                          <a:ea typeface="等线"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等线" pitchFamily="2" charset="-122"/>
                          <a:ea typeface="等线"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等线" pitchFamily="2" charset="-122"/>
                          <a:ea typeface="等线"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等线" pitchFamily="2" charset="-122"/>
                          <a:ea typeface="等线" pitchFamily="2" charset="-122"/>
                          <a:cs typeface="+mn-cs"/>
                        </a:defRPr>
                      </a:lvl5pPr>
                    </a:lstStyle>
                    <a:p>
                      <a:pPr lvl="0" eaLnBrk="1" fontAlgn="ctr" hangingPunct="1">
                        <a:buNone/>
                      </a:pPr>
                      <a:r>
                        <a:rPr lang="zh-CN" altLang="en-US" sz="1000" dirty="0">
                          <a:latin typeface="黑体" panose="02010609060101010101" pitchFamily="49" charset="-122"/>
                          <a:ea typeface="黑体" panose="02010609060101010101" pitchFamily="49" charset="-122"/>
                        </a:rPr>
                        <a:t>周期大概需要</a:t>
                      </a:r>
                      <a:r>
                        <a:rPr lang="en-US" altLang="zh-CN" sz="1000" dirty="0">
                          <a:latin typeface="黑体" panose="02010609060101010101" pitchFamily="49" charset="-122"/>
                          <a:ea typeface="黑体" panose="02010609060101010101" pitchFamily="49" charset="-122"/>
                        </a:rPr>
                        <a:t>1-2</a:t>
                      </a:r>
                      <a:r>
                        <a:rPr lang="zh-CN" altLang="en-US" sz="1000" dirty="0">
                          <a:latin typeface="黑体" panose="02010609060101010101" pitchFamily="49" charset="-122"/>
                          <a:ea typeface="黑体" panose="02010609060101010101" pitchFamily="49" charset="-122"/>
                        </a:rPr>
                        <a:t>个月</a:t>
                      </a:r>
                      <a:endParaRPr lang="zh-CN" altLang="en-US" sz="1000" dirty="0">
                        <a:latin typeface="黑体" panose="02010609060101010101" pitchFamily="49" charset="-122"/>
                        <a:ea typeface="黑体" panose="02010609060101010101" pitchFamily="49" charset="-122"/>
                      </a:endParaRPr>
                    </a:p>
                  </a:txBody>
                  <a:tcPr marL="4821" marR="4821" marT="4821"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DDEBF7"/>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等线" pitchFamily="2" charset="-122"/>
                          <a:ea typeface="等线"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等线" pitchFamily="2" charset="-122"/>
                          <a:ea typeface="等线"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等线" pitchFamily="2" charset="-122"/>
                          <a:ea typeface="等线"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等线" pitchFamily="2" charset="-122"/>
                          <a:ea typeface="等线"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等线" pitchFamily="2" charset="-122"/>
                          <a:ea typeface="等线" pitchFamily="2" charset="-122"/>
                          <a:cs typeface="+mn-cs"/>
                        </a:defRPr>
                      </a:lvl5pPr>
                    </a:lstStyle>
                    <a:p>
                      <a:pPr lvl="0" algn="ctr" eaLnBrk="1" fontAlgn="ctr" hangingPunct="1">
                        <a:buNone/>
                      </a:pPr>
                      <a:r>
                        <a:rPr lang="zh-CN" altLang="en-US" sz="1000" dirty="0">
                          <a:latin typeface="黑体" panose="02010609060101010101" pitchFamily="49" charset="-122"/>
                          <a:ea typeface="黑体" panose="02010609060101010101" pitchFamily="49" charset="-122"/>
                        </a:rPr>
                        <a:t>推广相关的所有的成本</a:t>
                      </a:r>
                      <a:endParaRPr lang="zh-CN" altLang="en-US" sz="1000" dirty="0">
                        <a:latin typeface="黑体" panose="02010609060101010101" pitchFamily="49" charset="-122"/>
                        <a:ea typeface="黑体" panose="02010609060101010101" pitchFamily="49" charset="-122"/>
                      </a:endParaRPr>
                    </a:p>
                  </a:txBody>
                  <a:tcPr marL="4821" marR="4821" marT="4821" marB="0" anchor="ctr">
                    <a:lnL w="635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DDEBF7"/>
                    </a:solidFill>
                  </a:tcPr>
                </a:tc>
              </a:tr>
            </a:tbl>
          </a:graphicData>
        </a:graphic>
      </p:graphicFrame>
    </p:spTree>
  </p:cSld>
  <p:clrMapOvr>
    <a:masterClrMapping/>
  </p:clrMapOvr>
  <p:transition spd="slow" advTm="3000">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 name="文本框 15"/>
          <p:cNvSpPr txBox="1"/>
          <p:nvPr/>
        </p:nvSpPr>
        <p:spPr>
          <a:xfrm>
            <a:off x="983128" y="746936"/>
            <a:ext cx="1370247" cy="292388"/>
          </a:xfrm>
          <a:prstGeom prst="rect">
            <a:avLst/>
          </a:prstGeom>
          <a:noFill/>
          <a:ln w="12700" cap="flat">
            <a:noFill/>
            <a:miter lim="400000"/>
          </a:ln>
        </p:spPr>
        <p:style>
          <a:lnRef idx="0">
            <a:scrgbClr r="0" g="0" b="0"/>
          </a:lnRef>
          <a:fillRef idx="0">
            <a:scrgbClr r="0" g="0" b="0"/>
          </a:fillRef>
          <a:effectRef idx="0">
            <a:scrgbClr r="0" g="0" b="0"/>
          </a:effectRef>
          <a:fontRef idx="none"/>
        </p:style>
        <p:txBody>
          <a:bodyPr spcFirstLastPara="1" wrap="none" lIns="22860" tIns="22860" rIns="22860" bIns="22860" spcCol="3810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600" b="0" i="0" u="none" strike="noStrike" kern="1200" cap="none" spc="0" normalizeH="0" baseline="0" noProof="0" dirty="0">
                <a:ln>
                  <a:noFill/>
                </a:ln>
                <a:solidFill>
                  <a:schemeClr val="bg1">
                    <a:alpha val="60000"/>
                  </a:schemeClr>
                </a:solidFill>
                <a:effectLst/>
                <a:uLnTx/>
                <a:uFillTx/>
                <a:latin typeface="Arial" panose="020B0604020202020204" pitchFamily="34" charset="0"/>
                <a:ea typeface="微软雅黑" panose="020B0503020204020204" pitchFamily="34" charset="-122"/>
                <a:cs typeface="+mn-ea"/>
                <a:sym typeface="Arial" panose="020B0604020202020204" pitchFamily="34" charset="0"/>
              </a:rPr>
              <a:t>Make hot style</a:t>
            </a:r>
            <a:endParaRPr kumimoji="0" lang="en-US" altLang="zh-CN" sz="1600" b="0" i="0" u="none" strike="noStrike" kern="1200" cap="none" spc="0" normalizeH="0" baseline="0" noProof="0" dirty="0">
              <a:ln>
                <a:noFill/>
              </a:ln>
              <a:solidFill>
                <a:schemeClr val="bg1">
                  <a:alpha val="60000"/>
                </a:schemeClr>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grpSp>
        <p:nvGrpSpPr>
          <p:cNvPr id="2" name="组合 17"/>
          <p:cNvGrpSpPr/>
          <p:nvPr/>
        </p:nvGrpSpPr>
        <p:grpSpPr>
          <a:xfrm>
            <a:off x="244476" y="292500"/>
            <a:ext cx="493773" cy="615629"/>
            <a:chOff x="7409" y="353"/>
            <a:chExt cx="1374" cy="1582"/>
          </a:xfrm>
          <a:solidFill>
            <a:srgbClr val="1766F3"/>
          </a:solidFill>
        </p:grpSpPr>
        <p:sp>
          <p:nvSpPr>
            <p:cNvPr id="20" name="平行四边形 19"/>
            <p:cNvSpPr/>
            <p:nvPr/>
          </p:nvSpPr>
          <p:spPr>
            <a:xfrm>
              <a:off x="7409" y="353"/>
              <a:ext cx="788" cy="981"/>
            </a:xfrm>
            <a:prstGeom prst="parallelogram">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3600" b="0" i="0" u="none" strike="noStrike" kern="1200" cap="none" spc="0" normalizeH="0" baseline="0" noProof="0">
                <a:ln>
                  <a:noFill/>
                </a:ln>
                <a:solidFill>
                  <a:schemeClr val="lt1"/>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1" name="平行四边形 20"/>
            <p:cNvSpPr/>
            <p:nvPr/>
          </p:nvSpPr>
          <p:spPr>
            <a:xfrm>
              <a:off x="7995" y="955"/>
              <a:ext cx="788" cy="981"/>
            </a:xfrm>
            <a:prstGeom prst="parallelogram">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3600" b="0" i="0" u="none" strike="noStrike" kern="1200" cap="none" spc="0" normalizeH="0" baseline="0" noProof="0">
                <a:ln>
                  <a:noFill/>
                </a:ln>
                <a:solidFill>
                  <a:schemeClr val="lt1"/>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grpSp>
      <p:sp>
        <p:nvSpPr>
          <p:cNvPr id="19" name="文本框 18"/>
          <p:cNvSpPr txBox="1"/>
          <p:nvPr/>
        </p:nvSpPr>
        <p:spPr>
          <a:xfrm>
            <a:off x="879475" y="274638"/>
            <a:ext cx="2376488" cy="554038"/>
          </a:xfrm>
          <a:prstGeom prst="rect">
            <a:avLst/>
          </a:prstGeom>
          <a:noFill/>
        </p:spPr>
        <p:txBody>
          <a:bodyPr wrap="none">
            <a:spAutoFit/>
          </a:bodyPr>
          <a:lstStyle/>
          <a:p>
            <a:pPr marR="0" defTabSz="914400" eaLnBrk="1" hangingPunct="1">
              <a:buClrTx/>
              <a:buSzTx/>
              <a:buFontTx/>
              <a:defRPr/>
            </a:pPr>
            <a:r>
              <a:rPr kumimoji="0" lang="zh-CN" altLang="en-US" sz="3000" b="1" kern="1200" cap="none" spc="-150" normalizeH="0" baseline="0" noProof="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二：打造爆款</a:t>
            </a:r>
            <a:endParaRPr kumimoji="0" lang="zh-CN" altLang="en-US" sz="3000" b="1" kern="1200" cap="none" spc="-150" normalizeH="0" baseline="0" noProof="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41989" name="iśḻîḋe"/>
          <p:cNvSpPr/>
          <p:nvPr/>
        </p:nvSpPr>
        <p:spPr>
          <a:xfrm>
            <a:off x="790575" y="2287588"/>
            <a:ext cx="2501900" cy="3224212"/>
          </a:xfrm>
          <a:custGeom>
            <a:avLst/>
            <a:gdLst>
              <a:gd name="txL" fmla="*/ 0 w 2000"/>
              <a:gd name="txT" fmla="*/ 0 h 2592"/>
              <a:gd name="txR" fmla="*/ 2000 w 2000"/>
              <a:gd name="txB" fmla="*/ 2592 h 2592"/>
            </a:gdLst>
            <a:ahLst/>
            <a:cxnLst>
              <a:cxn ang="0">
                <a:pos x="2147483647" y="2147483647"/>
              </a:cxn>
              <a:cxn ang="0">
                <a:pos x="2147483647" y="2147483647"/>
              </a:cxn>
              <a:cxn ang="0">
                <a:pos x="2147483647" y="0"/>
              </a:cxn>
              <a:cxn ang="0">
                <a:pos x="2147483647" y="0"/>
              </a:cxn>
              <a:cxn ang="0">
                <a:pos x="2147483647" y="2147483647"/>
              </a:cxn>
              <a:cxn ang="0">
                <a:pos x="2147483647" y="2147483647"/>
              </a:cxn>
              <a:cxn ang="0">
                <a:pos x="2147483647" y="2147483647"/>
              </a:cxn>
              <a:cxn ang="0">
                <a:pos x="0" y="2147483647"/>
              </a:cxn>
              <a:cxn ang="0">
                <a:pos x="0" y="2147483647"/>
              </a:cxn>
              <a:cxn ang="0">
                <a:pos x="0" y="2147483647"/>
              </a:cxn>
              <a:cxn ang="0">
                <a:pos x="0" y="2147483647"/>
              </a:cxn>
              <a:cxn ang="0">
                <a:pos x="0"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rect l="txL" t="txT" r="txR" b="txB"/>
            <a:pathLst>
              <a:path w="2000" h="2592">
                <a:moveTo>
                  <a:pt x="1869" y="406"/>
                </a:moveTo>
                <a:cubicBezTo>
                  <a:pt x="1829" y="406"/>
                  <a:pt x="1792" y="389"/>
                  <a:pt x="1767" y="359"/>
                </a:cubicBezTo>
                <a:cubicBezTo>
                  <a:pt x="1584" y="140"/>
                  <a:pt x="1308" y="0"/>
                  <a:pt x="1000" y="0"/>
                </a:cubicBezTo>
                <a:cubicBezTo>
                  <a:pt x="1000" y="0"/>
                  <a:pt x="1000" y="0"/>
                  <a:pt x="1000" y="0"/>
                </a:cubicBezTo>
                <a:cubicBezTo>
                  <a:pt x="692" y="0"/>
                  <a:pt x="417" y="140"/>
                  <a:pt x="233" y="359"/>
                </a:cubicBezTo>
                <a:cubicBezTo>
                  <a:pt x="208" y="389"/>
                  <a:pt x="171" y="406"/>
                  <a:pt x="132" y="406"/>
                </a:cubicBezTo>
                <a:cubicBezTo>
                  <a:pt x="132" y="406"/>
                  <a:pt x="132" y="406"/>
                  <a:pt x="132" y="406"/>
                </a:cubicBezTo>
                <a:cubicBezTo>
                  <a:pt x="59" y="406"/>
                  <a:pt x="0" y="465"/>
                  <a:pt x="0" y="538"/>
                </a:cubicBezTo>
                <a:cubicBezTo>
                  <a:pt x="0" y="1001"/>
                  <a:pt x="0" y="1001"/>
                  <a:pt x="0" y="1001"/>
                </a:cubicBezTo>
                <a:cubicBezTo>
                  <a:pt x="0" y="1295"/>
                  <a:pt x="0" y="1295"/>
                  <a:pt x="0" y="1295"/>
                </a:cubicBezTo>
                <a:cubicBezTo>
                  <a:pt x="0" y="1298"/>
                  <a:pt x="0" y="1298"/>
                  <a:pt x="0" y="1298"/>
                </a:cubicBezTo>
                <a:cubicBezTo>
                  <a:pt x="0" y="1592"/>
                  <a:pt x="0" y="1592"/>
                  <a:pt x="0" y="1592"/>
                </a:cubicBezTo>
                <a:cubicBezTo>
                  <a:pt x="0" y="2054"/>
                  <a:pt x="0" y="2054"/>
                  <a:pt x="0" y="2054"/>
                </a:cubicBezTo>
                <a:cubicBezTo>
                  <a:pt x="0" y="2127"/>
                  <a:pt x="59" y="2186"/>
                  <a:pt x="132" y="2186"/>
                </a:cubicBezTo>
                <a:cubicBezTo>
                  <a:pt x="132" y="2186"/>
                  <a:pt x="132" y="2186"/>
                  <a:pt x="132" y="2186"/>
                </a:cubicBezTo>
                <a:cubicBezTo>
                  <a:pt x="171" y="2186"/>
                  <a:pt x="208" y="2204"/>
                  <a:pt x="233" y="2234"/>
                </a:cubicBezTo>
                <a:cubicBezTo>
                  <a:pt x="417" y="2453"/>
                  <a:pt x="692" y="2592"/>
                  <a:pt x="1000" y="2592"/>
                </a:cubicBezTo>
                <a:cubicBezTo>
                  <a:pt x="1000" y="2592"/>
                  <a:pt x="1000" y="2592"/>
                  <a:pt x="1000" y="2592"/>
                </a:cubicBezTo>
                <a:cubicBezTo>
                  <a:pt x="1308" y="2592"/>
                  <a:pt x="1584" y="2453"/>
                  <a:pt x="1767" y="2234"/>
                </a:cubicBezTo>
                <a:cubicBezTo>
                  <a:pt x="1792" y="2204"/>
                  <a:pt x="1829" y="2186"/>
                  <a:pt x="1869" y="2186"/>
                </a:cubicBezTo>
                <a:cubicBezTo>
                  <a:pt x="1869" y="2186"/>
                  <a:pt x="1869" y="2186"/>
                  <a:pt x="1869" y="2186"/>
                </a:cubicBezTo>
                <a:cubicBezTo>
                  <a:pt x="1941" y="2186"/>
                  <a:pt x="2000" y="2127"/>
                  <a:pt x="2000" y="2054"/>
                </a:cubicBezTo>
                <a:cubicBezTo>
                  <a:pt x="2000" y="1592"/>
                  <a:pt x="2000" y="1592"/>
                  <a:pt x="2000" y="1592"/>
                </a:cubicBezTo>
                <a:cubicBezTo>
                  <a:pt x="2000" y="1298"/>
                  <a:pt x="2000" y="1298"/>
                  <a:pt x="2000" y="1298"/>
                </a:cubicBezTo>
                <a:cubicBezTo>
                  <a:pt x="2000" y="1295"/>
                  <a:pt x="2000" y="1295"/>
                  <a:pt x="2000" y="1295"/>
                </a:cubicBezTo>
                <a:cubicBezTo>
                  <a:pt x="2000" y="1001"/>
                  <a:pt x="2000" y="1001"/>
                  <a:pt x="2000" y="1001"/>
                </a:cubicBezTo>
                <a:cubicBezTo>
                  <a:pt x="2000" y="538"/>
                  <a:pt x="2000" y="538"/>
                  <a:pt x="2000" y="538"/>
                </a:cubicBezTo>
                <a:cubicBezTo>
                  <a:pt x="2000" y="465"/>
                  <a:pt x="1941" y="406"/>
                  <a:pt x="1869" y="406"/>
                </a:cubicBezTo>
                <a:close/>
              </a:path>
            </a:pathLst>
          </a:custGeom>
          <a:solidFill>
            <a:srgbClr val="374D79">
              <a:alpha val="100000"/>
            </a:srgbClr>
          </a:solidFill>
          <a:ln w="9525">
            <a:noFill/>
          </a:ln>
        </p:spPr>
        <p:txBody>
          <a:bodyPr/>
          <a:p>
            <a:endParaRPr lang="zh-CN" altLang="en-US"/>
          </a:p>
        </p:txBody>
      </p:sp>
      <p:sp>
        <p:nvSpPr>
          <p:cNvPr id="41990" name="íšḻîḑê"/>
          <p:cNvSpPr/>
          <p:nvPr/>
        </p:nvSpPr>
        <p:spPr>
          <a:xfrm>
            <a:off x="3573463" y="2287588"/>
            <a:ext cx="2501900" cy="3224212"/>
          </a:xfrm>
          <a:custGeom>
            <a:avLst/>
            <a:gdLst>
              <a:gd name="txL" fmla="*/ 0 w 2000"/>
              <a:gd name="txT" fmla="*/ 0 h 2592"/>
              <a:gd name="txR" fmla="*/ 2000 w 2000"/>
              <a:gd name="txB" fmla="*/ 2592 h 2592"/>
            </a:gdLst>
            <a:ahLst/>
            <a:cxnLst>
              <a:cxn ang="0">
                <a:pos x="2147483647" y="2147483647"/>
              </a:cxn>
              <a:cxn ang="0">
                <a:pos x="2147483647" y="2147483647"/>
              </a:cxn>
              <a:cxn ang="0">
                <a:pos x="2147483647" y="0"/>
              </a:cxn>
              <a:cxn ang="0">
                <a:pos x="2147483647" y="0"/>
              </a:cxn>
              <a:cxn ang="0">
                <a:pos x="2147483647" y="2147483647"/>
              </a:cxn>
              <a:cxn ang="0">
                <a:pos x="2147483647" y="2147483647"/>
              </a:cxn>
              <a:cxn ang="0">
                <a:pos x="2147483647" y="2147483647"/>
              </a:cxn>
              <a:cxn ang="0">
                <a:pos x="0" y="2147483647"/>
              </a:cxn>
              <a:cxn ang="0">
                <a:pos x="0" y="2147483647"/>
              </a:cxn>
              <a:cxn ang="0">
                <a:pos x="0" y="2147483647"/>
              </a:cxn>
              <a:cxn ang="0">
                <a:pos x="0" y="2147483647"/>
              </a:cxn>
              <a:cxn ang="0">
                <a:pos x="0"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rect l="txL" t="txT" r="txR" b="txB"/>
            <a:pathLst>
              <a:path w="2000" h="2592">
                <a:moveTo>
                  <a:pt x="1869" y="406"/>
                </a:moveTo>
                <a:cubicBezTo>
                  <a:pt x="1829" y="406"/>
                  <a:pt x="1792" y="389"/>
                  <a:pt x="1767" y="359"/>
                </a:cubicBezTo>
                <a:cubicBezTo>
                  <a:pt x="1584" y="140"/>
                  <a:pt x="1308" y="0"/>
                  <a:pt x="1000" y="0"/>
                </a:cubicBezTo>
                <a:cubicBezTo>
                  <a:pt x="1000" y="0"/>
                  <a:pt x="1000" y="0"/>
                  <a:pt x="1000" y="0"/>
                </a:cubicBezTo>
                <a:cubicBezTo>
                  <a:pt x="692" y="0"/>
                  <a:pt x="417" y="140"/>
                  <a:pt x="233" y="359"/>
                </a:cubicBezTo>
                <a:cubicBezTo>
                  <a:pt x="208" y="389"/>
                  <a:pt x="171" y="406"/>
                  <a:pt x="132" y="406"/>
                </a:cubicBezTo>
                <a:cubicBezTo>
                  <a:pt x="132" y="406"/>
                  <a:pt x="132" y="406"/>
                  <a:pt x="132" y="406"/>
                </a:cubicBezTo>
                <a:cubicBezTo>
                  <a:pt x="59" y="406"/>
                  <a:pt x="0" y="465"/>
                  <a:pt x="0" y="538"/>
                </a:cubicBezTo>
                <a:cubicBezTo>
                  <a:pt x="0" y="1001"/>
                  <a:pt x="0" y="1001"/>
                  <a:pt x="0" y="1001"/>
                </a:cubicBezTo>
                <a:cubicBezTo>
                  <a:pt x="0" y="1295"/>
                  <a:pt x="0" y="1295"/>
                  <a:pt x="0" y="1295"/>
                </a:cubicBezTo>
                <a:cubicBezTo>
                  <a:pt x="0" y="1298"/>
                  <a:pt x="0" y="1298"/>
                  <a:pt x="0" y="1298"/>
                </a:cubicBezTo>
                <a:cubicBezTo>
                  <a:pt x="0" y="1592"/>
                  <a:pt x="0" y="1592"/>
                  <a:pt x="0" y="1592"/>
                </a:cubicBezTo>
                <a:cubicBezTo>
                  <a:pt x="0" y="2054"/>
                  <a:pt x="0" y="2054"/>
                  <a:pt x="0" y="2054"/>
                </a:cubicBezTo>
                <a:cubicBezTo>
                  <a:pt x="0" y="2127"/>
                  <a:pt x="59" y="2186"/>
                  <a:pt x="132" y="2186"/>
                </a:cubicBezTo>
                <a:cubicBezTo>
                  <a:pt x="132" y="2186"/>
                  <a:pt x="132" y="2186"/>
                  <a:pt x="132" y="2186"/>
                </a:cubicBezTo>
                <a:cubicBezTo>
                  <a:pt x="171" y="2186"/>
                  <a:pt x="208" y="2204"/>
                  <a:pt x="233" y="2234"/>
                </a:cubicBezTo>
                <a:cubicBezTo>
                  <a:pt x="417" y="2453"/>
                  <a:pt x="692" y="2592"/>
                  <a:pt x="1000" y="2592"/>
                </a:cubicBezTo>
                <a:cubicBezTo>
                  <a:pt x="1000" y="2592"/>
                  <a:pt x="1000" y="2592"/>
                  <a:pt x="1000" y="2592"/>
                </a:cubicBezTo>
                <a:cubicBezTo>
                  <a:pt x="1308" y="2592"/>
                  <a:pt x="1584" y="2453"/>
                  <a:pt x="1767" y="2234"/>
                </a:cubicBezTo>
                <a:cubicBezTo>
                  <a:pt x="1792" y="2204"/>
                  <a:pt x="1829" y="2186"/>
                  <a:pt x="1869" y="2186"/>
                </a:cubicBezTo>
                <a:cubicBezTo>
                  <a:pt x="1869" y="2186"/>
                  <a:pt x="1869" y="2186"/>
                  <a:pt x="1869" y="2186"/>
                </a:cubicBezTo>
                <a:cubicBezTo>
                  <a:pt x="1941" y="2186"/>
                  <a:pt x="2000" y="2127"/>
                  <a:pt x="2000" y="2054"/>
                </a:cubicBezTo>
                <a:cubicBezTo>
                  <a:pt x="2000" y="1592"/>
                  <a:pt x="2000" y="1592"/>
                  <a:pt x="2000" y="1592"/>
                </a:cubicBezTo>
                <a:cubicBezTo>
                  <a:pt x="2000" y="1298"/>
                  <a:pt x="2000" y="1298"/>
                  <a:pt x="2000" y="1298"/>
                </a:cubicBezTo>
                <a:cubicBezTo>
                  <a:pt x="2000" y="1295"/>
                  <a:pt x="2000" y="1295"/>
                  <a:pt x="2000" y="1295"/>
                </a:cubicBezTo>
                <a:cubicBezTo>
                  <a:pt x="2000" y="1001"/>
                  <a:pt x="2000" y="1001"/>
                  <a:pt x="2000" y="1001"/>
                </a:cubicBezTo>
                <a:cubicBezTo>
                  <a:pt x="2000" y="538"/>
                  <a:pt x="2000" y="538"/>
                  <a:pt x="2000" y="538"/>
                </a:cubicBezTo>
                <a:cubicBezTo>
                  <a:pt x="2000" y="465"/>
                  <a:pt x="1941" y="406"/>
                  <a:pt x="1869" y="406"/>
                </a:cubicBezTo>
                <a:close/>
              </a:path>
            </a:pathLst>
          </a:custGeom>
          <a:solidFill>
            <a:srgbClr val="374D79">
              <a:alpha val="100000"/>
            </a:srgbClr>
          </a:solidFill>
          <a:ln w="9525">
            <a:noFill/>
          </a:ln>
        </p:spPr>
        <p:txBody>
          <a:bodyPr/>
          <a:p>
            <a:endParaRPr lang="zh-CN" altLang="en-US"/>
          </a:p>
        </p:txBody>
      </p:sp>
      <p:sp>
        <p:nvSpPr>
          <p:cNvPr id="41991" name="î$ḷíḓè"/>
          <p:cNvSpPr/>
          <p:nvPr/>
        </p:nvSpPr>
        <p:spPr>
          <a:xfrm>
            <a:off x="6356350" y="2287588"/>
            <a:ext cx="2500313" cy="3224212"/>
          </a:xfrm>
          <a:custGeom>
            <a:avLst/>
            <a:gdLst>
              <a:gd name="txL" fmla="*/ 0 w 2000"/>
              <a:gd name="txT" fmla="*/ 0 h 2592"/>
              <a:gd name="txR" fmla="*/ 2000 w 2000"/>
              <a:gd name="txB" fmla="*/ 2592 h 2592"/>
            </a:gdLst>
            <a:ahLst/>
            <a:cxnLst>
              <a:cxn ang="0">
                <a:pos x="2147483647" y="2147483647"/>
              </a:cxn>
              <a:cxn ang="0">
                <a:pos x="2147483647" y="2147483647"/>
              </a:cxn>
              <a:cxn ang="0">
                <a:pos x="2147483647" y="0"/>
              </a:cxn>
              <a:cxn ang="0">
                <a:pos x="2147483647" y="0"/>
              </a:cxn>
              <a:cxn ang="0">
                <a:pos x="2147483647" y="2147483647"/>
              </a:cxn>
              <a:cxn ang="0">
                <a:pos x="2147483647" y="2147483647"/>
              </a:cxn>
              <a:cxn ang="0">
                <a:pos x="2147483647" y="2147483647"/>
              </a:cxn>
              <a:cxn ang="0">
                <a:pos x="0" y="2147483647"/>
              </a:cxn>
              <a:cxn ang="0">
                <a:pos x="0" y="2147483647"/>
              </a:cxn>
              <a:cxn ang="0">
                <a:pos x="0" y="2147483647"/>
              </a:cxn>
              <a:cxn ang="0">
                <a:pos x="0" y="2147483647"/>
              </a:cxn>
              <a:cxn ang="0">
                <a:pos x="0"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rect l="txL" t="txT" r="txR" b="txB"/>
            <a:pathLst>
              <a:path w="2000" h="2592">
                <a:moveTo>
                  <a:pt x="1869" y="406"/>
                </a:moveTo>
                <a:cubicBezTo>
                  <a:pt x="1829" y="406"/>
                  <a:pt x="1792" y="389"/>
                  <a:pt x="1767" y="359"/>
                </a:cubicBezTo>
                <a:cubicBezTo>
                  <a:pt x="1584" y="140"/>
                  <a:pt x="1308" y="0"/>
                  <a:pt x="1000" y="0"/>
                </a:cubicBezTo>
                <a:cubicBezTo>
                  <a:pt x="1000" y="0"/>
                  <a:pt x="1000" y="0"/>
                  <a:pt x="1000" y="0"/>
                </a:cubicBezTo>
                <a:cubicBezTo>
                  <a:pt x="692" y="0"/>
                  <a:pt x="417" y="140"/>
                  <a:pt x="233" y="359"/>
                </a:cubicBezTo>
                <a:cubicBezTo>
                  <a:pt x="208" y="389"/>
                  <a:pt x="171" y="406"/>
                  <a:pt x="132" y="406"/>
                </a:cubicBezTo>
                <a:cubicBezTo>
                  <a:pt x="132" y="406"/>
                  <a:pt x="132" y="406"/>
                  <a:pt x="132" y="406"/>
                </a:cubicBezTo>
                <a:cubicBezTo>
                  <a:pt x="59" y="406"/>
                  <a:pt x="0" y="465"/>
                  <a:pt x="0" y="538"/>
                </a:cubicBezTo>
                <a:cubicBezTo>
                  <a:pt x="0" y="1001"/>
                  <a:pt x="0" y="1001"/>
                  <a:pt x="0" y="1001"/>
                </a:cubicBezTo>
                <a:cubicBezTo>
                  <a:pt x="0" y="1295"/>
                  <a:pt x="0" y="1295"/>
                  <a:pt x="0" y="1295"/>
                </a:cubicBezTo>
                <a:cubicBezTo>
                  <a:pt x="0" y="1298"/>
                  <a:pt x="0" y="1298"/>
                  <a:pt x="0" y="1298"/>
                </a:cubicBezTo>
                <a:cubicBezTo>
                  <a:pt x="0" y="1592"/>
                  <a:pt x="0" y="1592"/>
                  <a:pt x="0" y="1592"/>
                </a:cubicBezTo>
                <a:cubicBezTo>
                  <a:pt x="0" y="2054"/>
                  <a:pt x="0" y="2054"/>
                  <a:pt x="0" y="2054"/>
                </a:cubicBezTo>
                <a:cubicBezTo>
                  <a:pt x="0" y="2127"/>
                  <a:pt x="59" y="2186"/>
                  <a:pt x="132" y="2186"/>
                </a:cubicBezTo>
                <a:cubicBezTo>
                  <a:pt x="132" y="2186"/>
                  <a:pt x="132" y="2186"/>
                  <a:pt x="132" y="2186"/>
                </a:cubicBezTo>
                <a:cubicBezTo>
                  <a:pt x="171" y="2186"/>
                  <a:pt x="208" y="2204"/>
                  <a:pt x="233" y="2234"/>
                </a:cubicBezTo>
                <a:cubicBezTo>
                  <a:pt x="417" y="2453"/>
                  <a:pt x="692" y="2592"/>
                  <a:pt x="1000" y="2592"/>
                </a:cubicBezTo>
                <a:cubicBezTo>
                  <a:pt x="1000" y="2592"/>
                  <a:pt x="1000" y="2592"/>
                  <a:pt x="1000" y="2592"/>
                </a:cubicBezTo>
                <a:cubicBezTo>
                  <a:pt x="1308" y="2592"/>
                  <a:pt x="1584" y="2453"/>
                  <a:pt x="1767" y="2234"/>
                </a:cubicBezTo>
                <a:cubicBezTo>
                  <a:pt x="1792" y="2204"/>
                  <a:pt x="1829" y="2186"/>
                  <a:pt x="1869" y="2186"/>
                </a:cubicBezTo>
                <a:cubicBezTo>
                  <a:pt x="1869" y="2186"/>
                  <a:pt x="1869" y="2186"/>
                  <a:pt x="1869" y="2186"/>
                </a:cubicBezTo>
                <a:cubicBezTo>
                  <a:pt x="1941" y="2186"/>
                  <a:pt x="2000" y="2127"/>
                  <a:pt x="2000" y="2054"/>
                </a:cubicBezTo>
                <a:cubicBezTo>
                  <a:pt x="2000" y="1592"/>
                  <a:pt x="2000" y="1592"/>
                  <a:pt x="2000" y="1592"/>
                </a:cubicBezTo>
                <a:cubicBezTo>
                  <a:pt x="2000" y="1298"/>
                  <a:pt x="2000" y="1298"/>
                  <a:pt x="2000" y="1298"/>
                </a:cubicBezTo>
                <a:cubicBezTo>
                  <a:pt x="2000" y="1295"/>
                  <a:pt x="2000" y="1295"/>
                  <a:pt x="2000" y="1295"/>
                </a:cubicBezTo>
                <a:cubicBezTo>
                  <a:pt x="2000" y="1001"/>
                  <a:pt x="2000" y="1001"/>
                  <a:pt x="2000" y="1001"/>
                </a:cubicBezTo>
                <a:cubicBezTo>
                  <a:pt x="2000" y="538"/>
                  <a:pt x="2000" y="538"/>
                  <a:pt x="2000" y="538"/>
                </a:cubicBezTo>
                <a:cubicBezTo>
                  <a:pt x="2000" y="465"/>
                  <a:pt x="1941" y="406"/>
                  <a:pt x="1869" y="406"/>
                </a:cubicBezTo>
                <a:close/>
              </a:path>
            </a:pathLst>
          </a:custGeom>
          <a:solidFill>
            <a:srgbClr val="374D79">
              <a:alpha val="100000"/>
            </a:srgbClr>
          </a:solidFill>
          <a:ln w="9525">
            <a:noFill/>
          </a:ln>
        </p:spPr>
        <p:txBody>
          <a:bodyPr/>
          <a:p>
            <a:endParaRPr lang="zh-CN" altLang="en-US"/>
          </a:p>
        </p:txBody>
      </p:sp>
      <p:sp>
        <p:nvSpPr>
          <p:cNvPr id="41992" name="iṩľïḋè"/>
          <p:cNvSpPr/>
          <p:nvPr/>
        </p:nvSpPr>
        <p:spPr>
          <a:xfrm>
            <a:off x="9139238" y="2287588"/>
            <a:ext cx="2500312" cy="3224212"/>
          </a:xfrm>
          <a:custGeom>
            <a:avLst/>
            <a:gdLst>
              <a:gd name="txL" fmla="*/ 0 w 2000"/>
              <a:gd name="txT" fmla="*/ 0 h 2592"/>
              <a:gd name="txR" fmla="*/ 2000 w 2000"/>
              <a:gd name="txB" fmla="*/ 2592 h 2592"/>
            </a:gdLst>
            <a:ahLst/>
            <a:cxnLst>
              <a:cxn ang="0">
                <a:pos x="2147483647" y="2147483647"/>
              </a:cxn>
              <a:cxn ang="0">
                <a:pos x="2147483647" y="2147483647"/>
              </a:cxn>
              <a:cxn ang="0">
                <a:pos x="2147483647" y="0"/>
              </a:cxn>
              <a:cxn ang="0">
                <a:pos x="2147483647" y="0"/>
              </a:cxn>
              <a:cxn ang="0">
                <a:pos x="2147483647" y="2147483647"/>
              </a:cxn>
              <a:cxn ang="0">
                <a:pos x="2147483647" y="2147483647"/>
              </a:cxn>
              <a:cxn ang="0">
                <a:pos x="2147483647" y="2147483647"/>
              </a:cxn>
              <a:cxn ang="0">
                <a:pos x="0" y="2147483647"/>
              </a:cxn>
              <a:cxn ang="0">
                <a:pos x="0" y="2147483647"/>
              </a:cxn>
              <a:cxn ang="0">
                <a:pos x="0" y="2147483647"/>
              </a:cxn>
              <a:cxn ang="0">
                <a:pos x="0" y="2147483647"/>
              </a:cxn>
              <a:cxn ang="0">
                <a:pos x="0"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rect l="txL" t="txT" r="txR" b="txB"/>
            <a:pathLst>
              <a:path w="2000" h="2592">
                <a:moveTo>
                  <a:pt x="1869" y="406"/>
                </a:moveTo>
                <a:cubicBezTo>
                  <a:pt x="1829" y="406"/>
                  <a:pt x="1792" y="389"/>
                  <a:pt x="1767" y="359"/>
                </a:cubicBezTo>
                <a:cubicBezTo>
                  <a:pt x="1584" y="140"/>
                  <a:pt x="1308" y="0"/>
                  <a:pt x="1000" y="0"/>
                </a:cubicBezTo>
                <a:cubicBezTo>
                  <a:pt x="1000" y="0"/>
                  <a:pt x="1000" y="0"/>
                  <a:pt x="1000" y="0"/>
                </a:cubicBezTo>
                <a:cubicBezTo>
                  <a:pt x="692" y="0"/>
                  <a:pt x="417" y="140"/>
                  <a:pt x="233" y="359"/>
                </a:cubicBezTo>
                <a:cubicBezTo>
                  <a:pt x="208" y="389"/>
                  <a:pt x="171" y="406"/>
                  <a:pt x="132" y="406"/>
                </a:cubicBezTo>
                <a:cubicBezTo>
                  <a:pt x="132" y="406"/>
                  <a:pt x="132" y="406"/>
                  <a:pt x="132" y="406"/>
                </a:cubicBezTo>
                <a:cubicBezTo>
                  <a:pt x="59" y="406"/>
                  <a:pt x="0" y="465"/>
                  <a:pt x="0" y="538"/>
                </a:cubicBezTo>
                <a:cubicBezTo>
                  <a:pt x="0" y="1001"/>
                  <a:pt x="0" y="1001"/>
                  <a:pt x="0" y="1001"/>
                </a:cubicBezTo>
                <a:cubicBezTo>
                  <a:pt x="0" y="1295"/>
                  <a:pt x="0" y="1295"/>
                  <a:pt x="0" y="1295"/>
                </a:cubicBezTo>
                <a:cubicBezTo>
                  <a:pt x="0" y="1298"/>
                  <a:pt x="0" y="1298"/>
                  <a:pt x="0" y="1298"/>
                </a:cubicBezTo>
                <a:cubicBezTo>
                  <a:pt x="0" y="1592"/>
                  <a:pt x="0" y="1592"/>
                  <a:pt x="0" y="1592"/>
                </a:cubicBezTo>
                <a:cubicBezTo>
                  <a:pt x="0" y="2054"/>
                  <a:pt x="0" y="2054"/>
                  <a:pt x="0" y="2054"/>
                </a:cubicBezTo>
                <a:cubicBezTo>
                  <a:pt x="0" y="2127"/>
                  <a:pt x="59" y="2186"/>
                  <a:pt x="132" y="2186"/>
                </a:cubicBezTo>
                <a:cubicBezTo>
                  <a:pt x="132" y="2186"/>
                  <a:pt x="132" y="2186"/>
                  <a:pt x="132" y="2186"/>
                </a:cubicBezTo>
                <a:cubicBezTo>
                  <a:pt x="171" y="2186"/>
                  <a:pt x="208" y="2204"/>
                  <a:pt x="233" y="2234"/>
                </a:cubicBezTo>
                <a:cubicBezTo>
                  <a:pt x="417" y="2453"/>
                  <a:pt x="692" y="2592"/>
                  <a:pt x="1000" y="2592"/>
                </a:cubicBezTo>
                <a:cubicBezTo>
                  <a:pt x="1000" y="2592"/>
                  <a:pt x="1000" y="2592"/>
                  <a:pt x="1000" y="2592"/>
                </a:cubicBezTo>
                <a:cubicBezTo>
                  <a:pt x="1308" y="2592"/>
                  <a:pt x="1584" y="2453"/>
                  <a:pt x="1767" y="2234"/>
                </a:cubicBezTo>
                <a:cubicBezTo>
                  <a:pt x="1792" y="2204"/>
                  <a:pt x="1829" y="2186"/>
                  <a:pt x="1869" y="2186"/>
                </a:cubicBezTo>
                <a:cubicBezTo>
                  <a:pt x="1869" y="2186"/>
                  <a:pt x="1869" y="2186"/>
                  <a:pt x="1869" y="2186"/>
                </a:cubicBezTo>
                <a:cubicBezTo>
                  <a:pt x="1941" y="2186"/>
                  <a:pt x="2000" y="2127"/>
                  <a:pt x="2000" y="2054"/>
                </a:cubicBezTo>
                <a:cubicBezTo>
                  <a:pt x="2000" y="1592"/>
                  <a:pt x="2000" y="1592"/>
                  <a:pt x="2000" y="1592"/>
                </a:cubicBezTo>
                <a:cubicBezTo>
                  <a:pt x="2000" y="1298"/>
                  <a:pt x="2000" y="1298"/>
                  <a:pt x="2000" y="1298"/>
                </a:cubicBezTo>
                <a:cubicBezTo>
                  <a:pt x="2000" y="1295"/>
                  <a:pt x="2000" y="1295"/>
                  <a:pt x="2000" y="1295"/>
                </a:cubicBezTo>
                <a:cubicBezTo>
                  <a:pt x="2000" y="1001"/>
                  <a:pt x="2000" y="1001"/>
                  <a:pt x="2000" y="1001"/>
                </a:cubicBezTo>
                <a:cubicBezTo>
                  <a:pt x="2000" y="538"/>
                  <a:pt x="2000" y="538"/>
                  <a:pt x="2000" y="538"/>
                </a:cubicBezTo>
                <a:cubicBezTo>
                  <a:pt x="2000" y="465"/>
                  <a:pt x="1941" y="406"/>
                  <a:pt x="1869" y="406"/>
                </a:cubicBezTo>
                <a:close/>
              </a:path>
            </a:pathLst>
          </a:custGeom>
          <a:solidFill>
            <a:srgbClr val="374D79">
              <a:alpha val="100000"/>
            </a:srgbClr>
          </a:solidFill>
          <a:ln w="9525">
            <a:noFill/>
          </a:ln>
        </p:spPr>
        <p:txBody>
          <a:bodyPr/>
          <a:p>
            <a:endParaRPr lang="zh-CN" altLang="en-US"/>
          </a:p>
        </p:txBody>
      </p:sp>
      <p:grpSp>
        <p:nvGrpSpPr>
          <p:cNvPr id="41993" name="í$ľïďê"/>
          <p:cNvGrpSpPr/>
          <p:nvPr/>
        </p:nvGrpSpPr>
        <p:grpSpPr>
          <a:xfrm>
            <a:off x="1708150" y="2605088"/>
            <a:ext cx="666750" cy="666750"/>
            <a:chOff x="1753961" y="2890922"/>
            <a:chExt cx="667332" cy="667330"/>
          </a:xfrm>
        </p:grpSpPr>
        <p:sp>
          <p:nvSpPr>
            <p:cNvPr id="102" name="iS1íḋè"/>
            <p:cNvSpPr/>
            <p:nvPr/>
          </p:nvSpPr>
          <p:spPr>
            <a:xfrm>
              <a:off x="1753961" y="2890922"/>
              <a:ext cx="667332" cy="667330"/>
            </a:xfrm>
            <a:prstGeom prst="ellipse">
              <a:avLst/>
            </a:prstGeom>
            <a:solidFill>
              <a:schemeClr val="accent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normAutofit fontScale="92500" lnSpcReduction="10000"/>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1" i="0" u="none" strike="noStrike" kern="1200" cap="none" spc="0" normalizeH="0" baseline="0" noProof="0" dirty="0">
                <a:ln>
                  <a:noFill/>
                </a:ln>
                <a:solidFill>
                  <a:schemeClr val="bg1"/>
                </a:solidFill>
                <a:effectLst/>
                <a:uLnTx/>
                <a:uFillTx/>
                <a:latin typeface="+mn-lt"/>
                <a:ea typeface="+mn-ea"/>
                <a:cs typeface="+mn-cs"/>
              </a:endParaRPr>
            </a:p>
          </p:txBody>
        </p:sp>
        <p:sp>
          <p:nvSpPr>
            <p:cNvPr id="42024" name="íṧ1iḑé"/>
            <p:cNvSpPr/>
            <p:nvPr/>
          </p:nvSpPr>
          <p:spPr>
            <a:xfrm>
              <a:off x="1931546" y="3064741"/>
              <a:ext cx="312163" cy="319692"/>
            </a:xfrm>
            <a:custGeom>
              <a:avLst/>
              <a:gdLst>
                <a:gd name="txL" fmla="*/ 0 w 10400"/>
                <a:gd name="txT" fmla="*/ 0 h 10667"/>
                <a:gd name="txR" fmla="*/ 10400 w 10400"/>
                <a:gd name="txB" fmla="*/ 10667 h 10667"/>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rect l="txL" t="txT" r="txR" b="txB"/>
              <a:pathLst>
                <a:path w="10400" h="10667">
                  <a:moveTo>
                    <a:pt x="8838" y="9330"/>
                  </a:moveTo>
                  <a:cubicBezTo>
                    <a:pt x="8838" y="10067"/>
                    <a:pt x="7206" y="10667"/>
                    <a:pt x="5192" y="10667"/>
                  </a:cubicBezTo>
                  <a:cubicBezTo>
                    <a:pt x="3180" y="10667"/>
                    <a:pt x="1547" y="10067"/>
                    <a:pt x="1547" y="9330"/>
                  </a:cubicBezTo>
                  <a:cubicBezTo>
                    <a:pt x="1547" y="8797"/>
                    <a:pt x="2406" y="8341"/>
                    <a:pt x="3638" y="8128"/>
                  </a:cubicBezTo>
                  <a:lnTo>
                    <a:pt x="3638" y="8495"/>
                  </a:lnTo>
                  <a:cubicBezTo>
                    <a:pt x="3293" y="8632"/>
                    <a:pt x="3077" y="8813"/>
                    <a:pt x="3077" y="9013"/>
                  </a:cubicBezTo>
                  <a:cubicBezTo>
                    <a:pt x="3077" y="9437"/>
                    <a:pt x="4015" y="9781"/>
                    <a:pt x="5171" y="9781"/>
                  </a:cubicBezTo>
                  <a:cubicBezTo>
                    <a:pt x="5497" y="9781"/>
                    <a:pt x="5802" y="9751"/>
                    <a:pt x="6077" y="9703"/>
                  </a:cubicBezTo>
                  <a:cubicBezTo>
                    <a:pt x="6090" y="9702"/>
                    <a:pt x="6102" y="9702"/>
                    <a:pt x="6114" y="9700"/>
                  </a:cubicBezTo>
                  <a:cubicBezTo>
                    <a:pt x="6165" y="9694"/>
                    <a:pt x="6212" y="9682"/>
                    <a:pt x="6259" y="9666"/>
                  </a:cubicBezTo>
                  <a:cubicBezTo>
                    <a:pt x="6859" y="9531"/>
                    <a:pt x="7264" y="9290"/>
                    <a:pt x="7264" y="9013"/>
                  </a:cubicBezTo>
                  <a:cubicBezTo>
                    <a:pt x="7264" y="8834"/>
                    <a:pt x="7090" y="8669"/>
                    <a:pt x="6806" y="8539"/>
                  </a:cubicBezTo>
                  <a:lnTo>
                    <a:pt x="6806" y="8137"/>
                  </a:lnTo>
                  <a:cubicBezTo>
                    <a:pt x="8006" y="8356"/>
                    <a:pt x="8838" y="8805"/>
                    <a:pt x="8838" y="9330"/>
                  </a:cubicBezTo>
                  <a:close/>
                  <a:moveTo>
                    <a:pt x="4079" y="1127"/>
                  </a:moveTo>
                  <a:cubicBezTo>
                    <a:pt x="4079" y="504"/>
                    <a:pt x="4578" y="0"/>
                    <a:pt x="5193" y="0"/>
                  </a:cubicBezTo>
                  <a:cubicBezTo>
                    <a:pt x="5807" y="0"/>
                    <a:pt x="6305" y="504"/>
                    <a:pt x="6305" y="1127"/>
                  </a:cubicBezTo>
                  <a:cubicBezTo>
                    <a:pt x="6305" y="1750"/>
                    <a:pt x="5807" y="2254"/>
                    <a:pt x="5193" y="2254"/>
                  </a:cubicBezTo>
                  <a:cubicBezTo>
                    <a:pt x="4578" y="2254"/>
                    <a:pt x="4079" y="1750"/>
                    <a:pt x="4079" y="1127"/>
                  </a:cubicBezTo>
                  <a:close/>
                  <a:moveTo>
                    <a:pt x="9353" y="1669"/>
                  </a:moveTo>
                  <a:cubicBezTo>
                    <a:pt x="8800" y="2578"/>
                    <a:pt x="7557" y="3340"/>
                    <a:pt x="6352" y="3340"/>
                  </a:cubicBezTo>
                  <a:cubicBezTo>
                    <a:pt x="6274" y="3340"/>
                    <a:pt x="6196" y="3336"/>
                    <a:pt x="6118" y="3330"/>
                  </a:cubicBezTo>
                  <a:cubicBezTo>
                    <a:pt x="6142" y="3615"/>
                    <a:pt x="6252" y="4928"/>
                    <a:pt x="6282" y="5755"/>
                  </a:cubicBezTo>
                  <a:cubicBezTo>
                    <a:pt x="6288" y="5783"/>
                    <a:pt x="6294" y="5811"/>
                    <a:pt x="6296" y="5841"/>
                  </a:cubicBezTo>
                  <a:lnTo>
                    <a:pt x="6568" y="10087"/>
                  </a:lnTo>
                  <a:cubicBezTo>
                    <a:pt x="6586" y="10373"/>
                    <a:pt x="5564" y="10428"/>
                    <a:pt x="5546" y="10154"/>
                  </a:cubicBezTo>
                  <a:lnTo>
                    <a:pt x="5318" y="6578"/>
                  </a:lnTo>
                  <a:cubicBezTo>
                    <a:pt x="5280" y="6574"/>
                    <a:pt x="5244" y="6567"/>
                    <a:pt x="5206" y="6567"/>
                  </a:cubicBezTo>
                  <a:cubicBezTo>
                    <a:pt x="5174" y="6567"/>
                    <a:pt x="5136" y="6577"/>
                    <a:pt x="5099" y="6587"/>
                  </a:cubicBezTo>
                  <a:lnTo>
                    <a:pt x="4851" y="10126"/>
                  </a:lnTo>
                  <a:cubicBezTo>
                    <a:pt x="4832" y="10398"/>
                    <a:pt x="3810" y="10338"/>
                    <a:pt x="3830" y="10052"/>
                  </a:cubicBezTo>
                  <a:lnTo>
                    <a:pt x="4144" y="5559"/>
                  </a:lnTo>
                  <a:cubicBezTo>
                    <a:pt x="4146" y="5538"/>
                    <a:pt x="4150" y="5520"/>
                    <a:pt x="4154" y="5500"/>
                  </a:cubicBezTo>
                  <a:cubicBezTo>
                    <a:pt x="4199" y="4432"/>
                    <a:pt x="4252" y="3400"/>
                    <a:pt x="4257" y="3326"/>
                  </a:cubicBezTo>
                  <a:cubicBezTo>
                    <a:pt x="4169" y="3334"/>
                    <a:pt x="4081" y="3340"/>
                    <a:pt x="3994" y="3340"/>
                  </a:cubicBezTo>
                  <a:cubicBezTo>
                    <a:pt x="2788" y="3340"/>
                    <a:pt x="1546" y="2578"/>
                    <a:pt x="993" y="1669"/>
                  </a:cubicBezTo>
                  <a:cubicBezTo>
                    <a:pt x="879" y="1481"/>
                    <a:pt x="936" y="1235"/>
                    <a:pt x="1122" y="1120"/>
                  </a:cubicBezTo>
                  <a:cubicBezTo>
                    <a:pt x="1308" y="1003"/>
                    <a:pt x="1551" y="1062"/>
                    <a:pt x="1665" y="1250"/>
                  </a:cubicBezTo>
                  <a:cubicBezTo>
                    <a:pt x="2166" y="2073"/>
                    <a:pt x="3484" y="2756"/>
                    <a:pt x="4493" y="2470"/>
                  </a:cubicBezTo>
                  <a:cubicBezTo>
                    <a:pt x="4663" y="2411"/>
                    <a:pt x="4865" y="2374"/>
                    <a:pt x="5089" y="2365"/>
                  </a:cubicBezTo>
                  <a:lnTo>
                    <a:pt x="4729" y="5423"/>
                  </a:lnTo>
                  <a:lnTo>
                    <a:pt x="5203" y="5915"/>
                  </a:lnTo>
                  <a:lnTo>
                    <a:pt x="5617" y="5423"/>
                  </a:lnTo>
                  <a:lnTo>
                    <a:pt x="5330" y="2373"/>
                  </a:lnTo>
                  <a:cubicBezTo>
                    <a:pt x="5531" y="2387"/>
                    <a:pt x="5725" y="2423"/>
                    <a:pt x="5890" y="2481"/>
                  </a:cubicBezTo>
                  <a:cubicBezTo>
                    <a:pt x="6894" y="2741"/>
                    <a:pt x="8187" y="2063"/>
                    <a:pt x="8681" y="1250"/>
                  </a:cubicBezTo>
                  <a:cubicBezTo>
                    <a:pt x="8795" y="1062"/>
                    <a:pt x="9038" y="1003"/>
                    <a:pt x="9224" y="1119"/>
                  </a:cubicBezTo>
                  <a:cubicBezTo>
                    <a:pt x="9410" y="1235"/>
                    <a:pt x="9468" y="1481"/>
                    <a:pt x="9353" y="1669"/>
                  </a:cubicBezTo>
                  <a:close/>
                  <a:moveTo>
                    <a:pt x="8844" y="4304"/>
                  </a:moveTo>
                  <a:cubicBezTo>
                    <a:pt x="8839" y="4303"/>
                    <a:pt x="8833" y="4303"/>
                    <a:pt x="8827" y="4302"/>
                  </a:cubicBezTo>
                  <a:lnTo>
                    <a:pt x="8900" y="5088"/>
                  </a:lnTo>
                  <a:lnTo>
                    <a:pt x="8793" y="5217"/>
                  </a:lnTo>
                  <a:lnTo>
                    <a:pt x="8671" y="5088"/>
                  </a:lnTo>
                  <a:lnTo>
                    <a:pt x="8763" y="4301"/>
                  </a:lnTo>
                  <a:cubicBezTo>
                    <a:pt x="8543" y="4286"/>
                    <a:pt x="8343" y="4195"/>
                    <a:pt x="7895" y="3770"/>
                  </a:cubicBezTo>
                  <a:cubicBezTo>
                    <a:pt x="7846" y="3723"/>
                    <a:pt x="7769" y="3725"/>
                    <a:pt x="7722" y="3776"/>
                  </a:cubicBezTo>
                  <a:cubicBezTo>
                    <a:pt x="7676" y="3826"/>
                    <a:pt x="7679" y="3906"/>
                    <a:pt x="7729" y="3953"/>
                  </a:cubicBezTo>
                  <a:cubicBezTo>
                    <a:pt x="8086" y="4293"/>
                    <a:pt x="8319" y="4456"/>
                    <a:pt x="8558" y="4519"/>
                  </a:cubicBezTo>
                  <a:cubicBezTo>
                    <a:pt x="8558" y="4523"/>
                    <a:pt x="8556" y="4527"/>
                    <a:pt x="8556" y="4530"/>
                  </a:cubicBezTo>
                  <a:lnTo>
                    <a:pt x="8505" y="5505"/>
                  </a:lnTo>
                  <a:lnTo>
                    <a:pt x="8378" y="6694"/>
                  </a:lnTo>
                  <a:cubicBezTo>
                    <a:pt x="8369" y="6780"/>
                    <a:pt x="8430" y="6857"/>
                    <a:pt x="8514" y="6867"/>
                  </a:cubicBezTo>
                  <a:cubicBezTo>
                    <a:pt x="8520" y="6867"/>
                    <a:pt x="8525" y="6867"/>
                    <a:pt x="8530" y="6867"/>
                  </a:cubicBezTo>
                  <a:cubicBezTo>
                    <a:pt x="8608" y="6867"/>
                    <a:pt x="8674" y="6808"/>
                    <a:pt x="8683" y="6728"/>
                  </a:cubicBezTo>
                  <a:lnTo>
                    <a:pt x="8815" y="5498"/>
                  </a:lnTo>
                  <a:lnTo>
                    <a:pt x="9012" y="6736"/>
                  </a:lnTo>
                  <a:cubicBezTo>
                    <a:pt x="9025" y="6813"/>
                    <a:pt x="9090" y="6868"/>
                    <a:pt x="9164" y="6868"/>
                  </a:cubicBezTo>
                  <a:cubicBezTo>
                    <a:pt x="9172" y="6868"/>
                    <a:pt x="9180" y="6867"/>
                    <a:pt x="9188" y="6866"/>
                  </a:cubicBezTo>
                  <a:cubicBezTo>
                    <a:pt x="9272" y="6852"/>
                    <a:pt x="9328" y="6771"/>
                    <a:pt x="9315" y="6686"/>
                  </a:cubicBezTo>
                  <a:lnTo>
                    <a:pt x="9119" y="5462"/>
                  </a:lnTo>
                  <a:cubicBezTo>
                    <a:pt x="9119" y="5461"/>
                    <a:pt x="9120" y="5460"/>
                    <a:pt x="9120" y="5459"/>
                  </a:cubicBezTo>
                  <a:lnTo>
                    <a:pt x="9046" y="4530"/>
                  </a:lnTo>
                  <a:cubicBezTo>
                    <a:pt x="9046" y="4526"/>
                    <a:pt x="9046" y="4522"/>
                    <a:pt x="9045" y="4518"/>
                  </a:cubicBezTo>
                  <a:cubicBezTo>
                    <a:pt x="9279" y="4456"/>
                    <a:pt x="9631" y="4296"/>
                    <a:pt x="9990" y="3953"/>
                  </a:cubicBezTo>
                  <a:cubicBezTo>
                    <a:pt x="10040" y="3906"/>
                    <a:pt x="10043" y="3826"/>
                    <a:pt x="9997" y="3776"/>
                  </a:cubicBezTo>
                  <a:cubicBezTo>
                    <a:pt x="9950" y="3725"/>
                    <a:pt x="9873" y="3723"/>
                    <a:pt x="9823" y="3770"/>
                  </a:cubicBezTo>
                  <a:cubicBezTo>
                    <a:pt x="9407" y="4166"/>
                    <a:pt x="9010" y="4290"/>
                    <a:pt x="8857" y="4300"/>
                  </a:cubicBezTo>
                  <a:cubicBezTo>
                    <a:pt x="8852" y="4300"/>
                    <a:pt x="8849" y="4303"/>
                    <a:pt x="8844" y="4304"/>
                  </a:cubicBezTo>
                  <a:close/>
                  <a:moveTo>
                    <a:pt x="8790" y="4263"/>
                  </a:moveTo>
                  <a:cubicBezTo>
                    <a:pt x="8949" y="4263"/>
                    <a:pt x="9078" y="4131"/>
                    <a:pt x="9078" y="3969"/>
                  </a:cubicBezTo>
                  <a:cubicBezTo>
                    <a:pt x="9078" y="3807"/>
                    <a:pt x="8949" y="3675"/>
                    <a:pt x="8790" y="3675"/>
                  </a:cubicBezTo>
                  <a:cubicBezTo>
                    <a:pt x="8631" y="3675"/>
                    <a:pt x="8503" y="3807"/>
                    <a:pt x="8503" y="3969"/>
                  </a:cubicBezTo>
                  <a:cubicBezTo>
                    <a:pt x="8503" y="4131"/>
                    <a:pt x="8631" y="4263"/>
                    <a:pt x="8790" y="4263"/>
                  </a:cubicBezTo>
                  <a:close/>
                  <a:moveTo>
                    <a:pt x="9514" y="6418"/>
                  </a:moveTo>
                  <a:cubicBezTo>
                    <a:pt x="9649" y="6475"/>
                    <a:pt x="9732" y="6548"/>
                    <a:pt x="9732" y="6629"/>
                  </a:cubicBezTo>
                  <a:cubicBezTo>
                    <a:pt x="9732" y="6745"/>
                    <a:pt x="9561" y="6846"/>
                    <a:pt x="9306" y="6903"/>
                  </a:cubicBezTo>
                  <a:cubicBezTo>
                    <a:pt x="9287" y="6910"/>
                    <a:pt x="9267" y="6915"/>
                    <a:pt x="9245" y="6917"/>
                  </a:cubicBezTo>
                  <a:cubicBezTo>
                    <a:pt x="9240" y="6918"/>
                    <a:pt x="9235" y="6918"/>
                    <a:pt x="9229" y="6918"/>
                  </a:cubicBezTo>
                  <a:cubicBezTo>
                    <a:pt x="9112" y="6939"/>
                    <a:pt x="8983" y="6952"/>
                    <a:pt x="8845" y="6952"/>
                  </a:cubicBezTo>
                  <a:cubicBezTo>
                    <a:pt x="8355" y="6952"/>
                    <a:pt x="7957" y="6807"/>
                    <a:pt x="7957" y="6629"/>
                  </a:cubicBezTo>
                  <a:cubicBezTo>
                    <a:pt x="7957" y="6542"/>
                    <a:pt x="8055" y="6463"/>
                    <a:pt x="8211" y="6405"/>
                  </a:cubicBezTo>
                  <a:lnTo>
                    <a:pt x="8222" y="6252"/>
                  </a:lnTo>
                  <a:cubicBezTo>
                    <a:pt x="7685" y="6340"/>
                    <a:pt x="7308" y="6534"/>
                    <a:pt x="7308" y="6762"/>
                  </a:cubicBezTo>
                  <a:cubicBezTo>
                    <a:pt x="7308" y="7072"/>
                    <a:pt x="8000" y="7324"/>
                    <a:pt x="8854" y="7324"/>
                  </a:cubicBezTo>
                  <a:cubicBezTo>
                    <a:pt x="9708" y="7324"/>
                    <a:pt x="10400" y="7072"/>
                    <a:pt x="10400" y="6762"/>
                  </a:cubicBezTo>
                  <a:cubicBezTo>
                    <a:pt x="10400" y="6535"/>
                    <a:pt x="10027" y="6342"/>
                    <a:pt x="9494" y="6253"/>
                  </a:cubicBezTo>
                  <a:lnTo>
                    <a:pt x="9514" y="6418"/>
                  </a:lnTo>
                  <a:close/>
                  <a:moveTo>
                    <a:pt x="1543" y="4300"/>
                  </a:moveTo>
                  <a:cubicBezTo>
                    <a:pt x="1391" y="4290"/>
                    <a:pt x="994" y="4166"/>
                    <a:pt x="577" y="3770"/>
                  </a:cubicBezTo>
                  <a:cubicBezTo>
                    <a:pt x="528" y="3723"/>
                    <a:pt x="450" y="3725"/>
                    <a:pt x="404" y="3776"/>
                  </a:cubicBezTo>
                  <a:cubicBezTo>
                    <a:pt x="358" y="3826"/>
                    <a:pt x="361" y="3906"/>
                    <a:pt x="411" y="3953"/>
                  </a:cubicBezTo>
                  <a:cubicBezTo>
                    <a:pt x="770" y="4296"/>
                    <a:pt x="1122" y="4456"/>
                    <a:pt x="1355" y="4518"/>
                  </a:cubicBezTo>
                  <a:cubicBezTo>
                    <a:pt x="1355" y="4522"/>
                    <a:pt x="1355" y="4526"/>
                    <a:pt x="1355" y="4530"/>
                  </a:cubicBezTo>
                  <a:lnTo>
                    <a:pt x="1281" y="5459"/>
                  </a:lnTo>
                  <a:cubicBezTo>
                    <a:pt x="1281" y="5460"/>
                    <a:pt x="1282" y="5461"/>
                    <a:pt x="1282" y="5462"/>
                  </a:cubicBezTo>
                  <a:lnTo>
                    <a:pt x="1086" y="6686"/>
                  </a:lnTo>
                  <a:cubicBezTo>
                    <a:pt x="1072" y="6771"/>
                    <a:pt x="1129" y="6852"/>
                    <a:pt x="1212" y="6866"/>
                  </a:cubicBezTo>
                  <a:cubicBezTo>
                    <a:pt x="1221" y="6867"/>
                    <a:pt x="1229" y="6867"/>
                    <a:pt x="1236" y="6867"/>
                  </a:cubicBezTo>
                  <a:cubicBezTo>
                    <a:pt x="1311" y="6867"/>
                    <a:pt x="1376" y="6813"/>
                    <a:pt x="1388" y="6736"/>
                  </a:cubicBezTo>
                  <a:lnTo>
                    <a:pt x="1586" y="5498"/>
                  </a:lnTo>
                  <a:lnTo>
                    <a:pt x="1718" y="6728"/>
                  </a:lnTo>
                  <a:cubicBezTo>
                    <a:pt x="1726" y="6808"/>
                    <a:pt x="1792" y="6867"/>
                    <a:pt x="1870" y="6867"/>
                  </a:cubicBezTo>
                  <a:cubicBezTo>
                    <a:pt x="1875" y="6867"/>
                    <a:pt x="1881" y="6867"/>
                    <a:pt x="1887" y="6867"/>
                  </a:cubicBezTo>
                  <a:cubicBezTo>
                    <a:pt x="1971" y="6857"/>
                    <a:pt x="2032" y="6780"/>
                    <a:pt x="2022" y="6694"/>
                  </a:cubicBezTo>
                  <a:lnTo>
                    <a:pt x="1895" y="5505"/>
                  </a:lnTo>
                  <a:lnTo>
                    <a:pt x="1845" y="4530"/>
                  </a:lnTo>
                  <a:cubicBezTo>
                    <a:pt x="1845" y="4527"/>
                    <a:pt x="1843" y="4523"/>
                    <a:pt x="1843" y="4519"/>
                  </a:cubicBezTo>
                  <a:cubicBezTo>
                    <a:pt x="2082" y="4456"/>
                    <a:pt x="2314" y="4293"/>
                    <a:pt x="2672" y="3953"/>
                  </a:cubicBezTo>
                  <a:cubicBezTo>
                    <a:pt x="2722" y="3906"/>
                    <a:pt x="2725" y="3826"/>
                    <a:pt x="2678" y="3776"/>
                  </a:cubicBezTo>
                  <a:cubicBezTo>
                    <a:pt x="2632" y="3725"/>
                    <a:pt x="2555" y="3722"/>
                    <a:pt x="2505" y="3770"/>
                  </a:cubicBezTo>
                  <a:cubicBezTo>
                    <a:pt x="2058" y="4195"/>
                    <a:pt x="1857" y="4286"/>
                    <a:pt x="1637" y="4301"/>
                  </a:cubicBezTo>
                  <a:lnTo>
                    <a:pt x="1730" y="5088"/>
                  </a:lnTo>
                  <a:lnTo>
                    <a:pt x="1608" y="5217"/>
                  </a:lnTo>
                  <a:lnTo>
                    <a:pt x="1501" y="5088"/>
                  </a:lnTo>
                  <a:lnTo>
                    <a:pt x="1574" y="4302"/>
                  </a:lnTo>
                  <a:cubicBezTo>
                    <a:pt x="1568" y="4303"/>
                    <a:pt x="1562" y="4303"/>
                    <a:pt x="1557" y="4304"/>
                  </a:cubicBezTo>
                  <a:cubicBezTo>
                    <a:pt x="1552" y="4303"/>
                    <a:pt x="1548" y="4300"/>
                    <a:pt x="1543" y="4300"/>
                  </a:cubicBezTo>
                  <a:close/>
                  <a:moveTo>
                    <a:pt x="1898" y="3969"/>
                  </a:moveTo>
                  <a:cubicBezTo>
                    <a:pt x="1898" y="3807"/>
                    <a:pt x="1769" y="3675"/>
                    <a:pt x="1610" y="3675"/>
                  </a:cubicBezTo>
                  <a:cubicBezTo>
                    <a:pt x="1452" y="3675"/>
                    <a:pt x="1323" y="3807"/>
                    <a:pt x="1323" y="3969"/>
                  </a:cubicBezTo>
                  <a:cubicBezTo>
                    <a:pt x="1323" y="4131"/>
                    <a:pt x="1452" y="4263"/>
                    <a:pt x="1610" y="4263"/>
                  </a:cubicBezTo>
                  <a:cubicBezTo>
                    <a:pt x="1769" y="4263"/>
                    <a:pt x="1898" y="4131"/>
                    <a:pt x="1898" y="3969"/>
                  </a:cubicBezTo>
                  <a:close/>
                  <a:moveTo>
                    <a:pt x="906" y="6253"/>
                  </a:moveTo>
                  <a:cubicBezTo>
                    <a:pt x="373" y="6342"/>
                    <a:pt x="0" y="6535"/>
                    <a:pt x="0" y="6762"/>
                  </a:cubicBezTo>
                  <a:cubicBezTo>
                    <a:pt x="0" y="7072"/>
                    <a:pt x="693" y="7324"/>
                    <a:pt x="1547" y="7324"/>
                  </a:cubicBezTo>
                  <a:cubicBezTo>
                    <a:pt x="2401" y="7324"/>
                    <a:pt x="3093" y="7072"/>
                    <a:pt x="3093" y="6762"/>
                  </a:cubicBezTo>
                  <a:cubicBezTo>
                    <a:pt x="3093" y="6534"/>
                    <a:pt x="2716" y="6340"/>
                    <a:pt x="2178" y="6252"/>
                  </a:cubicBezTo>
                  <a:lnTo>
                    <a:pt x="2189" y="6405"/>
                  </a:lnTo>
                  <a:cubicBezTo>
                    <a:pt x="2346" y="6463"/>
                    <a:pt x="2444" y="6542"/>
                    <a:pt x="2444" y="6629"/>
                  </a:cubicBezTo>
                  <a:cubicBezTo>
                    <a:pt x="2444" y="6807"/>
                    <a:pt x="2046" y="6952"/>
                    <a:pt x="1556" y="6952"/>
                  </a:cubicBezTo>
                  <a:cubicBezTo>
                    <a:pt x="1418" y="6952"/>
                    <a:pt x="1289" y="6939"/>
                    <a:pt x="1172" y="6918"/>
                  </a:cubicBezTo>
                  <a:cubicBezTo>
                    <a:pt x="1166" y="6918"/>
                    <a:pt x="1161" y="6918"/>
                    <a:pt x="1155" y="6917"/>
                  </a:cubicBezTo>
                  <a:cubicBezTo>
                    <a:pt x="1134" y="6915"/>
                    <a:pt x="1114" y="6910"/>
                    <a:pt x="1095" y="6903"/>
                  </a:cubicBezTo>
                  <a:cubicBezTo>
                    <a:pt x="840" y="6846"/>
                    <a:pt x="669" y="6745"/>
                    <a:pt x="669" y="6629"/>
                  </a:cubicBezTo>
                  <a:cubicBezTo>
                    <a:pt x="669" y="6548"/>
                    <a:pt x="751" y="6475"/>
                    <a:pt x="887" y="6418"/>
                  </a:cubicBezTo>
                  <a:lnTo>
                    <a:pt x="906" y="6253"/>
                  </a:lnTo>
                  <a:close/>
                </a:path>
              </a:pathLst>
            </a:custGeom>
            <a:solidFill>
              <a:schemeClr val="bg1">
                <a:alpha val="100000"/>
              </a:schemeClr>
            </a:solidFill>
            <a:ln w="9525">
              <a:noFill/>
            </a:ln>
          </p:spPr>
          <p:txBody>
            <a:bodyPr/>
            <a:p>
              <a:endParaRPr lang="zh-CN" altLang="en-US"/>
            </a:p>
          </p:txBody>
        </p:sp>
      </p:grpSp>
      <p:sp>
        <p:nvSpPr>
          <p:cNvPr id="41994" name="ïṩlïḓé"/>
          <p:cNvSpPr txBox="1"/>
          <p:nvPr/>
        </p:nvSpPr>
        <p:spPr>
          <a:xfrm>
            <a:off x="844550" y="3235325"/>
            <a:ext cx="2393950" cy="527050"/>
          </a:xfrm>
          <a:prstGeom prst="rect">
            <a:avLst/>
          </a:prstGeom>
          <a:noFill/>
          <a:ln w="9525">
            <a:noFill/>
          </a:ln>
        </p:spPr>
        <p:txBody>
          <a:bodyPr anchor="ctr"/>
          <a:p>
            <a:pPr algn="ctr" eaLnBrk="1" hangingPunct="1">
              <a:lnSpc>
                <a:spcPct val="150000"/>
              </a:lnSpc>
            </a:pPr>
            <a:r>
              <a:rPr lang="zh-CN" altLang="en-US" sz="1600" b="1" dirty="0">
                <a:solidFill>
                  <a:schemeClr val="bg1"/>
                </a:solidFill>
                <a:latin typeface="微软雅黑" panose="020B0503020204020204" pitchFamily="34" charset="-122"/>
                <a:ea typeface="微软雅黑" panose="020B0503020204020204" pitchFamily="34" charset="-122"/>
              </a:rPr>
              <a:t>高质量</a:t>
            </a:r>
            <a:r>
              <a:rPr lang="en-US" altLang="zh-CN" sz="1600" b="1" dirty="0">
                <a:solidFill>
                  <a:schemeClr val="bg1"/>
                </a:solidFill>
                <a:latin typeface="微软雅黑" panose="020B0503020204020204" pitchFamily="34" charset="-122"/>
                <a:ea typeface="微软雅黑" panose="020B0503020204020204" pitchFamily="34" charset="-122"/>
              </a:rPr>
              <a:t>listing</a:t>
            </a:r>
            <a:endParaRPr lang="vi-VN" altLang="zh-CN" sz="1600" b="1" dirty="0">
              <a:solidFill>
                <a:schemeClr val="bg1"/>
              </a:solidFill>
              <a:latin typeface="等线" pitchFamily="2" charset="-122"/>
              <a:ea typeface="微软雅黑" panose="020B0503020204020204" pitchFamily="34" charset="-122"/>
            </a:endParaRPr>
          </a:p>
        </p:txBody>
      </p:sp>
      <p:grpSp>
        <p:nvGrpSpPr>
          <p:cNvPr id="41995" name="îŝlîdé"/>
          <p:cNvGrpSpPr/>
          <p:nvPr/>
        </p:nvGrpSpPr>
        <p:grpSpPr>
          <a:xfrm>
            <a:off x="4491038" y="2605088"/>
            <a:ext cx="666750" cy="666750"/>
            <a:chOff x="1753961" y="2890922"/>
            <a:chExt cx="667332" cy="667330"/>
          </a:xfrm>
        </p:grpSpPr>
        <p:sp>
          <p:nvSpPr>
            <p:cNvPr id="97" name="íṩḻiḓê"/>
            <p:cNvSpPr/>
            <p:nvPr/>
          </p:nvSpPr>
          <p:spPr>
            <a:xfrm>
              <a:off x="1753961" y="2890922"/>
              <a:ext cx="667332" cy="667330"/>
            </a:xfrm>
            <a:prstGeom prst="ellipse">
              <a:avLst/>
            </a:prstGeom>
            <a:solidFill>
              <a:schemeClr val="accent2"/>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normAutofit fontScale="92500" lnSpcReduction="10000"/>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1" i="0" u="none" strike="noStrike" kern="1200" cap="none" spc="0" normalizeH="0" baseline="0" noProof="0" dirty="0">
                <a:ln>
                  <a:noFill/>
                </a:ln>
                <a:solidFill>
                  <a:schemeClr val="bg1"/>
                </a:solidFill>
                <a:effectLst/>
                <a:uLnTx/>
                <a:uFillTx/>
                <a:latin typeface="+mn-lt"/>
                <a:ea typeface="+mn-ea"/>
                <a:cs typeface="+mn-cs"/>
              </a:endParaRPr>
            </a:p>
          </p:txBody>
        </p:sp>
        <p:sp>
          <p:nvSpPr>
            <p:cNvPr id="42022" name="iś1îḍe"/>
            <p:cNvSpPr/>
            <p:nvPr/>
          </p:nvSpPr>
          <p:spPr>
            <a:xfrm>
              <a:off x="1931546" y="3064741"/>
              <a:ext cx="312163" cy="319692"/>
            </a:xfrm>
            <a:custGeom>
              <a:avLst/>
              <a:gdLst>
                <a:gd name="txL" fmla="*/ 0 w 10400"/>
                <a:gd name="txT" fmla="*/ 0 h 10667"/>
                <a:gd name="txR" fmla="*/ 10400 w 10400"/>
                <a:gd name="txB" fmla="*/ 10667 h 10667"/>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rect l="txL" t="txT" r="txR" b="txB"/>
              <a:pathLst>
                <a:path w="10400" h="10667">
                  <a:moveTo>
                    <a:pt x="8838" y="9330"/>
                  </a:moveTo>
                  <a:cubicBezTo>
                    <a:pt x="8838" y="10067"/>
                    <a:pt x="7206" y="10667"/>
                    <a:pt x="5192" y="10667"/>
                  </a:cubicBezTo>
                  <a:cubicBezTo>
                    <a:pt x="3180" y="10667"/>
                    <a:pt x="1547" y="10067"/>
                    <a:pt x="1547" y="9330"/>
                  </a:cubicBezTo>
                  <a:cubicBezTo>
                    <a:pt x="1547" y="8797"/>
                    <a:pt x="2406" y="8341"/>
                    <a:pt x="3638" y="8128"/>
                  </a:cubicBezTo>
                  <a:lnTo>
                    <a:pt x="3638" y="8495"/>
                  </a:lnTo>
                  <a:cubicBezTo>
                    <a:pt x="3293" y="8632"/>
                    <a:pt x="3077" y="8813"/>
                    <a:pt x="3077" y="9013"/>
                  </a:cubicBezTo>
                  <a:cubicBezTo>
                    <a:pt x="3077" y="9437"/>
                    <a:pt x="4015" y="9781"/>
                    <a:pt x="5171" y="9781"/>
                  </a:cubicBezTo>
                  <a:cubicBezTo>
                    <a:pt x="5497" y="9781"/>
                    <a:pt x="5802" y="9751"/>
                    <a:pt x="6077" y="9703"/>
                  </a:cubicBezTo>
                  <a:cubicBezTo>
                    <a:pt x="6090" y="9702"/>
                    <a:pt x="6102" y="9702"/>
                    <a:pt x="6114" y="9700"/>
                  </a:cubicBezTo>
                  <a:cubicBezTo>
                    <a:pt x="6165" y="9694"/>
                    <a:pt x="6212" y="9682"/>
                    <a:pt x="6259" y="9666"/>
                  </a:cubicBezTo>
                  <a:cubicBezTo>
                    <a:pt x="6859" y="9531"/>
                    <a:pt x="7264" y="9290"/>
                    <a:pt x="7264" y="9013"/>
                  </a:cubicBezTo>
                  <a:cubicBezTo>
                    <a:pt x="7264" y="8834"/>
                    <a:pt x="7090" y="8669"/>
                    <a:pt x="6806" y="8539"/>
                  </a:cubicBezTo>
                  <a:lnTo>
                    <a:pt x="6806" y="8137"/>
                  </a:lnTo>
                  <a:cubicBezTo>
                    <a:pt x="8006" y="8356"/>
                    <a:pt x="8838" y="8805"/>
                    <a:pt x="8838" y="9330"/>
                  </a:cubicBezTo>
                  <a:close/>
                  <a:moveTo>
                    <a:pt x="4079" y="1127"/>
                  </a:moveTo>
                  <a:cubicBezTo>
                    <a:pt x="4079" y="504"/>
                    <a:pt x="4578" y="0"/>
                    <a:pt x="5193" y="0"/>
                  </a:cubicBezTo>
                  <a:cubicBezTo>
                    <a:pt x="5807" y="0"/>
                    <a:pt x="6305" y="504"/>
                    <a:pt x="6305" y="1127"/>
                  </a:cubicBezTo>
                  <a:cubicBezTo>
                    <a:pt x="6305" y="1750"/>
                    <a:pt x="5807" y="2254"/>
                    <a:pt x="5193" y="2254"/>
                  </a:cubicBezTo>
                  <a:cubicBezTo>
                    <a:pt x="4578" y="2254"/>
                    <a:pt x="4079" y="1750"/>
                    <a:pt x="4079" y="1127"/>
                  </a:cubicBezTo>
                  <a:close/>
                  <a:moveTo>
                    <a:pt x="9353" y="1669"/>
                  </a:moveTo>
                  <a:cubicBezTo>
                    <a:pt x="8800" y="2578"/>
                    <a:pt x="7557" y="3340"/>
                    <a:pt x="6352" y="3340"/>
                  </a:cubicBezTo>
                  <a:cubicBezTo>
                    <a:pt x="6274" y="3340"/>
                    <a:pt x="6196" y="3336"/>
                    <a:pt x="6118" y="3330"/>
                  </a:cubicBezTo>
                  <a:cubicBezTo>
                    <a:pt x="6142" y="3615"/>
                    <a:pt x="6252" y="4928"/>
                    <a:pt x="6282" y="5755"/>
                  </a:cubicBezTo>
                  <a:cubicBezTo>
                    <a:pt x="6288" y="5783"/>
                    <a:pt x="6294" y="5811"/>
                    <a:pt x="6296" y="5841"/>
                  </a:cubicBezTo>
                  <a:lnTo>
                    <a:pt x="6568" y="10087"/>
                  </a:lnTo>
                  <a:cubicBezTo>
                    <a:pt x="6586" y="10373"/>
                    <a:pt x="5564" y="10428"/>
                    <a:pt x="5546" y="10154"/>
                  </a:cubicBezTo>
                  <a:lnTo>
                    <a:pt x="5318" y="6578"/>
                  </a:lnTo>
                  <a:cubicBezTo>
                    <a:pt x="5280" y="6574"/>
                    <a:pt x="5244" y="6567"/>
                    <a:pt x="5206" y="6567"/>
                  </a:cubicBezTo>
                  <a:cubicBezTo>
                    <a:pt x="5174" y="6567"/>
                    <a:pt x="5136" y="6577"/>
                    <a:pt x="5099" y="6587"/>
                  </a:cubicBezTo>
                  <a:lnTo>
                    <a:pt x="4851" y="10126"/>
                  </a:lnTo>
                  <a:cubicBezTo>
                    <a:pt x="4832" y="10398"/>
                    <a:pt x="3810" y="10338"/>
                    <a:pt x="3830" y="10052"/>
                  </a:cubicBezTo>
                  <a:lnTo>
                    <a:pt x="4144" y="5559"/>
                  </a:lnTo>
                  <a:cubicBezTo>
                    <a:pt x="4146" y="5538"/>
                    <a:pt x="4150" y="5520"/>
                    <a:pt x="4154" y="5500"/>
                  </a:cubicBezTo>
                  <a:cubicBezTo>
                    <a:pt x="4199" y="4432"/>
                    <a:pt x="4252" y="3400"/>
                    <a:pt x="4257" y="3326"/>
                  </a:cubicBezTo>
                  <a:cubicBezTo>
                    <a:pt x="4169" y="3334"/>
                    <a:pt x="4081" y="3340"/>
                    <a:pt x="3994" y="3340"/>
                  </a:cubicBezTo>
                  <a:cubicBezTo>
                    <a:pt x="2788" y="3340"/>
                    <a:pt x="1546" y="2578"/>
                    <a:pt x="993" y="1669"/>
                  </a:cubicBezTo>
                  <a:cubicBezTo>
                    <a:pt x="879" y="1481"/>
                    <a:pt x="936" y="1235"/>
                    <a:pt x="1122" y="1120"/>
                  </a:cubicBezTo>
                  <a:cubicBezTo>
                    <a:pt x="1308" y="1003"/>
                    <a:pt x="1551" y="1062"/>
                    <a:pt x="1665" y="1250"/>
                  </a:cubicBezTo>
                  <a:cubicBezTo>
                    <a:pt x="2166" y="2073"/>
                    <a:pt x="3484" y="2756"/>
                    <a:pt x="4493" y="2470"/>
                  </a:cubicBezTo>
                  <a:cubicBezTo>
                    <a:pt x="4663" y="2411"/>
                    <a:pt x="4865" y="2374"/>
                    <a:pt x="5089" y="2365"/>
                  </a:cubicBezTo>
                  <a:lnTo>
                    <a:pt x="4729" y="5423"/>
                  </a:lnTo>
                  <a:lnTo>
                    <a:pt x="5203" y="5915"/>
                  </a:lnTo>
                  <a:lnTo>
                    <a:pt x="5617" y="5423"/>
                  </a:lnTo>
                  <a:lnTo>
                    <a:pt x="5330" y="2373"/>
                  </a:lnTo>
                  <a:cubicBezTo>
                    <a:pt x="5531" y="2387"/>
                    <a:pt x="5725" y="2423"/>
                    <a:pt x="5890" y="2481"/>
                  </a:cubicBezTo>
                  <a:cubicBezTo>
                    <a:pt x="6894" y="2741"/>
                    <a:pt x="8187" y="2063"/>
                    <a:pt x="8681" y="1250"/>
                  </a:cubicBezTo>
                  <a:cubicBezTo>
                    <a:pt x="8795" y="1062"/>
                    <a:pt x="9038" y="1003"/>
                    <a:pt x="9224" y="1119"/>
                  </a:cubicBezTo>
                  <a:cubicBezTo>
                    <a:pt x="9410" y="1235"/>
                    <a:pt x="9468" y="1481"/>
                    <a:pt x="9353" y="1669"/>
                  </a:cubicBezTo>
                  <a:close/>
                  <a:moveTo>
                    <a:pt x="8844" y="4304"/>
                  </a:moveTo>
                  <a:cubicBezTo>
                    <a:pt x="8839" y="4303"/>
                    <a:pt x="8833" y="4303"/>
                    <a:pt x="8827" y="4302"/>
                  </a:cubicBezTo>
                  <a:lnTo>
                    <a:pt x="8900" y="5088"/>
                  </a:lnTo>
                  <a:lnTo>
                    <a:pt x="8793" y="5217"/>
                  </a:lnTo>
                  <a:lnTo>
                    <a:pt x="8671" y="5088"/>
                  </a:lnTo>
                  <a:lnTo>
                    <a:pt x="8763" y="4301"/>
                  </a:lnTo>
                  <a:cubicBezTo>
                    <a:pt x="8543" y="4286"/>
                    <a:pt x="8343" y="4195"/>
                    <a:pt x="7895" y="3770"/>
                  </a:cubicBezTo>
                  <a:cubicBezTo>
                    <a:pt x="7846" y="3723"/>
                    <a:pt x="7769" y="3725"/>
                    <a:pt x="7722" y="3776"/>
                  </a:cubicBezTo>
                  <a:cubicBezTo>
                    <a:pt x="7676" y="3826"/>
                    <a:pt x="7679" y="3906"/>
                    <a:pt x="7729" y="3953"/>
                  </a:cubicBezTo>
                  <a:cubicBezTo>
                    <a:pt x="8086" y="4293"/>
                    <a:pt x="8319" y="4456"/>
                    <a:pt x="8558" y="4519"/>
                  </a:cubicBezTo>
                  <a:cubicBezTo>
                    <a:pt x="8558" y="4523"/>
                    <a:pt x="8556" y="4527"/>
                    <a:pt x="8556" y="4530"/>
                  </a:cubicBezTo>
                  <a:lnTo>
                    <a:pt x="8505" y="5505"/>
                  </a:lnTo>
                  <a:lnTo>
                    <a:pt x="8378" y="6694"/>
                  </a:lnTo>
                  <a:cubicBezTo>
                    <a:pt x="8369" y="6780"/>
                    <a:pt x="8430" y="6857"/>
                    <a:pt x="8514" y="6867"/>
                  </a:cubicBezTo>
                  <a:cubicBezTo>
                    <a:pt x="8520" y="6867"/>
                    <a:pt x="8525" y="6867"/>
                    <a:pt x="8530" y="6867"/>
                  </a:cubicBezTo>
                  <a:cubicBezTo>
                    <a:pt x="8608" y="6867"/>
                    <a:pt x="8674" y="6808"/>
                    <a:pt x="8683" y="6728"/>
                  </a:cubicBezTo>
                  <a:lnTo>
                    <a:pt x="8815" y="5498"/>
                  </a:lnTo>
                  <a:lnTo>
                    <a:pt x="9012" y="6736"/>
                  </a:lnTo>
                  <a:cubicBezTo>
                    <a:pt x="9025" y="6813"/>
                    <a:pt x="9090" y="6868"/>
                    <a:pt x="9164" y="6868"/>
                  </a:cubicBezTo>
                  <a:cubicBezTo>
                    <a:pt x="9172" y="6868"/>
                    <a:pt x="9180" y="6867"/>
                    <a:pt x="9188" y="6866"/>
                  </a:cubicBezTo>
                  <a:cubicBezTo>
                    <a:pt x="9272" y="6852"/>
                    <a:pt x="9328" y="6771"/>
                    <a:pt x="9315" y="6686"/>
                  </a:cubicBezTo>
                  <a:lnTo>
                    <a:pt x="9119" y="5462"/>
                  </a:lnTo>
                  <a:cubicBezTo>
                    <a:pt x="9119" y="5461"/>
                    <a:pt x="9120" y="5460"/>
                    <a:pt x="9120" y="5459"/>
                  </a:cubicBezTo>
                  <a:lnTo>
                    <a:pt x="9046" y="4530"/>
                  </a:lnTo>
                  <a:cubicBezTo>
                    <a:pt x="9046" y="4526"/>
                    <a:pt x="9046" y="4522"/>
                    <a:pt x="9045" y="4518"/>
                  </a:cubicBezTo>
                  <a:cubicBezTo>
                    <a:pt x="9279" y="4456"/>
                    <a:pt x="9631" y="4296"/>
                    <a:pt x="9990" y="3953"/>
                  </a:cubicBezTo>
                  <a:cubicBezTo>
                    <a:pt x="10040" y="3906"/>
                    <a:pt x="10043" y="3826"/>
                    <a:pt x="9997" y="3776"/>
                  </a:cubicBezTo>
                  <a:cubicBezTo>
                    <a:pt x="9950" y="3725"/>
                    <a:pt x="9873" y="3723"/>
                    <a:pt x="9823" y="3770"/>
                  </a:cubicBezTo>
                  <a:cubicBezTo>
                    <a:pt x="9407" y="4166"/>
                    <a:pt x="9010" y="4290"/>
                    <a:pt x="8857" y="4300"/>
                  </a:cubicBezTo>
                  <a:cubicBezTo>
                    <a:pt x="8852" y="4300"/>
                    <a:pt x="8849" y="4303"/>
                    <a:pt x="8844" y="4304"/>
                  </a:cubicBezTo>
                  <a:close/>
                  <a:moveTo>
                    <a:pt x="8790" y="4263"/>
                  </a:moveTo>
                  <a:cubicBezTo>
                    <a:pt x="8949" y="4263"/>
                    <a:pt x="9078" y="4131"/>
                    <a:pt x="9078" y="3969"/>
                  </a:cubicBezTo>
                  <a:cubicBezTo>
                    <a:pt x="9078" y="3807"/>
                    <a:pt x="8949" y="3675"/>
                    <a:pt x="8790" y="3675"/>
                  </a:cubicBezTo>
                  <a:cubicBezTo>
                    <a:pt x="8631" y="3675"/>
                    <a:pt x="8503" y="3807"/>
                    <a:pt x="8503" y="3969"/>
                  </a:cubicBezTo>
                  <a:cubicBezTo>
                    <a:pt x="8503" y="4131"/>
                    <a:pt x="8631" y="4263"/>
                    <a:pt x="8790" y="4263"/>
                  </a:cubicBezTo>
                  <a:close/>
                  <a:moveTo>
                    <a:pt x="9514" y="6418"/>
                  </a:moveTo>
                  <a:cubicBezTo>
                    <a:pt x="9649" y="6475"/>
                    <a:pt x="9732" y="6548"/>
                    <a:pt x="9732" y="6629"/>
                  </a:cubicBezTo>
                  <a:cubicBezTo>
                    <a:pt x="9732" y="6745"/>
                    <a:pt x="9561" y="6846"/>
                    <a:pt x="9306" y="6903"/>
                  </a:cubicBezTo>
                  <a:cubicBezTo>
                    <a:pt x="9287" y="6910"/>
                    <a:pt x="9267" y="6915"/>
                    <a:pt x="9245" y="6917"/>
                  </a:cubicBezTo>
                  <a:cubicBezTo>
                    <a:pt x="9240" y="6918"/>
                    <a:pt x="9235" y="6918"/>
                    <a:pt x="9229" y="6918"/>
                  </a:cubicBezTo>
                  <a:cubicBezTo>
                    <a:pt x="9112" y="6939"/>
                    <a:pt x="8983" y="6952"/>
                    <a:pt x="8845" y="6952"/>
                  </a:cubicBezTo>
                  <a:cubicBezTo>
                    <a:pt x="8355" y="6952"/>
                    <a:pt x="7957" y="6807"/>
                    <a:pt x="7957" y="6629"/>
                  </a:cubicBezTo>
                  <a:cubicBezTo>
                    <a:pt x="7957" y="6542"/>
                    <a:pt x="8055" y="6463"/>
                    <a:pt x="8211" y="6405"/>
                  </a:cubicBezTo>
                  <a:lnTo>
                    <a:pt x="8222" y="6252"/>
                  </a:lnTo>
                  <a:cubicBezTo>
                    <a:pt x="7685" y="6340"/>
                    <a:pt x="7308" y="6534"/>
                    <a:pt x="7308" y="6762"/>
                  </a:cubicBezTo>
                  <a:cubicBezTo>
                    <a:pt x="7308" y="7072"/>
                    <a:pt x="8000" y="7324"/>
                    <a:pt x="8854" y="7324"/>
                  </a:cubicBezTo>
                  <a:cubicBezTo>
                    <a:pt x="9708" y="7324"/>
                    <a:pt x="10400" y="7072"/>
                    <a:pt x="10400" y="6762"/>
                  </a:cubicBezTo>
                  <a:cubicBezTo>
                    <a:pt x="10400" y="6535"/>
                    <a:pt x="10027" y="6342"/>
                    <a:pt x="9494" y="6253"/>
                  </a:cubicBezTo>
                  <a:lnTo>
                    <a:pt x="9514" y="6418"/>
                  </a:lnTo>
                  <a:close/>
                  <a:moveTo>
                    <a:pt x="1543" y="4300"/>
                  </a:moveTo>
                  <a:cubicBezTo>
                    <a:pt x="1391" y="4290"/>
                    <a:pt x="994" y="4166"/>
                    <a:pt x="577" y="3770"/>
                  </a:cubicBezTo>
                  <a:cubicBezTo>
                    <a:pt x="528" y="3723"/>
                    <a:pt x="450" y="3725"/>
                    <a:pt x="404" y="3776"/>
                  </a:cubicBezTo>
                  <a:cubicBezTo>
                    <a:pt x="358" y="3826"/>
                    <a:pt x="361" y="3906"/>
                    <a:pt x="411" y="3953"/>
                  </a:cubicBezTo>
                  <a:cubicBezTo>
                    <a:pt x="770" y="4296"/>
                    <a:pt x="1122" y="4456"/>
                    <a:pt x="1355" y="4518"/>
                  </a:cubicBezTo>
                  <a:cubicBezTo>
                    <a:pt x="1355" y="4522"/>
                    <a:pt x="1355" y="4526"/>
                    <a:pt x="1355" y="4530"/>
                  </a:cubicBezTo>
                  <a:lnTo>
                    <a:pt x="1281" y="5459"/>
                  </a:lnTo>
                  <a:cubicBezTo>
                    <a:pt x="1281" y="5460"/>
                    <a:pt x="1282" y="5461"/>
                    <a:pt x="1282" y="5462"/>
                  </a:cubicBezTo>
                  <a:lnTo>
                    <a:pt x="1086" y="6686"/>
                  </a:lnTo>
                  <a:cubicBezTo>
                    <a:pt x="1072" y="6771"/>
                    <a:pt x="1129" y="6852"/>
                    <a:pt x="1212" y="6866"/>
                  </a:cubicBezTo>
                  <a:cubicBezTo>
                    <a:pt x="1221" y="6867"/>
                    <a:pt x="1229" y="6867"/>
                    <a:pt x="1236" y="6867"/>
                  </a:cubicBezTo>
                  <a:cubicBezTo>
                    <a:pt x="1311" y="6867"/>
                    <a:pt x="1376" y="6813"/>
                    <a:pt x="1388" y="6736"/>
                  </a:cubicBezTo>
                  <a:lnTo>
                    <a:pt x="1586" y="5498"/>
                  </a:lnTo>
                  <a:lnTo>
                    <a:pt x="1718" y="6728"/>
                  </a:lnTo>
                  <a:cubicBezTo>
                    <a:pt x="1726" y="6808"/>
                    <a:pt x="1792" y="6867"/>
                    <a:pt x="1870" y="6867"/>
                  </a:cubicBezTo>
                  <a:cubicBezTo>
                    <a:pt x="1875" y="6867"/>
                    <a:pt x="1881" y="6867"/>
                    <a:pt x="1887" y="6867"/>
                  </a:cubicBezTo>
                  <a:cubicBezTo>
                    <a:pt x="1971" y="6857"/>
                    <a:pt x="2032" y="6780"/>
                    <a:pt x="2022" y="6694"/>
                  </a:cubicBezTo>
                  <a:lnTo>
                    <a:pt x="1895" y="5505"/>
                  </a:lnTo>
                  <a:lnTo>
                    <a:pt x="1845" y="4530"/>
                  </a:lnTo>
                  <a:cubicBezTo>
                    <a:pt x="1845" y="4527"/>
                    <a:pt x="1843" y="4523"/>
                    <a:pt x="1843" y="4519"/>
                  </a:cubicBezTo>
                  <a:cubicBezTo>
                    <a:pt x="2082" y="4456"/>
                    <a:pt x="2314" y="4293"/>
                    <a:pt x="2672" y="3953"/>
                  </a:cubicBezTo>
                  <a:cubicBezTo>
                    <a:pt x="2722" y="3906"/>
                    <a:pt x="2725" y="3826"/>
                    <a:pt x="2678" y="3776"/>
                  </a:cubicBezTo>
                  <a:cubicBezTo>
                    <a:pt x="2632" y="3725"/>
                    <a:pt x="2555" y="3722"/>
                    <a:pt x="2505" y="3770"/>
                  </a:cubicBezTo>
                  <a:cubicBezTo>
                    <a:pt x="2058" y="4195"/>
                    <a:pt x="1857" y="4286"/>
                    <a:pt x="1637" y="4301"/>
                  </a:cubicBezTo>
                  <a:lnTo>
                    <a:pt x="1730" y="5088"/>
                  </a:lnTo>
                  <a:lnTo>
                    <a:pt x="1608" y="5217"/>
                  </a:lnTo>
                  <a:lnTo>
                    <a:pt x="1501" y="5088"/>
                  </a:lnTo>
                  <a:lnTo>
                    <a:pt x="1574" y="4302"/>
                  </a:lnTo>
                  <a:cubicBezTo>
                    <a:pt x="1568" y="4303"/>
                    <a:pt x="1562" y="4303"/>
                    <a:pt x="1557" y="4304"/>
                  </a:cubicBezTo>
                  <a:cubicBezTo>
                    <a:pt x="1552" y="4303"/>
                    <a:pt x="1548" y="4300"/>
                    <a:pt x="1543" y="4300"/>
                  </a:cubicBezTo>
                  <a:close/>
                  <a:moveTo>
                    <a:pt x="1898" y="3969"/>
                  </a:moveTo>
                  <a:cubicBezTo>
                    <a:pt x="1898" y="3807"/>
                    <a:pt x="1769" y="3675"/>
                    <a:pt x="1610" y="3675"/>
                  </a:cubicBezTo>
                  <a:cubicBezTo>
                    <a:pt x="1452" y="3675"/>
                    <a:pt x="1323" y="3807"/>
                    <a:pt x="1323" y="3969"/>
                  </a:cubicBezTo>
                  <a:cubicBezTo>
                    <a:pt x="1323" y="4131"/>
                    <a:pt x="1452" y="4263"/>
                    <a:pt x="1610" y="4263"/>
                  </a:cubicBezTo>
                  <a:cubicBezTo>
                    <a:pt x="1769" y="4263"/>
                    <a:pt x="1898" y="4131"/>
                    <a:pt x="1898" y="3969"/>
                  </a:cubicBezTo>
                  <a:close/>
                  <a:moveTo>
                    <a:pt x="906" y="6253"/>
                  </a:moveTo>
                  <a:cubicBezTo>
                    <a:pt x="373" y="6342"/>
                    <a:pt x="0" y="6535"/>
                    <a:pt x="0" y="6762"/>
                  </a:cubicBezTo>
                  <a:cubicBezTo>
                    <a:pt x="0" y="7072"/>
                    <a:pt x="693" y="7324"/>
                    <a:pt x="1547" y="7324"/>
                  </a:cubicBezTo>
                  <a:cubicBezTo>
                    <a:pt x="2401" y="7324"/>
                    <a:pt x="3093" y="7072"/>
                    <a:pt x="3093" y="6762"/>
                  </a:cubicBezTo>
                  <a:cubicBezTo>
                    <a:pt x="3093" y="6534"/>
                    <a:pt x="2716" y="6340"/>
                    <a:pt x="2178" y="6252"/>
                  </a:cubicBezTo>
                  <a:lnTo>
                    <a:pt x="2189" y="6405"/>
                  </a:lnTo>
                  <a:cubicBezTo>
                    <a:pt x="2346" y="6463"/>
                    <a:pt x="2444" y="6542"/>
                    <a:pt x="2444" y="6629"/>
                  </a:cubicBezTo>
                  <a:cubicBezTo>
                    <a:pt x="2444" y="6807"/>
                    <a:pt x="2046" y="6952"/>
                    <a:pt x="1556" y="6952"/>
                  </a:cubicBezTo>
                  <a:cubicBezTo>
                    <a:pt x="1418" y="6952"/>
                    <a:pt x="1289" y="6939"/>
                    <a:pt x="1172" y="6918"/>
                  </a:cubicBezTo>
                  <a:cubicBezTo>
                    <a:pt x="1166" y="6918"/>
                    <a:pt x="1161" y="6918"/>
                    <a:pt x="1155" y="6917"/>
                  </a:cubicBezTo>
                  <a:cubicBezTo>
                    <a:pt x="1134" y="6915"/>
                    <a:pt x="1114" y="6910"/>
                    <a:pt x="1095" y="6903"/>
                  </a:cubicBezTo>
                  <a:cubicBezTo>
                    <a:pt x="840" y="6846"/>
                    <a:pt x="669" y="6745"/>
                    <a:pt x="669" y="6629"/>
                  </a:cubicBezTo>
                  <a:cubicBezTo>
                    <a:pt x="669" y="6548"/>
                    <a:pt x="751" y="6475"/>
                    <a:pt x="887" y="6418"/>
                  </a:cubicBezTo>
                  <a:lnTo>
                    <a:pt x="906" y="6253"/>
                  </a:lnTo>
                  <a:close/>
                </a:path>
              </a:pathLst>
            </a:custGeom>
            <a:solidFill>
              <a:schemeClr val="bg1">
                <a:alpha val="100000"/>
              </a:schemeClr>
            </a:solidFill>
            <a:ln w="9525">
              <a:noFill/>
            </a:ln>
          </p:spPr>
          <p:txBody>
            <a:bodyPr/>
            <a:p>
              <a:endParaRPr lang="zh-CN" altLang="en-US"/>
            </a:p>
          </p:txBody>
        </p:sp>
      </p:grpSp>
      <p:sp>
        <p:nvSpPr>
          <p:cNvPr id="41996" name="işļíḋê"/>
          <p:cNvSpPr txBox="1"/>
          <p:nvPr/>
        </p:nvSpPr>
        <p:spPr>
          <a:xfrm>
            <a:off x="3625850" y="3235325"/>
            <a:ext cx="2395538" cy="527050"/>
          </a:xfrm>
          <a:prstGeom prst="rect">
            <a:avLst/>
          </a:prstGeom>
          <a:noFill/>
          <a:ln w="9525">
            <a:noFill/>
          </a:ln>
        </p:spPr>
        <p:txBody>
          <a:bodyPr anchor="ctr"/>
          <a:p>
            <a:pPr algn="ctr" eaLnBrk="1" hangingPunct="1">
              <a:lnSpc>
                <a:spcPct val="150000"/>
              </a:lnSpc>
            </a:pPr>
            <a:r>
              <a:rPr lang="zh-CN" altLang="en-US" sz="1600" b="1" dirty="0">
                <a:solidFill>
                  <a:schemeClr val="bg1"/>
                </a:solidFill>
                <a:latin typeface="微软雅黑" panose="020B0503020204020204" pitchFamily="34" charset="-122"/>
                <a:ea typeface="微软雅黑" panose="020B0503020204020204" pitchFamily="34" charset="-122"/>
              </a:rPr>
              <a:t>产品描述</a:t>
            </a:r>
            <a:endParaRPr lang="vi-VN" altLang="zh-CN" sz="1600" b="1" dirty="0">
              <a:solidFill>
                <a:schemeClr val="bg1"/>
              </a:solidFill>
              <a:latin typeface="等线" pitchFamily="2" charset="-122"/>
              <a:ea typeface="微软雅黑" panose="020B0503020204020204" pitchFamily="34" charset="-122"/>
            </a:endParaRPr>
          </a:p>
        </p:txBody>
      </p:sp>
      <p:grpSp>
        <p:nvGrpSpPr>
          <p:cNvPr id="41997" name="ïSḷíde"/>
          <p:cNvGrpSpPr/>
          <p:nvPr/>
        </p:nvGrpSpPr>
        <p:grpSpPr>
          <a:xfrm>
            <a:off x="7272338" y="2605088"/>
            <a:ext cx="668337" cy="666750"/>
            <a:chOff x="1753961" y="2890922"/>
            <a:chExt cx="667332" cy="667330"/>
          </a:xfrm>
        </p:grpSpPr>
        <p:sp>
          <p:nvSpPr>
            <p:cNvPr id="92" name="i$ḷïḑé"/>
            <p:cNvSpPr/>
            <p:nvPr/>
          </p:nvSpPr>
          <p:spPr>
            <a:xfrm>
              <a:off x="1753961" y="2890922"/>
              <a:ext cx="667332" cy="667330"/>
            </a:xfrm>
            <a:prstGeom prst="ellipse">
              <a:avLst/>
            </a:prstGeom>
            <a:solidFill>
              <a:schemeClr val="accent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normAutofit fontScale="92500" lnSpcReduction="10000"/>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1" i="0" u="none" strike="noStrike" kern="1200" cap="none" spc="0" normalizeH="0" baseline="0" noProof="0" dirty="0">
                <a:ln>
                  <a:noFill/>
                </a:ln>
                <a:solidFill>
                  <a:schemeClr val="bg1"/>
                </a:solidFill>
                <a:effectLst/>
                <a:uLnTx/>
                <a:uFillTx/>
                <a:latin typeface="+mn-lt"/>
                <a:ea typeface="+mn-ea"/>
                <a:cs typeface="+mn-cs"/>
              </a:endParaRPr>
            </a:p>
          </p:txBody>
        </p:sp>
        <p:sp>
          <p:nvSpPr>
            <p:cNvPr id="42020" name="íṣḻïdé"/>
            <p:cNvSpPr/>
            <p:nvPr/>
          </p:nvSpPr>
          <p:spPr>
            <a:xfrm>
              <a:off x="1931546" y="3064741"/>
              <a:ext cx="312163" cy="319692"/>
            </a:xfrm>
            <a:custGeom>
              <a:avLst/>
              <a:gdLst>
                <a:gd name="txL" fmla="*/ 0 w 10400"/>
                <a:gd name="txT" fmla="*/ 0 h 10667"/>
                <a:gd name="txR" fmla="*/ 10400 w 10400"/>
                <a:gd name="txB" fmla="*/ 10667 h 10667"/>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rect l="txL" t="txT" r="txR" b="txB"/>
              <a:pathLst>
                <a:path w="10400" h="10667">
                  <a:moveTo>
                    <a:pt x="8838" y="9330"/>
                  </a:moveTo>
                  <a:cubicBezTo>
                    <a:pt x="8838" y="10067"/>
                    <a:pt x="7206" y="10667"/>
                    <a:pt x="5192" y="10667"/>
                  </a:cubicBezTo>
                  <a:cubicBezTo>
                    <a:pt x="3180" y="10667"/>
                    <a:pt x="1547" y="10067"/>
                    <a:pt x="1547" y="9330"/>
                  </a:cubicBezTo>
                  <a:cubicBezTo>
                    <a:pt x="1547" y="8797"/>
                    <a:pt x="2406" y="8341"/>
                    <a:pt x="3638" y="8128"/>
                  </a:cubicBezTo>
                  <a:lnTo>
                    <a:pt x="3638" y="8495"/>
                  </a:lnTo>
                  <a:cubicBezTo>
                    <a:pt x="3293" y="8632"/>
                    <a:pt x="3077" y="8813"/>
                    <a:pt x="3077" y="9013"/>
                  </a:cubicBezTo>
                  <a:cubicBezTo>
                    <a:pt x="3077" y="9437"/>
                    <a:pt x="4015" y="9781"/>
                    <a:pt x="5171" y="9781"/>
                  </a:cubicBezTo>
                  <a:cubicBezTo>
                    <a:pt x="5497" y="9781"/>
                    <a:pt x="5802" y="9751"/>
                    <a:pt x="6077" y="9703"/>
                  </a:cubicBezTo>
                  <a:cubicBezTo>
                    <a:pt x="6090" y="9702"/>
                    <a:pt x="6102" y="9702"/>
                    <a:pt x="6114" y="9700"/>
                  </a:cubicBezTo>
                  <a:cubicBezTo>
                    <a:pt x="6165" y="9694"/>
                    <a:pt x="6212" y="9682"/>
                    <a:pt x="6259" y="9666"/>
                  </a:cubicBezTo>
                  <a:cubicBezTo>
                    <a:pt x="6859" y="9531"/>
                    <a:pt x="7264" y="9290"/>
                    <a:pt x="7264" y="9013"/>
                  </a:cubicBezTo>
                  <a:cubicBezTo>
                    <a:pt x="7264" y="8834"/>
                    <a:pt x="7090" y="8669"/>
                    <a:pt x="6806" y="8539"/>
                  </a:cubicBezTo>
                  <a:lnTo>
                    <a:pt x="6806" y="8137"/>
                  </a:lnTo>
                  <a:cubicBezTo>
                    <a:pt x="8006" y="8356"/>
                    <a:pt x="8838" y="8805"/>
                    <a:pt x="8838" y="9330"/>
                  </a:cubicBezTo>
                  <a:close/>
                  <a:moveTo>
                    <a:pt x="4079" y="1127"/>
                  </a:moveTo>
                  <a:cubicBezTo>
                    <a:pt x="4079" y="504"/>
                    <a:pt x="4578" y="0"/>
                    <a:pt x="5193" y="0"/>
                  </a:cubicBezTo>
                  <a:cubicBezTo>
                    <a:pt x="5807" y="0"/>
                    <a:pt x="6305" y="504"/>
                    <a:pt x="6305" y="1127"/>
                  </a:cubicBezTo>
                  <a:cubicBezTo>
                    <a:pt x="6305" y="1750"/>
                    <a:pt x="5807" y="2254"/>
                    <a:pt x="5193" y="2254"/>
                  </a:cubicBezTo>
                  <a:cubicBezTo>
                    <a:pt x="4578" y="2254"/>
                    <a:pt x="4079" y="1750"/>
                    <a:pt x="4079" y="1127"/>
                  </a:cubicBezTo>
                  <a:close/>
                  <a:moveTo>
                    <a:pt x="9353" y="1669"/>
                  </a:moveTo>
                  <a:cubicBezTo>
                    <a:pt x="8800" y="2578"/>
                    <a:pt x="7557" y="3340"/>
                    <a:pt x="6352" y="3340"/>
                  </a:cubicBezTo>
                  <a:cubicBezTo>
                    <a:pt x="6274" y="3340"/>
                    <a:pt x="6196" y="3336"/>
                    <a:pt x="6118" y="3330"/>
                  </a:cubicBezTo>
                  <a:cubicBezTo>
                    <a:pt x="6142" y="3615"/>
                    <a:pt x="6252" y="4928"/>
                    <a:pt x="6282" y="5755"/>
                  </a:cubicBezTo>
                  <a:cubicBezTo>
                    <a:pt x="6288" y="5783"/>
                    <a:pt x="6294" y="5811"/>
                    <a:pt x="6296" y="5841"/>
                  </a:cubicBezTo>
                  <a:lnTo>
                    <a:pt x="6568" y="10087"/>
                  </a:lnTo>
                  <a:cubicBezTo>
                    <a:pt x="6586" y="10373"/>
                    <a:pt x="5564" y="10428"/>
                    <a:pt x="5546" y="10154"/>
                  </a:cubicBezTo>
                  <a:lnTo>
                    <a:pt x="5318" y="6578"/>
                  </a:lnTo>
                  <a:cubicBezTo>
                    <a:pt x="5280" y="6574"/>
                    <a:pt x="5244" y="6567"/>
                    <a:pt x="5206" y="6567"/>
                  </a:cubicBezTo>
                  <a:cubicBezTo>
                    <a:pt x="5174" y="6567"/>
                    <a:pt x="5136" y="6577"/>
                    <a:pt x="5099" y="6587"/>
                  </a:cubicBezTo>
                  <a:lnTo>
                    <a:pt x="4851" y="10126"/>
                  </a:lnTo>
                  <a:cubicBezTo>
                    <a:pt x="4832" y="10398"/>
                    <a:pt x="3810" y="10338"/>
                    <a:pt x="3830" y="10052"/>
                  </a:cubicBezTo>
                  <a:lnTo>
                    <a:pt x="4144" y="5559"/>
                  </a:lnTo>
                  <a:cubicBezTo>
                    <a:pt x="4146" y="5538"/>
                    <a:pt x="4150" y="5520"/>
                    <a:pt x="4154" y="5500"/>
                  </a:cubicBezTo>
                  <a:cubicBezTo>
                    <a:pt x="4199" y="4432"/>
                    <a:pt x="4252" y="3400"/>
                    <a:pt x="4257" y="3326"/>
                  </a:cubicBezTo>
                  <a:cubicBezTo>
                    <a:pt x="4169" y="3334"/>
                    <a:pt x="4081" y="3340"/>
                    <a:pt x="3994" y="3340"/>
                  </a:cubicBezTo>
                  <a:cubicBezTo>
                    <a:pt x="2788" y="3340"/>
                    <a:pt x="1546" y="2578"/>
                    <a:pt x="993" y="1669"/>
                  </a:cubicBezTo>
                  <a:cubicBezTo>
                    <a:pt x="879" y="1481"/>
                    <a:pt x="936" y="1235"/>
                    <a:pt x="1122" y="1120"/>
                  </a:cubicBezTo>
                  <a:cubicBezTo>
                    <a:pt x="1308" y="1003"/>
                    <a:pt x="1551" y="1062"/>
                    <a:pt x="1665" y="1250"/>
                  </a:cubicBezTo>
                  <a:cubicBezTo>
                    <a:pt x="2166" y="2073"/>
                    <a:pt x="3484" y="2756"/>
                    <a:pt x="4493" y="2470"/>
                  </a:cubicBezTo>
                  <a:cubicBezTo>
                    <a:pt x="4663" y="2411"/>
                    <a:pt x="4865" y="2374"/>
                    <a:pt x="5089" y="2365"/>
                  </a:cubicBezTo>
                  <a:lnTo>
                    <a:pt x="4729" y="5423"/>
                  </a:lnTo>
                  <a:lnTo>
                    <a:pt x="5203" y="5915"/>
                  </a:lnTo>
                  <a:lnTo>
                    <a:pt x="5617" y="5423"/>
                  </a:lnTo>
                  <a:lnTo>
                    <a:pt x="5330" y="2373"/>
                  </a:lnTo>
                  <a:cubicBezTo>
                    <a:pt x="5531" y="2387"/>
                    <a:pt x="5725" y="2423"/>
                    <a:pt x="5890" y="2481"/>
                  </a:cubicBezTo>
                  <a:cubicBezTo>
                    <a:pt x="6894" y="2741"/>
                    <a:pt x="8187" y="2063"/>
                    <a:pt x="8681" y="1250"/>
                  </a:cubicBezTo>
                  <a:cubicBezTo>
                    <a:pt x="8795" y="1062"/>
                    <a:pt x="9038" y="1003"/>
                    <a:pt x="9224" y="1119"/>
                  </a:cubicBezTo>
                  <a:cubicBezTo>
                    <a:pt x="9410" y="1235"/>
                    <a:pt x="9468" y="1481"/>
                    <a:pt x="9353" y="1669"/>
                  </a:cubicBezTo>
                  <a:close/>
                  <a:moveTo>
                    <a:pt x="8844" y="4304"/>
                  </a:moveTo>
                  <a:cubicBezTo>
                    <a:pt x="8839" y="4303"/>
                    <a:pt x="8833" y="4303"/>
                    <a:pt x="8827" y="4302"/>
                  </a:cubicBezTo>
                  <a:lnTo>
                    <a:pt x="8900" y="5088"/>
                  </a:lnTo>
                  <a:lnTo>
                    <a:pt x="8793" y="5217"/>
                  </a:lnTo>
                  <a:lnTo>
                    <a:pt x="8671" y="5088"/>
                  </a:lnTo>
                  <a:lnTo>
                    <a:pt x="8763" y="4301"/>
                  </a:lnTo>
                  <a:cubicBezTo>
                    <a:pt x="8543" y="4286"/>
                    <a:pt x="8343" y="4195"/>
                    <a:pt x="7895" y="3770"/>
                  </a:cubicBezTo>
                  <a:cubicBezTo>
                    <a:pt x="7846" y="3723"/>
                    <a:pt x="7769" y="3725"/>
                    <a:pt x="7722" y="3776"/>
                  </a:cubicBezTo>
                  <a:cubicBezTo>
                    <a:pt x="7676" y="3826"/>
                    <a:pt x="7679" y="3906"/>
                    <a:pt x="7729" y="3953"/>
                  </a:cubicBezTo>
                  <a:cubicBezTo>
                    <a:pt x="8086" y="4293"/>
                    <a:pt x="8319" y="4456"/>
                    <a:pt x="8558" y="4519"/>
                  </a:cubicBezTo>
                  <a:cubicBezTo>
                    <a:pt x="8558" y="4523"/>
                    <a:pt x="8556" y="4527"/>
                    <a:pt x="8556" y="4530"/>
                  </a:cubicBezTo>
                  <a:lnTo>
                    <a:pt x="8505" y="5505"/>
                  </a:lnTo>
                  <a:lnTo>
                    <a:pt x="8378" y="6694"/>
                  </a:lnTo>
                  <a:cubicBezTo>
                    <a:pt x="8369" y="6780"/>
                    <a:pt x="8430" y="6857"/>
                    <a:pt x="8514" y="6867"/>
                  </a:cubicBezTo>
                  <a:cubicBezTo>
                    <a:pt x="8520" y="6867"/>
                    <a:pt x="8525" y="6867"/>
                    <a:pt x="8530" y="6867"/>
                  </a:cubicBezTo>
                  <a:cubicBezTo>
                    <a:pt x="8608" y="6867"/>
                    <a:pt x="8674" y="6808"/>
                    <a:pt x="8683" y="6728"/>
                  </a:cubicBezTo>
                  <a:lnTo>
                    <a:pt x="8815" y="5498"/>
                  </a:lnTo>
                  <a:lnTo>
                    <a:pt x="9012" y="6736"/>
                  </a:lnTo>
                  <a:cubicBezTo>
                    <a:pt x="9025" y="6813"/>
                    <a:pt x="9090" y="6868"/>
                    <a:pt x="9164" y="6868"/>
                  </a:cubicBezTo>
                  <a:cubicBezTo>
                    <a:pt x="9172" y="6868"/>
                    <a:pt x="9180" y="6867"/>
                    <a:pt x="9188" y="6866"/>
                  </a:cubicBezTo>
                  <a:cubicBezTo>
                    <a:pt x="9272" y="6852"/>
                    <a:pt x="9328" y="6771"/>
                    <a:pt x="9315" y="6686"/>
                  </a:cubicBezTo>
                  <a:lnTo>
                    <a:pt x="9119" y="5462"/>
                  </a:lnTo>
                  <a:cubicBezTo>
                    <a:pt x="9119" y="5461"/>
                    <a:pt x="9120" y="5460"/>
                    <a:pt x="9120" y="5459"/>
                  </a:cubicBezTo>
                  <a:lnTo>
                    <a:pt x="9046" y="4530"/>
                  </a:lnTo>
                  <a:cubicBezTo>
                    <a:pt x="9046" y="4526"/>
                    <a:pt x="9046" y="4522"/>
                    <a:pt x="9045" y="4518"/>
                  </a:cubicBezTo>
                  <a:cubicBezTo>
                    <a:pt x="9279" y="4456"/>
                    <a:pt x="9631" y="4296"/>
                    <a:pt x="9990" y="3953"/>
                  </a:cubicBezTo>
                  <a:cubicBezTo>
                    <a:pt x="10040" y="3906"/>
                    <a:pt x="10043" y="3826"/>
                    <a:pt x="9997" y="3776"/>
                  </a:cubicBezTo>
                  <a:cubicBezTo>
                    <a:pt x="9950" y="3725"/>
                    <a:pt x="9873" y="3723"/>
                    <a:pt x="9823" y="3770"/>
                  </a:cubicBezTo>
                  <a:cubicBezTo>
                    <a:pt x="9407" y="4166"/>
                    <a:pt x="9010" y="4290"/>
                    <a:pt x="8857" y="4300"/>
                  </a:cubicBezTo>
                  <a:cubicBezTo>
                    <a:pt x="8852" y="4300"/>
                    <a:pt x="8849" y="4303"/>
                    <a:pt x="8844" y="4304"/>
                  </a:cubicBezTo>
                  <a:close/>
                  <a:moveTo>
                    <a:pt x="8790" y="4263"/>
                  </a:moveTo>
                  <a:cubicBezTo>
                    <a:pt x="8949" y="4263"/>
                    <a:pt x="9078" y="4131"/>
                    <a:pt x="9078" y="3969"/>
                  </a:cubicBezTo>
                  <a:cubicBezTo>
                    <a:pt x="9078" y="3807"/>
                    <a:pt x="8949" y="3675"/>
                    <a:pt x="8790" y="3675"/>
                  </a:cubicBezTo>
                  <a:cubicBezTo>
                    <a:pt x="8631" y="3675"/>
                    <a:pt x="8503" y="3807"/>
                    <a:pt x="8503" y="3969"/>
                  </a:cubicBezTo>
                  <a:cubicBezTo>
                    <a:pt x="8503" y="4131"/>
                    <a:pt x="8631" y="4263"/>
                    <a:pt x="8790" y="4263"/>
                  </a:cubicBezTo>
                  <a:close/>
                  <a:moveTo>
                    <a:pt x="9514" y="6418"/>
                  </a:moveTo>
                  <a:cubicBezTo>
                    <a:pt x="9649" y="6475"/>
                    <a:pt x="9732" y="6548"/>
                    <a:pt x="9732" y="6629"/>
                  </a:cubicBezTo>
                  <a:cubicBezTo>
                    <a:pt x="9732" y="6745"/>
                    <a:pt x="9561" y="6846"/>
                    <a:pt x="9306" y="6903"/>
                  </a:cubicBezTo>
                  <a:cubicBezTo>
                    <a:pt x="9287" y="6910"/>
                    <a:pt x="9267" y="6915"/>
                    <a:pt x="9245" y="6917"/>
                  </a:cubicBezTo>
                  <a:cubicBezTo>
                    <a:pt x="9240" y="6918"/>
                    <a:pt x="9235" y="6918"/>
                    <a:pt x="9229" y="6918"/>
                  </a:cubicBezTo>
                  <a:cubicBezTo>
                    <a:pt x="9112" y="6939"/>
                    <a:pt x="8983" y="6952"/>
                    <a:pt x="8845" y="6952"/>
                  </a:cubicBezTo>
                  <a:cubicBezTo>
                    <a:pt x="8355" y="6952"/>
                    <a:pt x="7957" y="6807"/>
                    <a:pt x="7957" y="6629"/>
                  </a:cubicBezTo>
                  <a:cubicBezTo>
                    <a:pt x="7957" y="6542"/>
                    <a:pt x="8055" y="6463"/>
                    <a:pt x="8211" y="6405"/>
                  </a:cubicBezTo>
                  <a:lnTo>
                    <a:pt x="8222" y="6252"/>
                  </a:lnTo>
                  <a:cubicBezTo>
                    <a:pt x="7685" y="6340"/>
                    <a:pt x="7308" y="6534"/>
                    <a:pt x="7308" y="6762"/>
                  </a:cubicBezTo>
                  <a:cubicBezTo>
                    <a:pt x="7308" y="7072"/>
                    <a:pt x="8000" y="7324"/>
                    <a:pt x="8854" y="7324"/>
                  </a:cubicBezTo>
                  <a:cubicBezTo>
                    <a:pt x="9708" y="7324"/>
                    <a:pt x="10400" y="7072"/>
                    <a:pt x="10400" y="6762"/>
                  </a:cubicBezTo>
                  <a:cubicBezTo>
                    <a:pt x="10400" y="6535"/>
                    <a:pt x="10027" y="6342"/>
                    <a:pt x="9494" y="6253"/>
                  </a:cubicBezTo>
                  <a:lnTo>
                    <a:pt x="9514" y="6418"/>
                  </a:lnTo>
                  <a:close/>
                  <a:moveTo>
                    <a:pt x="1543" y="4300"/>
                  </a:moveTo>
                  <a:cubicBezTo>
                    <a:pt x="1391" y="4290"/>
                    <a:pt x="994" y="4166"/>
                    <a:pt x="577" y="3770"/>
                  </a:cubicBezTo>
                  <a:cubicBezTo>
                    <a:pt x="528" y="3723"/>
                    <a:pt x="450" y="3725"/>
                    <a:pt x="404" y="3776"/>
                  </a:cubicBezTo>
                  <a:cubicBezTo>
                    <a:pt x="358" y="3826"/>
                    <a:pt x="361" y="3906"/>
                    <a:pt x="411" y="3953"/>
                  </a:cubicBezTo>
                  <a:cubicBezTo>
                    <a:pt x="770" y="4296"/>
                    <a:pt x="1122" y="4456"/>
                    <a:pt x="1355" y="4518"/>
                  </a:cubicBezTo>
                  <a:cubicBezTo>
                    <a:pt x="1355" y="4522"/>
                    <a:pt x="1355" y="4526"/>
                    <a:pt x="1355" y="4530"/>
                  </a:cubicBezTo>
                  <a:lnTo>
                    <a:pt x="1281" y="5459"/>
                  </a:lnTo>
                  <a:cubicBezTo>
                    <a:pt x="1281" y="5460"/>
                    <a:pt x="1282" y="5461"/>
                    <a:pt x="1282" y="5462"/>
                  </a:cubicBezTo>
                  <a:lnTo>
                    <a:pt x="1086" y="6686"/>
                  </a:lnTo>
                  <a:cubicBezTo>
                    <a:pt x="1072" y="6771"/>
                    <a:pt x="1129" y="6852"/>
                    <a:pt x="1212" y="6866"/>
                  </a:cubicBezTo>
                  <a:cubicBezTo>
                    <a:pt x="1221" y="6867"/>
                    <a:pt x="1229" y="6867"/>
                    <a:pt x="1236" y="6867"/>
                  </a:cubicBezTo>
                  <a:cubicBezTo>
                    <a:pt x="1311" y="6867"/>
                    <a:pt x="1376" y="6813"/>
                    <a:pt x="1388" y="6736"/>
                  </a:cubicBezTo>
                  <a:lnTo>
                    <a:pt x="1586" y="5498"/>
                  </a:lnTo>
                  <a:lnTo>
                    <a:pt x="1718" y="6728"/>
                  </a:lnTo>
                  <a:cubicBezTo>
                    <a:pt x="1726" y="6808"/>
                    <a:pt x="1792" y="6867"/>
                    <a:pt x="1870" y="6867"/>
                  </a:cubicBezTo>
                  <a:cubicBezTo>
                    <a:pt x="1875" y="6867"/>
                    <a:pt x="1881" y="6867"/>
                    <a:pt x="1887" y="6867"/>
                  </a:cubicBezTo>
                  <a:cubicBezTo>
                    <a:pt x="1971" y="6857"/>
                    <a:pt x="2032" y="6780"/>
                    <a:pt x="2022" y="6694"/>
                  </a:cubicBezTo>
                  <a:lnTo>
                    <a:pt x="1895" y="5505"/>
                  </a:lnTo>
                  <a:lnTo>
                    <a:pt x="1845" y="4530"/>
                  </a:lnTo>
                  <a:cubicBezTo>
                    <a:pt x="1845" y="4527"/>
                    <a:pt x="1843" y="4523"/>
                    <a:pt x="1843" y="4519"/>
                  </a:cubicBezTo>
                  <a:cubicBezTo>
                    <a:pt x="2082" y="4456"/>
                    <a:pt x="2314" y="4293"/>
                    <a:pt x="2672" y="3953"/>
                  </a:cubicBezTo>
                  <a:cubicBezTo>
                    <a:pt x="2722" y="3906"/>
                    <a:pt x="2725" y="3826"/>
                    <a:pt x="2678" y="3776"/>
                  </a:cubicBezTo>
                  <a:cubicBezTo>
                    <a:pt x="2632" y="3725"/>
                    <a:pt x="2555" y="3722"/>
                    <a:pt x="2505" y="3770"/>
                  </a:cubicBezTo>
                  <a:cubicBezTo>
                    <a:pt x="2058" y="4195"/>
                    <a:pt x="1857" y="4286"/>
                    <a:pt x="1637" y="4301"/>
                  </a:cubicBezTo>
                  <a:lnTo>
                    <a:pt x="1730" y="5088"/>
                  </a:lnTo>
                  <a:lnTo>
                    <a:pt x="1608" y="5217"/>
                  </a:lnTo>
                  <a:lnTo>
                    <a:pt x="1501" y="5088"/>
                  </a:lnTo>
                  <a:lnTo>
                    <a:pt x="1574" y="4302"/>
                  </a:lnTo>
                  <a:cubicBezTo>
                    <a:pt x="1568" y="4303"/>
                    <a:pt x="1562" y="4303"/>
                    <a:pt x="1557" y="4304"/>
                  </a:cubicBezTo>
                  <a:cubicBezTo>
                    <a:pt x="1552" y="4303"/>
                    <a:pt x="1548" y="4300"/>
                    <a:pt x="1543" y="4300"/>
                  </a:cubicBezTo>
                  <a:close/>
                  <a:moveTo>
                    <a:pt x="1898" y="3969"/>
                  </a:moveTo>
                  <a:cubicBezTo>
                    <a:pt x="1898" y="3807"/>
                    <a:pt x="1769" y="3675"/>
                    <a:pt x="1610" y="3675"/>
                  </a:cubicBezTo>
                  <a:cubicBezTo>
                    <a:pt x="1452" y="3675"/>
                    <a:pt x="1323" y="3807"/>
                    <a:pt x="1323" y="3969"/>
                  </a:cubicBezTo>
                  <a:cubicBezTo>
                    <a:pt x="1323" y="4131"/>
                    <a:pt x="1452" y="4263"/>
                    <a:pt x="1610" y="4263"/>
                  </a:cubicBezTo>
                  <a:cubicBezTo>
                    <a:pt x="1769" y="4263"/>
                    <a:pt x="1898" y="4131"/>
                    <a:pt x="1898" y="3969"/>
                  </a:cubicBezTo>
                  <a:close/>
                  <a:moveTo>
                    <a:pt x="906" y="6253"/>
                  </a:moveTo>
                  <a:cubicBezTo>
                    <a:pt x="373" y="6342"/>
                    <a:pt x="0" y="6535"/>
                    <a:pt x="0" y="6762"/>
                  </a:cubicBezTo>
                  <a:cubicBezTo>
                    <a:pt x="0" y="7072"/>
                    <a:pt x="693" y="7324"/>
                    <a:pt x="1547" y="7324"/>
                  </a:cubicBezTo>
                  <a:cubicBezTo>
                    <a:pt x="2401" y="7324"/>
                    <a:pt x="3093" y="7072"/>
                    <a:pt x="3093" y="6762"/>
                  </a:cubicBezTo>
                  <a:cubicBezTo>
                    <a:pt x="3093" y="6534"/>
                    <a:pt x="2716" y="6340"/>
                    <a:pt x="2178" y="6252"/>
                  </a:cubicBezTo>
                  <a:lnTo>
                    <a:pt x="2189" y="6405"/>
                  </a:lnTo>
                  <a:cubicBezTo>
                    <a:pt x="2346" y="6463"/>
                    <a:pt x="2444" y="6542"/>
                    <a:pt x="2444" y="6629"/>
                  </a:cubicBezTo>
                  <a:cubicBezTo>
                    <a:pt x="2444" y="6807"/>
                    <a:pt x="2046" y="6952"/>
                    <a:pt x="1556" y="6952"/>
                  </a:cubicBezTo>
                  <a:cubicBezTo>
                    <a:pt x="1418" y="6952"/>
                    <a:pt x="1289" y="6939"/>
                    <a:pt x="1172" y="6918"/>
                  </a:cubicBezTo>
                  <a:cubicBezTo>
                    <a:pt x="1166" y="6918"/>
                    <a:pt x="1161" y="6918"/>
                    <a:pt x="1155" y="6917"/>
                  </a:cubicBezTo>
                  <a:cubicBezTo>
                    <a:pt x="1134" y="6915"/>
                    <a:pt x="1114" y="6910"/>
                    <a:pt x="1095" y="6903"/>
                  </a:cubicBezTo>
                  <a:cubicBezTo>
                    <a:pt x="840" y="6846"/>
                    <a:pt x="669" y="6745"/>
                    <a:pt x="669" y="6629"/>
                  </a:cubicBezTo>
                  <a:cubicBezTo>
                    <a:pt x="669" y="6548"/>
                    <a:pt x="751" y="6475"/>
                    <a:pt x="887" y="6418"/>
                  </a:cubicBezTo>
                  <a:lnTo>
                    <a:pt x="906" y="6253"/>
                  </a:lnTo>
                  <a:close/>
                </a:path>
              </a:pathLst>
            </a:custGeom>
            <a:solidFill>
              <a:schemeClr val="bg1">
                <a:alpha val="100000"/>
              </a:schemeClr>
            </a:solidFill>
            <a:ln w="9525">
              <a:noFill/>
            </a:ln>
          </p:spPr>
          <p:txBody>
            <a:bodyPr/>
            <a:p>
              <a:endParaRPr lang="zh-CN" altLang="en-US"/>
            </a:p>
          </p:txBody>
        </p:sp>
      </p:grpSp>
      <p:sp>
        <p:nvSpPr>
          <p:cNvPr id="41998" name="í$1ide"/>
          <p:cNvSpPr txBox="1"/>
          <p:nvPr/>
        </p:nvSpPr>
        <p:spPr>
          <a:xfrm>
            <a:off x="6408738" y="3235325"/>
            <a:ext cx="2395537" cy="527050"/>
          </a:xfrm>
          <a:prstGeom prst="rect">
            <a:avLst/>
          </a:prstGeom>
          <a:noFill/>
          <a:ln w="9525">
            <a:noFill/>
          </a:ln>
        </p:spPr>
        <p:txBody>
          <a:bodyPr anchor="ctr"/>
          <a:p>
            <a:pPr algn="ctr" eaLnBrk="1" hangingPunct="1">
              <a:lnSpc>
                <a:spcPct val="150000"/>
              </a:lnSpc>
            </a:pPr>
            <a:r>
              <a:rPr lang="en-US" altLang="zh-CN" sz="1600" b="1" dirty="0">
                <a:solidFill>
                  <a:schemeClr val="bg1"/>
                </a:solidFill>
                <a:latin typeface="微软雅黑" panose="020B0503020204020204" pitchFamily="34" charset="-122"/>
                <a:ea typeface="微软雅黑" panose="020B0503020204020204" pitchFamily="34" charset="-122"/>
              </a:rPr>
              <a:t>Review</a:t>
            </a:r>
            <a:r>
              <a:rPr lang="zh-CN" altLang="en-US" sz="1600" b="1" dirty="0">
                <a:solidFill>
                  <a:schemeClr val="bg1"/>
                </a:solidFill>
                <a:latin typeface="微软雅黑" panose="020B0503020204020204" pitchFamily="34" charset="-122"/>
                <a:ea typeface="微软雅黑" panose="020B0503020204020204" pitchFamily="34" charset="-122"/>
              </a:rPr>
              <a:t>测评</a:t>
            </a:r>
            <a:endParaRPr lang="vi-VN" altLang="zh-CN" sz="1600" b="1" dirty="0">
              <a:solidFill>
                <a:schemeClr val="bg1"/>
              </a:solidFill>
              <a:latin typeface="等线" pitchFamily="2" charset="-122"/>
              <a:ea typeface="微软雅黑" panose="020B0503020204020204" pitchFamily="34" charset="-122"/>
            </a:endParaRPr>
          </a:p>
        </p:txBody>
      </p:sp>
      <p:grpSp>
        <p:nvGrpSpPr>
          <p:cNvPr id="41999" name="i$ľïḋé"/>
          <p:cNvGrpSpPr/>
          <p:nvPr/>
        </p:nvGrpSpPr>
        <p:grpSpPr>
          <a:xfrm>
            <a:off x="10055225" y="2605088"/>
            <a:ext cx="668338" cy="666750"/>
            <a:chOff x="1753961" y="2890922"/>
            <a:chExt cx="667332" cy="667330"/>
          </a:xfrm>
        </p:grpSpPr>
        <p:sp>
          <p:nvSpPr>
            <p:cNvPr id="87" name="ïṧľïḓé"/>
            <p:cNvSpPr/>
            <p:nvPr/>
          </p:nvSpPr>
          <p:spPr>
            <a:xfrm>
              <a:off x="1753961" y="2890922"/>
              <a:ext cx="667332" cy="667330"/>
            </a:xfrm>
            <a:prstGeom prst="ellipse">
              <a:avLst/>
            </a:prstGeom>
            <a:solidFill>
              <a:schemeClr val="accent2"/>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normAutofit fontScale="92500" lnSpcReduction="10000"/>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1" i="0" u="none" strike="noStrike" kern="1200" cap="none" spc="0" normalizeH="0" baseline="0" noProof="0" dirty="0">
                <a:ln>
                  <a:noFill/>
                </a:ln>
                <a:solidFill>
                  <a:schemeClr val="bg1"/>
                </a:solidFill>
                <a:effectLst/>
                <a:uLnTx/>
                <a:uFillTx/>
                <a:latin typeface="+mn-lt"/>
                <a:ea typeface="+mn-ea"/>
                <a:cs typeface="+mn-cs"/>
              </a:endParaRPr>
            </a:p>
          </p:txBody>
        </p:sp>
        <p:sp>
          <p:nvSpPr>
            <p:cNvPr id="42018" name="íś1îdé"/>
            <p:cNvSpPr/>
            <p:nvPr/>
          </p:nvSpPr>
          <p:spPr>
            <a:xfrm>
              <a:off x="1931546" y="3064741"/>
              <a:ext cx="312163" cy="319692"/>
            </a:xfrm>
            <a:custGeom>
              <a:avLst/>
              <a:gdLst>
                <a:gd name="txL" fmla="*/ 0 w 10400"/>
                <a:gd name="txT" fmla="*/ 0 h 10667"/>
                <a:gd name="txR" fmla="*/ 10400 w 10400"/>
                <a:gd name="txB" fmla="*/ 10667 h 10667"/>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rect l="txL" t="txT" r="txR" b="txB"/>
              <a:pathLst>
                <a:path w="10400" h="10667">
                  <a:moveTo>
                    <a:pt x="8838" y="9330"/>
                  </a:moveTo>
                  <a:cubicBezTo>
                    <a:pt x="8838" y="10067"/>
                    <a:pt x="7206" y="10667"/>
                    <a:pt x="5192" y="10667"/>
                  </a:cubicBezTo>
                  <a:cubicBezTo>
                    <a:pt x="3180" y="10667"/>
                    <a:pt x="1547" y="10067"/>
                    <a:pt x="1547" y="9330"/>
                  </a:cubicBezTo>
                  <a:cubicBezTo>
                    <a:pt x="1547" y="8797"/>
                    <a:pt x="2406" y="8341"/>
                    <a:pt x="3638" y="8128"/>
                  </a:cubicBezTo>
                  <a:lnTo>
                    <a:pt x="3638" y="8495"/>
                  </a:lnTo>
                  <a:cubicBezTo>
                    <a:pt x="3293" y="8632"/>
                    <a:pt x="3077" y="8813"/>
                    <a:pt x="3077" y="9013"/>
                  </a:cubicBezTo>
                  <a:cubicBezTo>
                    <a:pt x="3077" y="9437"/>
                    <a:pt x="4015" y="9781"/>
                    <a:pt x="5171" y="9781"/>
                  </a:cubicBezTo>
                  <a:cubicBezTo>
                    <a:pt x="5497" y="9781"/>
                    <a:pt x="5802" y="9751"/>
                    <a:pt x="6077" y="9703"/>
                  </a:cubicBezTo>
                  <a:cubicBezTo>
                    <a:pt x="6090" y="9702"/>
                    <a:pt x="6102" y="9702"/>
                    <a:pt x="6114" y="9700"/>
                  </a:cubicBezTo>
                  <a:cubicBezTo>
                    <a:pt x="6165" y="9694"/>
                    <a:pt x="6212" y="9682"/>
                    <a:pt x="6259" y="9666"/>
                  </a:cubicBezTo>
                  <a:cubicBezTo>
                    <a:pt x="6859" y="9531"/>
                    <a:pt x="7264" y="9290"/>
                    <a:pt x="7264" y="9013"/>
                  </a:cubicBezTo>
                  <a:cubicBezTo>
                    <a:pt x="7264" y="8834"/>
                    <a:pt x="7090" y="8669"/>
                    <a:pt x="6806" y="8539"/>
                  </a:cubicBezTo>
                  <a:lnTo>
                    <a:pt x="6806" y="8137"/>
                  </a:lnTo>
                  <a:cubicBezTo>
                    <a:pt x="8006" y="8356"/>
                    <a:pt x="8838" y="8805"/>
                    <a:pt x="8838" y="9330"/>
                  </a:cubicBezTo>
                  <a:close/>
                  <a:moveTo>
                    <a:pt x="4079" y="1127"/>
                  </a:moveTo>
                  <a:cubicBezTo>
                    <a:pt x="4079" y="504"/>
                    <a:pt x="4578" y="0"/>
                    <a:pt x="5193" y="0"/>
                  </a:cubicBezTo>
                  <a:cubicBezTo>
                    <a:pt x="5807" y="0"/>
                    <a:pt x="6305" y="504"/>
                    <a:pt x="6305" y="1127"/>
                  </a:cubicBezTo>
                  <a:cubicBezTo>
                    <a:pt x="6305" y="1750"/>
                    <a:pt x="5807" y="2254"/>
                    <a:pt x="5193" y="2254"/>
                  </a:cubicBezTo>
                  <a:cubicBezTo>
                    <a:pt x="4578" y="2254"/>
                    <a:pt x="4079" y="1750"/>
                    <a:pt x="4079" y="1127"/>
                  </a:cubicBezTo>
                  <a:close/>
                  <a:moveTo>
                    <a:pt x="9353" y="1669"/>
                  </a:moveTo>
                  <a:cubicBezTo>
                    <a:pt x="8800" y="2578"/>
                    <a:pt x="7557" y="3340"/>
                    <a:pt x="6352" y="3340"/>
                  </a:cubicBezTo>
                  <a:cubicBezTo>
                    <a:pt x="6274" y="3340"/>
                    <a:pt x="6196" y="3336"/>
                    <a:pt x="6118" y="3330"/>
                  </a:cubicBezTo>
                  <a:cubicBezTo>
                    <a:pt x="6142" y="3615"/>
                    <a:pt x="6252" y="4928"/>
                    <a:pt x="6282" y="5755"/>
                  </a:cubicBezTo>
                  <a:cubicBezTo>
                    <a:pt x="6288" y="5783"/>
                    <a:pt x="6294" y="5811"/>
                    <a:pt x="6296" y="5841"/>
                  </a:cubicBezTo>
                  <a:lnTo>
                    <a:pt x="6568" y="10087"/>
                  </a:lnTo>
                  <a:cubicBezTo>
                    <a:pt x="6586" y="10373"/>
                    <a:pt x="5564" y="10428"/>
                    <a:pt x="5546" y="10154"/>
                  </a:cubicBezTo>
                  <a:lnTo>
                    <a:pt x="5318" y="6578"/>
                  </a:lnTo>
                  <a:cubicBezTo>
                    <a:pt x="5280" y="6574"/>
                    <a:pt x="5244" y="6567"/>
                    <a:pt x="5206" y="6567"/>
                  </a:cubicBezTo>
                  <a:cubicBezTo>
                    <a:pt x="5174" y="6567"/>
                    <a:pt x="5136" y="6577"/>
                    <a:pt x="5099" y="6587"/>
                  </a:cubicBezTo>
                  <a:lnTo>
                    <a:pt x="4851" y="10126"/>
                  </a:lnTo>
                  <a:cubicBezTo>
                    <a:pt x="4832" y="10398"/>
                    <a:pt x="3810" y="10338"/>
                    <a:pt x="3830" y="10052"/>
                  </a:cubicBezTo>
                  <a:lnTo>
                    <a:pt x="4144" y="5559"/>
                  </a:lnTo>
                  <a:cubicBezTo>
                    <a:pt x="4146" y="5538"/>
                    <a:pt x="4150" y="5520"/>
                    <a:pt x="4154" y="5500"/>
                  </a:cubicBezTo>
                  <a:cubicBezTo>
                    <a:pt x="4199" y="4432"/>
                    <a:pt x="4252" y="3400"/>
                    <a:pt x="4257" y="3326"/>
                  </a:cubicBezTo>
                  <a:cubicBezTo>
                    <a:pt x="4169" y="3334"/>
                    <a:pt x="4081" y="3340"/>
                    <a:pt x="3994" y="3340"/>
                  </a:cubicBezTo>
                  <a:cubicBezTo>
                    <a:pt x="2788" y="3340"/>
                    <a:pt x="1546" y="2578"/>
                    <a:pt x="993" y="1669"/>
                  </a:cubicBezTo>
                  <a:cubicBezTo>
                    <a:pt x="879" y="1481"/>
                    <a:pt x="936" y="1235"/>
                    <a:pt x="1122" y="1120"/>
                  </a:cubicBezTo>
                  <a:cubicBezTo>
                    <a:pt x="1308" y="1003"/>
                    <a:pt x="1551" y="1062"/>
                    <a:pt x="1665" y="1250"/>
                  </a:cubicBezTo>
                  <a:cubicBezTo>
                    <a:pt x="2166" y="2073"/>
                    <a:pt x="3484" y="2756"/>
                    <a:pt x="4493" y="2470"/>
                  </a:cubicBezTo>
                  <a:cubicBezTo>
                    <a:pt x="4663" y="2411"/>
                    <a:pt x="4865" y="2374"/>
                    <a:pt x="5089" y="2365"/>
                  </a:cubicBezTo>
                  <a:lnTo>
                    <a:pt x="4729" y="5423"/>
                  </a:lnTo>
                  <a:lnTo>
                    <a:pt x="5203" y="5915"/>
                  </a:lnTo>
                  <a:lnTo>
                    <a:pt x="5617" y="5423"/>
                  </a:lnTo>
                  <a:lnTo>
                    <a:pt x="5330" y="2373"/>
                  </a:lnTo>
                  <a:cubicBezTo>
                    <a:pt x="5531" y="2387"/>
                    <a:pt x="5725" y="2423"/>
                    <a:pt x="5890" y="2481"/>
                  </a:cubicBezTo>
                  <a:cubicBezTo>
                    <a:pt x="6894" y="2741"/>
                    <a:pt x="8187" y="2063"/>
                    <a:pt x="8681" y="1250"/>
                  </a:cubicBezTo>
                  <a:cubicBezTo>
                    <a:pt x="8795" y="1062"/>
                    <a:pt x="9038" y="1003"/>
                    <a:pt x="9224" y="1119"/>
                  </a:cubicBezTo>
                  <a:cubicBezTo>
                    <a:pt x="9410" y="1235"/>
                    <a:pt x="9468" y="1481"/>
                    <a:pt x="9353" y="1669"/>
                  </a:cubicBezTo>
                  <a:close/>
                  <a:moveTo>
                    <a:pt x="8844" y="4304"/>
                  </a:moveTo>
                  <a:cubicBezTo>
                    <a:pt x="8839" y="4303"/>
                    <a:pt x="8833" y="4303"/>
                    <a:pt x="8827" y="4302"/>
                  </a:cubicBezTo>
                  <a:lnTo>
                    <a:pt x="8900" y="5088"/>
                  </a:lnTo>
                  <a:lnTo>
                    <a:pt x="8793" y="5217"/>
                  </a:lnTo>
                  <a:lnTo>
                    <a:pt x="8671" y="5088"/>
                  </a:lnTo>
                  <a:lnTo>
                    <a:pt x="8763" y="4301"/>
                  </a:lnTo>
                  <a:cubicBezTo>
                    <a:pt x="8543" y="4286"/>
                    <a:pt x="8343" y="4195"/>
                    <a:pt x="7895" y="3770"/>
                  </a:cubicBezTo>
                  <a:cubicBezTo>
                    <a:pt x="7846" y="3723"/>
                    <a:pt x="7769" y="3725"/>
                    <a:pt x="7722" y="3776"/>
                  </a:cubicBezTo>
                  <a:cubicBezTo>
                    <a:pt x="7676" y="3826"/>
                    <a:pt x="7679" y="3906"/>
                    <a:pt x="7729" y="3953"/>
                  </a:cubicBezTo>
                  <a:cubicBezTo>
                    <a:pt x="8086" y="4293"/>
                    <a:pt x="8319" y="4456"/>
                    <a:pt x="8558" y="4519"/>
                  </a:cubicBezTo>
                  <a:cubicBezTo>
                    <a:pt x="8558" y="4523"/>
                    <a:pt x="8556" y="4527"/>
                    <a:pt x="8556" y="4530"/>
                  </a:cubicBezTo>
                  <a:lnTo>
                    <a:pt x="8505" y="5505"/>
                  </a:lnTo>
                  <a:lnTo>
                    <a:pt x="8378" y="6694"/>
                  </a:lnTo>
                  <a:cubicBezTo>
                    <a:pt x="8369" y="6780"/>
                    <a:pt x="8430" y="6857"/>
                    <a:pt x="8514" y="6867"/>
                  </a:cubicBezTo>
                  <a:cubicBezTo>
                    <a:pt x="8520" y="6867"/>
                    <a:pt x="8525" y="6867"/>
                    <a:pt x="8530" y="6867"/>
                  </a:cubicBezTo>
                  <a:cubicBezTo>
                    <a:pt x="8608" y="6867"/>
                    <a:pt x="8674" y="6808"/>
                    <a:pt x="8683" y="6728"/>
                  </a:cubicBezTo>
                  <a:lnTo>
                    <a:pt x="8815" y="5498"/>
                  </a:lnTo>
                  <a:lnTo>
                    <a:pt x="9012" y="6736"/>
                  </a:lnTo>
                  <a:cubicBezTo>
                    <a:pt x="9025" y="6813"/>
                    <a:pt x="9090" y="6868"/>
                    <a:pt x="9164" y="6868"/>
                  </a:cubicBezTo>
                  <a:cubicBezTo>
                    <a:pt x="9172" y="6868"/>
                    <a:pt x="9180" y="6867"/>
                    <a:pt x="9188" y="6866"/>
                  </a:cubicBezTo>
                  <a:cubicBezTo>
                    <a:pt x="9272" y="6852"/>
                    <a:pt x="9328" y="6771"/>
                    <a:pt x="9315" y="6686"/>
                  </a:cubicBezTo>
                  <a:lnTo>
                    <a:pt x="9119" y="5462"/>
                  </a:lnTo>
                  <a:cubicBezTo>
                    <a:pt x="9119" y="5461"/>
                    <a:pt x="9120" y="5460"/>
                    <a:pt x="9120" y="5459"/>
                  </a:cubicBezTo>
                  <a:lnTo>
                    <a:pt x="9046" y="4530"/>
                  </a:lnTo>
                  <a:cubicBezTo>
                    <a:pt x="9046" y="4526"/>
                    <a:pt x="9046" y="4522"/>
                    <a:pt x="9045" y="4518"/>
                  </a:cubicBezTo>
                  <a:cubicBezTo>
                    <a:pt x="9279" y="4456"/>
                    <a:pt x="9631" y="4296"/>
                    <a:pt x="9990" y="3953"/>
                  </a:cubicBezTo>
                  <a:cubicBezTo>
                    <a:pt x="10040" y="3906"/>
                    <a:pt x="10043" y="3826"/>
                    <a:pt x="9997" y="3776"/>
                  </a:cubicBezTo>
                  <a:cubicBezTo>
                    <a:pt x="9950" y="3725"/>
                    <a:pt x="9873" y="3723"/>
                    <a:pt x="9823" y="3770"/>
                  </a:cubicBezTo>
                  <a:cubicBezTo>
                    <a:pt x="9407" y="4166"/>
                    <a:pt x="9010" y="4290"/>
                    <a:pt x="8857" y="4300"/>
                  </a:cubicBezTo>
                  <a:cubicBezTo>
                    <a:pt x="8852" y="4300"/>
                    <a:pt x="8849" y="4303"/>
                    <a:pt x="8844" y="4304"/>
                  </a:cubicBezTo>
                  <a:close/>
                  <a:moveTo>
                    <a:pt x="8790" y="4263"/>
                  </a:moveTo>
                  <a:cubicBezTo>
                    <a:pt x="8949" y="4263"/>
                    <a:pt x="9078" y="4131"/>
                    <a:pt x="9078" y="3969"/>
                  </a:cubicBezTo>
                  <a:cubicBezTo>
                    <a:pt x="9078" y="3807"/>
                    <a:pt x="8949" y="3675"/>
                    <a:pt x="8790" y="3675"/>
                  </a:cubicBezTo>
                  <a:cubicBezTo>
                    <a:pt x="8631" y="3675"/>
                    <a:pt x="8503" y="3807"/>
                    <a:pt x="8503" y="3969"/>
                  </a:cubicBezTo>
                  <a:cubicBezTo>
                    <a:pt x="8503" y="4131"/>
                    <a:pt x="8631" y="4263"/>
                    <a:pt x="8790" y="4263"/>
                  </a:cubicBezTo>
                  <a:close/>
                  <a:moveTo>
                    <a:pt x="9514" y="6418"/>
                  </a:moveTo>
                  <a:cubicBezTo>
                    <a:pt x="9649" y="6475"/>
                    <a:pt x="9732" y="6548"/>
                    <a:pt x="9732" y="6629"/>
                  </a:cubicBezTo>
                  <a:cubicBezTo>
                    <a:pt x="9732" y="6745"/>
                    <a:pt x="9561" y="6846"/>
                    <a:pt x="9306" y="6903"/>
                  </a:cubicBezTo>
                  <a:cubicBezTo>
                    <a:pt x="9287" y="6910"/>
                    <a:pt x="9267" y="6915"/>
                    <a:pt x="9245" y="6917"/>
                  </a:cubicBezTo>
                  <a:cubicBezTo>
                    <a:pt x="9240" y="6918"/>
                    <a:pt x="9235" y="6918"/>
                    <a:pt x="9229" y="6918"/>
                  </a:cubicBezTo>
                  <a:cubicBezTo>
                    <a:pt x="9112" y="6939"/>
                    <a:pt x="8983" y="6952"/>
                    <a:pt x="8845" y="6952"/>
                  </a:cubicBezTo>
                  <a:cubicBezTo>
                    <a:pt x="8355" y="6952"/>
                    <a:pt x="7957" y="6807"/>
                    <a:pt x="7957" y="6629"/>
                  </a:cubicBezTo>
                  <a:cubicBezTo>
                    <a:pt x="7957" y="6542"/>
                    <a:pt x="8055" y="6463"/>
                    <a:pt x="8211" y="6405"/>
                  </a:cubicBezTo>
                  <a:lnTo>
                    <a:pt x="8222" y="6252"/>
                  </a:lnTo>
                  <a:cubicBezTo>
                    <a:pt x="7685" y="6340"/>
                    <a:pt x="7308" y="6534"/>
                    <a:pt x="7308" y="6762"/>
                  </a:cubicBezTo>
                  <a:cubicBezTo>
                    <a:pt x="7308" y="7072"/>
                    <a:pt x="8000" y="7324"/>
                    <a:pt x="8854" y="7324"/>
                  </a:cubicBezTo>
                  <a:cubicBezTo>
                    <a:pt x="9708" y="7324"/>
                    <a:pt x="10400" y="7072"/>
                    <a:pt x="10400" y="6762"/>
                  </a:cubicBezTo>
                  <a:cubicBezTo>
                    <a:pt x="10400" y="6535"/>
                    <a:pt x="10027" y="6342"/>
                    <a:pt x="9494" y="6253"/>
                  </a:cubicBezTo>
                  <a:lnTo>
                    <a:pt x="9514" y="6418"/>
                  </a:lnTo>
                  <a:close/>
                  <a:moveTo>
                    <a:pt x="1543" y="4300"/>
                  </a:moveTo>
                  <a:cubicBezTo>
                    <a:pt x="1391" y="4290"/>
                    <a:pt x="994" y="4166"/>
                    <a:pt x="577" y="3770"/>
                  </a:cubicBezTo>
                  <a:cubicBezTo>
                    <a:pt x="528" y="3723"/>
                    <a:pt x="450" y="3725"/>
                    <a:pt x="404" y="3776"/>
                  </a:cubicBezTo>
                  <a:cubicBezTo>
                    <a:pt x="358" y="3826"/>
                    <a:pt x="361" y="3906"/>
                    <a:pt x="411" y="3953"/>
                  </a:cubicBezTo>
                  <a:cubicBezTo>
                    <a:pt x="770" y="4296"/>
                    <a:pt x="1122" y="4456"/>
                    <a:pt x="1355" y="4518"/>
                  </a:cubicBezTo>
                  <a:cubicBezTo>
                    <a:pt x="1355" y="4522"/>
                    <a:pt x="1355" y="4526"/>
                    <a:pt x="1355" y="4530"/>
                  </a:cubicBezTo>
                  <a:lnTo>
                    <a:pt x="1281" y="5459"/>
                  </a:lnTo>
                  <a:cubicBezTo>
                    <a:pt x="1281" y="5460"/>
                    <a:pt x="1282" y="5461"/>
                    <a:pt x="1282" y="5462"/>
                  </a:cubicBezTo>
                  <a:lnTo>
                    <a:pt x="1086" y="6686"/>
                  </a:lnTo>
                  <a:cubicBezTo>
                    <a:pt x="1072" y="6771"/>
                    <a:pt x="1129" y="6852"/>
                    <a:pt x="1212" y="6866"/>
                  </a:cubicBezTo>
                  <a:cubicBezTo>
                    <a:pt x="1221" y="6867"/>
                    <a:pt x="1229" y="6867"/>
                    <a:pt x="1236" y="6867"/>
                  </a:cubicBezTo>
                  <a:cubicBezTo>
                    <a:pt x="1311" y="6867"/>
                    <a:pt x="1376" y="6813"/>
                    <a:pt x="1388" y="6736"/>
                  </a:cubicBezTo>
                  <a:lnTo>
                    <a:pt x="1586" y="5498"/>
                  </a:lnTo>
                  <a:lnTo>
                    <a:pt x="1718" y="6728"/>
                  </a:lnTo>
                  <a:cubicBezTo>
                    <a:pt x="1726" y="6808"/>
                    <a:pt x="1792" y="6867"/>
                    <a:pt x="1870" y="6867"/>
                  </a:cubicBezTo>
                  <a:cubicBezTo>
                    <a:pt x="1875" y="6867"/>
                    <a:pt x="1881" y="6867"/>
                    <a:pt x="1887" y="6867"/>
                  </a:cubicBezTo>
                  <a:cubicBezTo>
                    <a:pt x="1971" y="6857"/>
                    <a:pt x="2032" y="6780"/>
                    <a:pt x="2022" y="6694"/>
                  </a:cubicBezTo>
                  <a:lnTo>
                    <a:pt x="1895" y="5505"/>
                  </a:lnTo>
                  <a:lnTo>
                    <a:pt x="1845" y="4530"/>
                  </a:lnTo>
                  <a:cubicBezTo>
                    <a:pt x="1845" y="4527"/>
                    <a:pt x="1843" y="4523"/>
                    <a:pt x="1843" y="4519"/>
                  </a:cubicBezTo>
                  <a:cubicBezTo>
                    <a:pt x="2082" y="4456"/>
                    <a:pt x="2314" y="4293"/>
                    <a:pt x="2672" y="3953"/>
                  </a:cubicBezTo>
                  <a:cubicBezTo>
                    <a:pt x="2722" y="3906"/>
                    <a:pt x="2725" y="3826"/>
                    <a:pt x="2678" y="3776"/>
                  </a:cubicBezTo>
                  <a:cubicBezTo>
                    <a:pt x="2632" y="3725"/>
                    <a:pt x="2555" y="3722"/>
                    <a:pt x="2505" y="3770"/>
                  </a:cubicBezTo>
                  <a:cubicBezTo>
                    <a:pt x="2058" y="4195"/>
                    <a:pt x="1857" y="4286"/>
                    <a:pt x="1637" y="4301"/>
                  </a:cubicBezTo>
                  <a:lnTo>
                    <a:pt x="1730" y="5088"/>
                  </a:lnTo>
                  <a:lnTo>
                    <a:pt x="1608" y="5217"/>
                  </a:lnTo>
                  <a:lnTo>
                    <a:pt x="1501" y="5088"/>
                  </a:lnTo>
                  <a:lnTo>
                    <a:pt x="1574" y="4302"/>
                  </a:lnTo>
                  <a:cubicBezTo>
                    <a:pt x="1568" y="4303"/>
                    <a:pt x="1562" y="4303"/>
                    <a:pt x="1557" y="4304"/>
                  </a:cubicBezTo>
                  <a:cubicBezTo>
                    <a:pt x="1552" y="4303"/>
                    <a:pt x="1548" y="4300"/>
                    <a:pt x="1543" y="4300"/>
                  </a:cubicBezTo>
                  <a:close/>
                  <a:moveTo>
                    <a:pt x="1898" y="3969"/>
                  </a:moveTo>
                  <a:cubicBezTo>
                    <a:pt x="1898" y="3807"/>
                    <a:pt x="1769" y="3675"/>
                    <a:pt x="1610" y="3675"/>
                  </a:cubicBezTo>
                  <a:cubicBezTo>
                    <a:pt x="1452" y="3675"/>
                    <a:pt x="1323" y="3807"/>
                    <a:pt x="1323" y="3969"/>
                  </a:cubicBezTo>
                  <a:cubicBezTo>
                    <a:pt x="1323" y="4131"/>
                    <a:pt x="1452" y="4263"/>
                    <a:pt x="1610" y="4263"/>
                  </a:cubicBezTo>
                  <a:cubicBezTo>
                    <a:pt x="1769" y="4263"/>
                    <a:pt x="1898" y="4131"/>
                    <a:pt x="1898" y="3969"/>
                  </a:cubicBezTo>
                  <a:close/>
                  <a:moveTo>
                    <a:pt x="906" y="6253"/>
                  </a:moveTo>
                  <a:cubicBezTo>
                    <a:pt x="373" y="6342"/>
                    <a:pt x="0" y="6535"/>
                    <a:pt x="0" y="6762"/>
                  </a:cubicBezTo>
                  <a:cubicBezTo>
                    <a:pt x="0" y="7072"/>
                    <a:pt x="693" y="7324"/>
                    <a:pt x="1547" y="7324"/>
                  </a:cubicBezTo>
                  <a:cubicBezTo>
                    <a:pt x="2401" y="7324"/>
                    <a:pt x="3093" y="7072"/>
                    <a:pt x="3093" y="6762"/>
                  </a:cubicBezTo>
                  <a:cubicBezTo>
                    <a:pt x="3093" y="6534"/>
                    <a:pt x="2716" y="6340"/>
                    <a:pt x="2178" y="6252"/>
                  </a:cubicBezTo>
                  <a:lnTo>
                    <a:pt x="2189" y="6405"/>
                  </a:lnTo>
                  <a:cubicBezTo>
                    <a:pt x="2346" y="6463"/>
                    <a:pt x="2444" y="6542"/>
                    <a:pt x="2444" y="6629"/>
                  </a:cubicBezTo>
                  <a:cubicBezTo>
                    <a:pt x="2444" y="6807"/>
                    <a:pt x="2046" y="6952"/>
                    <a:pt x="1556" y="6952"/>
                  </a:cubicBezTo>
                  <a:cubicBezTo>
                    <a:pt x="1418" y="6952"/>
                    <a:pt x="1289" y="6939"/>
                    <a:pt x="1172" y="6918"/>
                  </a:cubicBezTo>
                  <a:cubicBezTo>
                    <a:pt x="1166" y="6918"/>
                    <a:pt x="1161" y="6918"/>
                    <a:pt x="1155" y="6917"/>
                  </a:cubicBezTo>
                  <a:cubicBezTo>
                    <a:pt x="1134" y="6915"/>
                    <a:pt x="1114" y="6910"/>
                    <a:pt x="1095" y="6903"/>
                  </a:cubicBezTo>
                  <a:cubicBezTo>
                    <a:pt x="840" y="6846"/>
                    <a:pt x="669" y="6745"/>
                    <a:pt x="669" y="6629"/>
                  </a:cubicBezTo>
                  <a:cubicBezTo>
                    <a:pt x="669" y="6548"/>
                    <a:pt x="751" y="6475"/>
                    <a:pt x="887" y="6418"/>
                  </a:cubicBezTo>
                  <a:lnTo>
                    <a:pt x="906" y="6253"/>
                  </a:lnTo>
                  <a:close/>
                </a:path>
              </a:pathLst>
            </a:custGeom>
            <a:solidFill>
              <a:schemeClr val="bg1">
                <a:alpha val="100000"/>
              </a:schemeClr>
            </a:solidFill>
            <a:ln w="9525">
              <a:noFill/>
            </a:ln>
          </p:spPr>
          <p:txBody>
            <a:bodyPr/>
            <a:p>
              <a:endParaRPr lang="zh-CN" altLang="en-US"/>
            </a:p>
          </p:txBody>
        </p:sp>
      </p:grpSp>
      <p:sp>
        <p:nvSpPr>
          <p:cNvPr id="42000" name="iṡļíḋê"/>
          <p:cNvSpPr txBox="1"/>
          <p:nvPr/>
        </p:nvSpPr>
        <p:spPr>
          <a:xfrm>
            <a:off x="9191625" y="3235325"/>
            <a:ext cx="2395538" cy="527050"/>
          </a:xfrm>
          <a:prstGeom prst="rect">
            <a:avLst/>
          </a:prstGeom>
          <a:noFill/>
          <a:ln w="9525">
            <a:noFill/>
          </a:ln>
        </p:spPr>
        <p:txBody>
          <a:bodyPr anchor="ctr"/>
          <a:p>
            <a:pPr algn="ctr" eaLnBrk="1" hangingPunct="1">
              <a:lnSpc>
                <a:spcPct val="150000"/>
              </a:lnSpc>
            </a:pPr>
            <a:r>
              <a:rPr lang="zh-CN" altLang="en-US" sz="1600" b="1" dirty="0">
                <a:solidFill>
                  <a:schemeClr val="bg1"/>
                </a:solidFill>
                <a:latin typeface="微软雅黑" panose="020B0503020204020204" pitchFamily="34" charset="-122"/>
                <a:ea typeface="微软雅黑" panose="020B0503020204020204" pitchFamily="34" charset="-122"/>
              </a:rPr>
              <a:t>活动</a:t>
            </a:r>
            <a:endParaRPr lang="vi-VN" altLang="zh-CN" sz="1600" b="1" dirty="0">
              <a:solidFill>
                <a:schemeClr val="bg1"/>
              </a:solidFill>
              <a:latin typeface="等线" pitchFamily="2" charset="-122"/>
              <a:ea typeface="微软雅黑" panose="020B0503020204020204" pitchFamily="34" charset="-122"/>
            </a:endParaRPr>
          </a:p>
        </p:txBody>
      </p:sp>
      <p:sp>
        <p:nvSpPr>
          <p:cNvPr id="42001" name="TextBox 2"/>
          <p:cNvSpPr txBox="1"/>
          <p:nvPr/>
        </p:nvSpPr>
        <p:spPr>
          <a:xfrm>
            <a:off x="941388" y="3636963"/>
            <a:ext cx="2297112" cy="1708150"/>
          </a:xfrm>
          <a:prstGeom prst="rect">
            <a:avLst/>
          </a:prstGeom>
          <a:noFill/>
          <a:ln w="9525">
            <a:noFill/>
          </a:ln>
        </p:spPr>
        <p:txBody>
          <a:bodyPr>
            <a:spAutoFit/>
          </a:bodyPr>
          <a:p>
            <a:pPr algn="ctr" eaLnBrk="1" hangingPunct="1">
              <a:lnSpc>
                <a:spcPct val="150000"/>
              </a:lnSpc>
            </a:pPr>
            <a:r>
              <a:rPr lang="zh-CN" altLang="en-US" sz="1400" dirty="0">
                <a:solidFill>
                  <a:schemeClr val="bg1"/>
                </a:solidFill>
                <a:latin typeface="Arial" panose="020B0604020202020204" pitchFamily="34" charset="0"/>
                <a:ea typeface="微软雅黑" panose="020B0503020204020204" pitchFamily="34" charset="-122"/>
                <a:sym typeface="Arial" panose="020B0604020202020204" pitchFamily="34" charset="0"/>
              </a:rPr>
              <a:t>图片 </a:t>
            </a:r>
            <a:r>
              <a:rPr lang="en-US" altLang="zh-CN" sz="1400" dirty="0">
                <a:solidFill>
                  <a:schemeClr val="bg1"/>
                </a:solidFill>
                <a:latin typeface="Arial" panose="020B0604020202020204" pitchFamily="34" charset="0"/>
                <a:ea typeface="微软雅黑" panose="020B0503020204020204" pitchFamily="34" charset="-122"/>
                <a:sym typeface="Arial" panose="020B0604020202020204" pitchFamily="34" charset="0"/>
              </a:rPr>
              <a:t>1000</a:t>
            </a:r>
            <a:r>
              <a:rPr lang="zh-CN" altLang="en-US" sz="1400" dirty="0">
                <a:solidFill>
                  <a:schemeClr val="bg1"/>
                </a:solidFill>
                <a:latin typeface="Arial" panose="020B0604020202020204" pitchFamily="34" charset="0"/>
                <a:ea typeface="微软雅黑" panose="020B0503020204020204" pitchFamily="34" charset="-122"/>
                <a:sym typeface="Arial" panose="020B0604020202020204" pitchFamily="34" charset="0"/>
              </a:rPr>
              <a:t>*</a:t>
            </a:r>
            <a:r>
              <a:rPr lang="en-US" altLang="zh-CN" sz="1400" dirty="0">
                <a:solidFill>
                  <a:schemeClr val="bg1"/>
                </a:solidFill>
                <a:latin typeface="Arial" panose="020B0604020202020204" pitchFamily="34" charset="0"/>
                <a:ea typeface="微软雅黑" panose="020B0503020204020204" pitchFamily="34" charset="-122"/>
                <a:sym typeface="Arial" panose="020B0604020202020204" pitchFamily="34" charset="0"/>
              </a:rPr>
              <a:t>1000</a:t>
            </a:r>
            <a:r>
              <a:rPr lang="zh-CN" altLang="en-US" sz="1400" dirty="0">
                <a:solidFill>
                  <a:schemeClr val="bg1"/>
                </a:solidFill>
                <a:latin typeface="Arial" panose="020B0604020202020204" pitchFamily="34" charset="0"/>
                <a:ea typeface="微软雅黑" panose="020B0503020204020204" pitchFamily="34" charset="-122"/>
                <a:sym typeface="Arial" panose="020B0604020202020204" pitchFamily="34" charset="0"/>
              </a:rPr>
              <a:t>像素</a:t>
            </a:r>
            <a:endParaRPr lang="en-US" altLang="zh-CN" sz="1400"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a:p>
            <a:pPr algn="ctr" eaLnBrk="1" hangingPunct="1">
              <a:lnSpc>
                <a:spcPct val="150000"/>
              </a:lnSpc>
            </a:pPr>
            <a:r>
              <a:rPr lang="zh-CN" altLang="en-US" sz="1400" dirty="0">
                <a:solidFill>
                  <a:schemeClr val="bg1"/>
                </a:solidFill>
                <a:latin typeface="Arial" panose="020B0604020202020204" pitchFamily="34" charset="0"/>
                <a:ea typeface="微软雅黑" panose="020B0503020204020204" pitchFamily="34" charset="-122"/>
                <a:sym typeface="Arial" panose="020B0604020202020204" pitchFamily="34" charset="0"/>
              </a:rPr>
              <a:t>场景图细节图等</a:t>
            </a:r>
            <a:endParaRPr lang="en-US" altLang="zh-CN" sz="1400"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a:p>
            <a:pPr algn="ctr" eaLnBrk="1" hangingPunct="1">
              <a:lnSpc>
                <a:spcPct val="150000"/>
              </a:lnSpc>
            </a:pPr>
            <a:r>
              <a:rPr lang="zh-CN" altLang="en-US" sz="1400" dirty="0">
                <a:solidFill>
                  <a:schemeClr val="bg1"/>
                </a:solidFill>
                <a:latin typeface="Arial" panose="020B0604020202020204" pitchFamily="34" charset="0"/>
                <a:ea typeface="微软雅黑" panose="020B0503020204020204" pitchFamily="34" charset="-122"/>
                <a:sym typeface="Arial" panose="020B0604020202020204" pitchFamily="34" charset="0"/>
              </a:rPr>
              <a:t>标题关键词</a:t>
            </a:r>
            <a:endParaRPr lang="en-US" altLang="zh-CN" sz="1400"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a:p>
            <a:pPr algn="ctr" eaLnBrk="1" hangingPunct="1">
              <a:lnSpc>
                <a:spcPct val="150000"/>
              </a:lnSpc>
            </a:pPr>
            <a:r>
              <a:rPr lang="zh-CN" altLang="en-US" sz="1400" dirty="0">
                <a:solidFill>
                  <a:schemeClr val="bg1"/>
                </a:solidFill>
                <a:latin typeface="Arial" panose="020B0604020202020204" pitchFamily="34" charset="0"/>
                <a:ea typeface="微软雅黑" panose="020B0503020204020204" pitchFamily="34" charset="-122"/>
                <a:sym typeface="Arial" panose="020B0604020202020204" pitchFamily="34" charset="0"/>
              </a:rPr>
              <a:t>五点产品描述</a:t>
            </a:r>
            <a:endParaRPr lang="en-US" altLang="zh-CN" sz="1400"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a:p>
            <a:pPr algn="ctr" eaLnBrk="1" hangingPunct="1">
              <a:lnSpc>
                <a:spcPct val="150000"/>
              </a:lnSpc>
            </a:pPr>
            <a:r>
              <a:rPr lang="en-US" altLang="zh-CN" sz="1400" dirty="0">
                <a:solidFill>
                  <a:schemeClr val="bg1"/>
                </a:solidFill>
                <a:latin typeface="Arial" panose="020B0604020202020204" pitchFamily="34" charset="0"/>
                <a:ea typeface="微软雅黑" panose="020B0503020204020204" pitchFamily="34" charset="-122"/>
                <a:sym typeface="Arial" panose="020B0604020202020204" pitchFamily="34" charset="0"/>
              </a:rPr>
              <a:t>A+</a:t>
            </a:r>
            <a:r>
              <a:rPr lang="zh-CN" altLang="en-US" sz="1400" dirty="0">
                <a:solidFill>
                  <a:schemeClr val="bg1"/>
                </a:solidFill>
                <a:latin typeface="Arial" panose="020B0604020202020204" pitchFamily="34" charset="0"/>
                <a:ea typeface="微软雅黑" panose="020B0503020204020204" pitchFamily="34" charset="-122"/>
                <a:sym typeface="Arial" panose="020B0604020202020204" pitchFamily="34" charset="0"/>
              </a:rPr>
              <a:t>页面</a:t>
            </a:r>
            <a:endParaRPr lang="zh-CN" altLang="en-US" sz="1400"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grpSp>
        <p:nvGrpSpPr>
          <p:cNvPr id="42002" name="iṣļïḋé"/>
          <p:cNvGrpSpPr/>
          <p:nvPr/>
        </p:nvGrpSpPr>
        <p:grpSpPr>
          <a:xfrm>
            <a:off x="2543175" y="1517650"/>
            <a:ext cx="258763" cy="292100"/>
            <a:chOff x="1687513" y="1622425"/>
            <a:chExt cx="314325" cy="355600"/>
          </a:xfrm>
        </p:grpSpPr>
        <p:sp>
          <p:nvSpPr>
            <p:cNvPr id="42015" name="isľiḓè"/>
            <p:cNvSpPr/>
            <p:nvPr/>
          </p:nvSpPr>
          <p:spPr>
            <a:xfrm>
              <a:off x="1687513" y="1622425"/>
              <a:ext cx="314325" cy="355600"/>
            </a:xfrm>
            <a:custGeom>
              <a:avLst/>
              <a:gdLst>
                <a:gd name="txL" fmla="*/ 0 w 233"/>
                <a:gd name="txT" fmla="*/ 0 h 264"/>
                <a:gd name="txR" fmla="*/ 233 w 233"/>
                <a:gd name="txB" fmla="*/ 264 h 264"/>
              </a:gdLst>
              <a:ahLst/>
              <a:cxnLst>
                <a:cxn ang="0">
                  <a:pos x="2147483647" y="2147483647"/>
                </a:cxn>
                <a:cxn ang="0">
                  <a:pos x="2147483647" y="2147483647"/>
                </a:cxn>
                <a:cxn ang="0">
                  <a:pos x="0"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rect l="txL" t="txT" r="txR" b="txB"/>
              <a:pathLst>
                <a:path w="233" h="264">
                  <a:moveTo>
                    <a:pt x="17" y="264"/>
                  </a:moveTo>
                  <a:cubicBezTo>
                    <a:pt x="14" y="264"/>
                    <a:pt x="11" y="263"/>
                    <a:pt x="9" y="262"/>
                  </a:cubicBezTo>
                  <a:cubicBezTo>
                    <a:pt x="3" y="259"/>
                    <a:pt x="0" y="253"/>
                    <a:pt x="0" y="247"/>
                  </a:cubicBezTo>
                  <a:cubicBezTo>
                    <a:pt x="0" y="17"/>
                    <a:pt x="0" y="17"/>
                    <a:pt x="0" y="17"/>
                  </a:cubicBezTo>
                  <a:cubicBezTo>
                    <a:pt x="0" y="11"/>
                    <a:pt x="3" y="6"/>
                    <a:pt x="9" y="3"/>
                  </a:cubicBezTo>
                  <a:cubicBezTo>
                    <a:pt x="14" y="0"/>
                    <a:pt x="20" y="0"/>
                    <a:pt x="25" y="3"/>
                  </a:cubicBezTo>
                  <a:cubicBezTo>
                    <a:pt x="225" y="118"/>
                    <a:pt x="225" y="118"/>
                    <a:pt x="225" y="118"/>
                  </a:cubicBezTo>
                  <a:cubicBezTo>
                    <a:pt x="230" y="121"/>
                    <a:pt x="233" y="126"/>
                    <a:pt x="233" y="132"/>
                  </a:cubicBezTo>
                  <a:cubicBezTo>
                    <a:pt x="233" y="138"/>
                    <a:pt x="230" y="144"/>
                    <a:pt x="225" y="147"/>
                  </a:cubicBezTo>
                  <a:cubicBezTo>
                    <a:pt x="25" y="262"/>
                    <a:pt x="25" y="262"/>
                    <a:pt x="25" y="262"/>
                  </a:cubicBezTo>
                  <a:cubicBezTo>
                    <a:pt x="23" y="263"/>
                    <a:pt x="20" y="264"/>
                    <a:pt x="17" y="264"/>
                  </a:cubicBezTo>
                  <a:close/>
                </a:path>
              </a:pathLst>
            </a:custGeom>
            <a:solidFill>
              <a:srgbClr val="FFFFFF">
                <a:alpha val="100000"/>
              </a:srgbClr>
            </a:solidFill>
            <a:ln w="9525">
              <a:noFill/>
            </a:ln>
          </p:spPr>
          <p:txBody>
            <a:bodyPr/>
            <a:p>
              <a:endParaRPr lang="zh-CN" altLang="en-US"/>
            </a:p>
          </p:txBody>
        </p:sp>
        <p:sp>
          <p:nvSpPr>
            <p:cNvPr id="108" name="ïsļïḓé"/>
            <p:cNvSpPr/>
            <p:nvPr/>
          </p:nvSpPr>
          <p:spPr bwMode="auto">
            <a:xfrm>
              <a:off x="1845639" y="1759641"/>
              <a:ext cx="71350" cy="81170"/>
            </a:xfrm>
            <a:custGeom>
              <a:avLst/>
              <a:gdLst/>
              <a:ahLst/>
              <a:cxnLst>
                <a:cxn ang="0">
                  <a:pos x="0" y="0"/>
                </a:cxn>
                <a:cxn ang="0">
                  <a:pos x="44" y="26"/>
                </a:cxn>
                <a:cxn ang="0">
                  <a:pos x="0" y="52"/>
                </a:cxn>
                <a:cxn ang="0">
                  <a:pos x="0" y="0"/>
                </a:cxn>
              </a:cxnLst>
              <a:rect l="0" t="0" r="r" b="b"/>
              <a:pathLst>
                <a:path w="44" h="52">
                  <a:moveTo>
                    <a:pt x="0" y="0"/>
                  </a:moveTo>
                  <a:lnTo>
                    <a:pt x="44" y="26"/>
                  </a:lnTo>
                  <a:lnTo>
                    <a:pt x="0" y="52"/>
                  </a:lnTo>
                  <a:lnTo>
                    <a:pt x="0" y="0"/>
                  </a:lnTo>
                  <a:close/>
                </a:path>
              </a:pathLst>
            </a:custGeom>
            <a:solidFill>
              <a:schemeClr val="accent4"/>
            </a:solidFill>
            <a:ln w="9525">
              <a:noFill/>
              <a:round/>
            </a:ln>
          </p:spPr>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chemeClr val="tx1"/>
                </a:solidFill>
                <a:effectLst/>
                <a:uLnTx/>
                <a:uFillTx/>
                <a:latin typeface="等线" pitchFamily="2" charset="-122"/>
                <a:ea typeface="等线" pitchFamily="2" charset="-122"/>
                <a:cs typeface="+mn-cs"/>
              </a:endParaRPr>
            </a:p>
          </p:txBody>
        </p:sp>
      </p:grpSp>
      <p:sp>
        <p:nvSpPr>
          <p:cNvPr id="109" name="文本框 108"/>
          <p:cNvSpPr txBox="1"/>
          <p:nvPr/>
        </p:nvSpPr>
        <p:spPr>
          <a:xfrm>
            <a:off x="1052513" y="1427163"/>
            <a:ext cx="1416050" cy="460375"/>
          </a:xfrm>
          <a:prstGeom prst="rect">
            <a:avLst/>
          </a:prstGeom>
          <a:noFill/>
        </p:spPr>
        <p:txBody>
          <a:bodyPr wrap="none">
            <a:spAutoFit/>
          </a:bodyPr>
          <a:lstStyle/>
          <a:p>
            <a:pPr marR="0" defTabSz="914400" eaLnBrk="1" hangingPunct="1">
              <a:buClrTx/>
              <a:buSzTx/>
              <a:buFontTx/>
              <a:defRPr/>
            </a:pPr>
            <a:r>
              <a:rPr kumimoji="0" lang="zh-CN" altLang="en-US" sz="2400" b="1" kern="1200" cap="none" spc="0" normalizeH="0" baseline="0" noProof="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打造流程</a:t>
            </a:r>
            <a:endParaRPr kumimoji="0" lang="zh-CN" altLang="en-US" sz="2400" b="1" kern="1200" cap="none" spc="0" normalizeH="0" baseline="0" noProof="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42004" name="TextBox 2"/>
          <p:cNvSpPr txBox="1"/>
          <p:nvPr/>
        </p:nvSpPr>
        <p:spPr>
          <a:xfrm>
            <a:off x="3582988" y="3636963"/>
            <a:ext cx="2492375" cy="1670050"/>
          </a:xfrm>
          <a:prstGeom prst="rect">
            <a:avLst/>
          </a:prstGeom>
          <a:noFill/>
          <a:ln w="9525">
            <a:noFill/>
          </a:ln>
        </p:spPr>
        <p:txBody>
          <a:bodyPr>
            <a:spAutoFit/>
          </a:bodyPr>
          <a:p>
            <a:pPr algn="ctr" eaLnBrk="1" hangingPunct="1">
              <a:lnSpc>
                <a:spcPct val="150000"/>
              </a:lnSpc>
            </a:pPr>
            <a:r>
              <a:rPr lang="zh-CN" altLang="en-US" sz="1400" dirty="0">
                <a:solidFill>
                  <a:schemeClr val="bg1"/>
                </a:solidFill>
                <a:latin typeface="Arial" panose="020B0604020202020204" pitchFamily="34" charset="0"/>
                <a:ea typeface="微软雅黑" panose="020B0503020204020204" pitchFamily="34" charset="-122"/>
                <a:sym typeface="Arial" panose="020B0604020202020204" pitchFamily="34" charset="0"/>
              </a:rPr>
              <a:t>根据搜索数据老外的搜索习惯，口语设置</a:t>
            </a:r>
            <a:endParaRPr lang="en-US" altLang="zh-CN" sz="1400"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a:p>
            <a:pPr algn="ctr" eaLnBrk="1" hangingPunct="1">
              <a:lnSpc>
                <a:spcPct val="150000"/>
              </a:lnSpc>
            </a:pPr>
            <a:endParaRPr lang="en-US" altLang="zh-CN" sz="1400"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a:p>
            <a:pPr algn="ctr" eaLnBrk="1" hangingPunct="1">
              <a:lnSpc>
                <a:spcPct val="150000"/>
              </a:lnSpc>
            </a:pPr>
            <a:r>
              <a:rPr lang="zh-CN" altLang="en-US" sz="1400" dirty="0">
                <a:solidFill>
                  <a:schemeClr val="bg1"/>
                </a:solidFill>
                <a:latin typeface="Arial" panose="020B0604020202020204" pitchFamily="34" charset="0"/>
                <a:ea typeface="微软雅黑" panose="020B0503020204020204" pitchFamily="34" charset="-122"/>
                <a:sym typeface="Arial" panose="020B0604020202020204" pitchFamily="34" charset="0"/>
              </a:rPr>
              <a:t>产品特点，规格，参数，卖点，售后</a:t>
            </a:r>
            <a:endParaRPr lang="zh-CN" altLang="en-US" sz="1400"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sp>
        <p:nvSpPr>
          <p:cNvPr id="42005" name="TextBox 2"/>
          <p:cNvSpPr txBox="1"/>
          <p:nvPr/>
        </p:nvSpPr>
        <p:spPr>
          <a:xfrm>
            <a:off x="6308725" y="3762375"/>
            <a:ext cx="2492375" cy="1708150"/>
          </a:xfrm>
          <a:prstGeom prst="rect">
            <a:avLst/>
          </a:prstGeom>
          <a:noFill/>
          <a:ln w="9525">
            <a:noFill/>
          </a:ln>
        </p:spPr>
        <p:txBody>
          <a:bodyPr>
            <a:spAutoFit/>
          </a:bodyPr>
          <a:p>
            <a:pPr algn="ctr" eaLnBrk="1" hangingPunct="1">
              <a:lnSpc>
                <a:spcPct val="150000"/>
              </a:lnSpc>
            </a:pPr>
            <a:r>
              <a:rPr lang="zh-CN" altLang="en-US" sz="1400" dirty="0">
                <a:solidFill>
                  <a:schemeClr val="bg1"/>
                </a:solidFill>
                <a:latin typeface="Arial" panose="020B0604020202020204" pitchFamily="34" charset="0"/>
                <a:ea typeface="微软雅黑" panose="020B0503020204020204" pitchFamily="34" charset="-122"/>
                <a:sym typeface="Arial" panose="020B0604020202020204" pitchFamily="34" charset="0"/>
              </a:rPr>
              <a:t>专业测评师，索评</a:t>
            </a:r>
            <a:endParaRPr lang="en-US" altLang="zh-CN" sz="1400"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a:p>
            <a:pPr algn="ctr" eaLnBrk="1" hangingPunct="1">
              <a:lnSpc>
                <a:spcPct val="150000"/>
              </a:lnSpc>
            </a:pPr>
            <a:r>
              <a:rPr lang="zh-CN" altLang="en-US" sz="1400" dirty="0">
                <a:solidFill>
                  <a:schemeClr val="bg1"/>
                </a:solidFill>
                <a:latin typeface="Arial" panose="020B0604020202020204" pitchFamily="34" charset="0"/>
                <a:ea typeface="微软雅黑" panose="020B0503020204020204" pitchFamily="34" charset="-122"/>
                <a:sym typeface="Arial" panose="020B0604020202020204" pitchFamily="34" charset="0"/>
              </a:rPr>
              <a:t>提高转化利器</a:t>
            </a:r>
            <a:endParaRPr lang="en-US" altLang="zh-CN" sz="1400"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a:p>
            <a:pPr algn="ctr" eaLnBrk="1" hangingPunct="1">
              <a:lnSpc>
                <a:spcPct val="150000"/>
              </a:lnSpc>
            </a:pPr>
            <a:r>
              <a:rPr lang="zh-CN" altLang="en-US" sz="1400" dirty="0">
                <a:solidFill>
                  <a:srgbClr val="FFFFFF"/>
                </a:solidFill>
                <a:latin typeface="Arial" panose="020B0604020202020204" pitchFamily="34" charset="0"/>
                <a:ea typeface="微软雅黑" panose="020B0503020204020204" pitchFamily="34" charset="-122"/>
                <a:sym typeface="Arial" panose="020B0604020202020204" pitchFamily="34" charset="0"/>
              </a:rPr>
              <a:t>让其他客户能尽快下单，提升我们的转化率。</a:t>
            </a:r>
            <a:endParaRPr lang="en-US" altLang="zh-CN" sz="1400" dirty="0">
              <a:solidFill>
                <a:srgbClr val="FFFFFF"/>
              </a:solidFill>
              <a:latin typeface="Arial" panose="020B0604020202020204" pitchFamily="34" charset="0"/>
              <a:ea typeface="微软雅黑" panose="020B0503020204020204" pitchFamily="34" charset="-122"/>
              <a:sym typeface="Arial" panose="020B0604020202020204" pitchFamily="34" charset="0"/>
            </a:endParaRPr>
          </a:p>
          <a:p>
            <a:pPr algn="ctr" eaLnBrk="1" hangingPunct="1">
              <a:lnSpc>
                <a:spcPct val="150000"/>
              </a:lnSpc>
            </a:pPr>
            <a:endParaRPr lang="zh-CN" altLang="en-US" sz="1400"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sp>
        <p:nvSpPr>
          <p:cNvPr id="42006" name="TextBox 2"/>
          <p:cNvSpPr txBox="1"/>
          <p:nvPr/>
        </p:nvSpPr>
        <p:spPr>
          <a:xfrm>
            <a:off x="9191625" y="3735388"/>
            <a:ext cx="2492375" cy="700087"/>
          </a:xfrm>
          <a:prstGeom prst="rect">
            <a:avLst/>
          </a:prstGeom>
          <a:noFill/>
          <a:ln w="9525">
            <a:noFill/>
          </a:ln>
        </p:spPr>
        <p:txBody>
          <a:bodyPr>
            <a:spAutoFit/>
          </a:bodyPr>
          <a:p>
            <a:pPr algn="ctr" eaLnBrk="1" hangingPunct="1">
              <a:lnSpc>
                <a:spcPct val="150000"/>
              </a:lnSpc>
            </a:pPr>
            <a:r>
              <a:rPr lang="en-US" altLang="zh-CN" sz="1400" dirty="0">
                <a:solidFill>
                  <a:schemeClr val="bg1"/>
                </a:solidFill>
                <a:latin typeface="Arial" panose="020B0604020202020204" pitchFamily="34" charset="0"/>
                <a:ea typeface="微软雅黑" panose="020B0503020204020204" pitchFamily="34" charset="-122"/>
                <a:sym typeface="Arial" panose="020B0604020202020204" pitchFamily="34" charset="0"/>
              </a:rPr>
              <a:t>BD/LD/DOTD</a:t>
            </a:r>
            <a:endParaRPr lang="en-US" altLang="zh-CN" sz="1400"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a:p>
            <a:pPr algn="ctr" eaLnBrk="1" hangingPunct="1">
              <a:lnSpc>
                <a:spcPct val="150000"/>
              </a:lnSpc>
            </a:pPr>
            <a:r>
              <a:rPr lang="zh-CN" altLang="en-US" sz="1400" dirty="0">
                <a:solidFill>
                  <a:schemeClr val="bg1"/>
                </a:solidFill>
                <a:latin typeface="Arial" panose="020B0604020202020204" pitchFamily="34" charset="0"/>
                <a:ea typeface="微软雅黑" panose="020B0503020204020204" pitchFamily="34" charset="-122"/>
                <a:sym typeface="Arial" panose="020B0604020202020204" pitchFamily="34" charset="0"/>
              </a:rPr>
              <a:t>站外引流</a:t>
            </a:r>
            <a:endParaRPr lang="zh-CN" altLang="en-US" sz="1400"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spTree>
  </p:cSld>
  <p:clrMapOvr>
    <a:masterClrMapping/>
  </p:clrMapOvr>
  <p:transition spd="slow" advTm="3000">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 name="文本框 15"/>
          <p:cNvSpPr txBox="1"/>
          <p:nvPr/>
        </p:nvSpPr>
        <p:spPr>
          <a:xfrm>
            <a:off x="983128" y="746936"/>
            <a:ext cx="1835118" cy="292388"/>
          </a:xfrm>
          <a:prstGeom prst="rect">
            <a:avLst/>
          </a:prstGeom>
          <a:noFill/>
          <a:ln w="12700" cap="flat">
            <a:noFill/>
            <a:miter lim="400000"/>
          </a:ln>
        </p:spPr>
        <p:style>
          <a:lnRef idx="0">
            <a:scrgbClr r="0" g="0" b="0"/>
          </a:lnRef>
          <a:fillRef idx="0">
            <a:scrgbClr r="0" g="0" b="0"/>
          </a:fillRef>
          <a:effectRef idx="0">
            <a:scrgbClr r="0" g="0" b="0"/>
          </a:effectRef>
          <a:fontRef idx="none"/>
        </p:style>
        <p:txBody>
          <a:bodyPr spcFirstLastPara="1" wrap="none" lIns="22860" tIns="22860" rIns="22860" bIns="22860" spcCol="3810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600" b="0" i="0" u="none" strike="noStrike" kern="1200" cap="none" spc="0" normalizeH="0" baseline="0" noProof="0" dirty="0">
                <a:ln>
                  <a:noFill/>
                </a:ln>
                <a:solidFill>
                  <a:schemeClr val="bg1">
                    <a:alpha val="60000"/>
                  </a:schemeClr>
                </a:solidFill>
                <a:effectLst/>
                <a:uLnTx/>
                <a:uFillTx/>
                <a:latin typeface="Arial" panose="020B0604020202020204" pitchFamily="34" charset="0"/>
                <a:ea typeface="微软雅黑" panose="020B0503020204020204" pitchFamily="34" charset="-122"/>
                <a:cs typeface="+mn-ea"/>
                <a:sym typeface="Arial" panose="020B0604020202020204" pitchFamily="34" charset="0"/>
              </a:rPr>
              <a:t>Station optimization</a:t>
            </a:r>
            <a:endParaRPr kumimoji="0" lang="en-US" altLang="zh-CN" sz="1600" b="0" i="0" u="none" strike="noStrike" kern="1200" cap="none" spc="0" normalizeH="0" baseline="0" noProof="0" dirty="0">
              <a:ln>
                <a:noFill/>
              </a:ln>
              <a:solidFill>
                <a:schemeClr val="bg1">
                  <a:alpha val="60000"/>
                </a:schemeClr>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grpSp>
        <p:nvGrpSpPr>
          <p:cNvPr id="2" name="组合 17"/>
          <p:cNvGrpSpPr/>
          <p:nvPr/>
        </p:nvGrpSpPr>
        <p:grpSpPr>
          <a:xfrm>
            <a:off x="244476" y="292500"/>
            <a:ext cx="493773" cy="615629"/>
            <a:chOff x="7409" y="353"/>
            <a:chExt cx="1374" cy="1582"/>
          </a:xfrm>
          <a:solidFill>
            <a:srgbClr val="1766F3"/>
          </a:solidFill>
        </p:grpSpPr>
        <p:sp>
          <p:nvSpPr>
            <p:cNvPr id="20" name="平行四边形 19"/>
            <p:cNvSpPr/>
            <p:nvPr/>
          </p:nvSpPr>
          <p:spPr>
            <a:xfrm>
              <a:off x="7409" y="353"/>
              <a:ext cx="788" cy="981"/>
            </a:xfrm>
            <a:prstGeom prst="parallelogram">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3600" b="0" i="0" u="none" strike="noStrike" kern="1200" cap="none" spc="0" normalizeH="0" baseline="0" noProof="0">
                <a:ln>
                  <a:noFill/>
                </a:ln>
                <a:solidFill>
                  <a:schemeClr val="lt1"/>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1" name="平行四边形 20"/>
            <p:cNvSpPr/>
            <p:nvPr/>
          </p:nvSpPr>
          <p:spPr>
            <a:xfrm>
              <a:off x="7995" y="955"/>
              <a:ext cx="788" cy="981"/>
            </a:xfrm>
            <a:prstGeom prst="parallelogram">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3600" b="0" i="0" u="none" strike="noStrike" kern="1200" cap="none" spc="0" normalizeH="0" baseline="0" noProof="0">
                <a:ln>
                  <a:noFill/>
                </a:ln>
                <a:solidFill>
                  <a:schemeClr val="lt1"/>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grpSp>
      <p:sp>
        <p:nvSpPr>
          <p:cNvPr id="19" name="文本框 18"/>
          <p:cNvSpPr txBox="1"/>
          <p:nvPr/>
        </p:nvSpPr>
        <p:spPr>
          <a:xfrm>
            <a:off x="879475" y="274638"/>
            <a:ext cx="2206625" cy="554038"/>
          </a:xfrm>
          <a:prstGeom prst="rect">
            <a:avLst/>
          </a:prstGeom>
          <a:noFill/>
        </p:spPr>
        <p:txBody>
          <a:bodyPr wrap="none">
            <a:spAutoFit/>
          </a:bodyPr>
          <a:lstStyle/>
          <a:p>
            <a:pPr marR="0" defTabSz="914400" eaLnBrk="1" hangingPunct="1">
              <a:buClrTx/>
              <a:buSzTx/>
              <a:buFontTx/>
              <a:defRPr/>
            </a:pPr>
            <a:r>
              <a:rPr kumimoji="0" lang="en-US" altLang="zh-CN" sz="3000" b="1" kern="1200" cap="none" spc="-150" normalizeH="0" baseline="0" noProof="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1</a:t>
            </a:r>
            <a:r>
              <a:rPr kumimoji="0" lang="zh-CN" altLang="en-US" sz="3000" b="1" kern="1200" cap="none" spc="-150" normalizeH="0" baseline="0" noProof="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：站内优化</a:t>
            </a:r>
            <a:endParaRPr kumimoji="0" lang="zh-CN" altLang="en-US" sz="3000" b="1" kern="1200" cap="none" spc="-150" normalizeH="0" baseline="0" noProof="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graphicFrame>
        <p:nvGraphicFramePr>
          <p:cNvPr id="24" name="表格 23"/>
          <p:cNvGraphicFramePr>
            <a:graphicFrameLocks noGrp="1"/>
          </p:cNvGraphicFramePr>
          <p:nvPr>
            <p:custDataLst>
              <p:tags r:id="rId1"/>
            </p:custDataLst>
          </p:nvPr>
        </p:nvGraphicFramePr>
        <p:xfrm>
          <a:off x="419100" y="1054100"/>
          <a:ext cx="11277600" cy="5304994"/>
        </p:xfrm>
        <a:graphic>
          <a:graphicData uri="http://schemas.openxmlformats.org/drawingml/2006/table">
            <a:tbl>
              <a:tblPr/>
              <a:tblGrid>
                <a:gridCol w="525532"/>
                <a:gridCol w="436633"/>
                <a:gridCol w="1309895"/>
                <a:gridCol w="9005539"/>
              </a:tblGrid>
              <a:tr h="175206">
                <a:tc>
                  <a:txBody>
                    <a:bodyPr/>
                    <a:lstStyle/>
                    <a:p>
                      <a:pPr algn="l" fontAlgn="b"/>
                      <a:endParaRPr lang="zh-CN" altLang="en-US" sz="500" b="0" i="0" u="none" strike="noStrike" dirty="0">
                        <a:solidFill>
                          <a:srgbClr val="000000"/>
                        </a:solidFill>
                        <a:latin typeface="宋体" panose="02010600030101010101" pitchFamily="2" charset="-122"/>
                      </a:endParaRPr>
                    </a:p>
                  </a:txBody>
                  <a:tcPr marL="0" marR="0" marT="0" marB="0" anchor="ctr">
                    <a:lnL>
                      <a:noFill/>
                    </a:lnL>
                    <a:lnR>
                      <a:noFill/>
                    </a:lnR>
                    <a:lnT>
                      <a:noFill/>
                    </a:lnT>
                    <a:lnB>
                      <a:noFill/>
                    </a:lnB>
                    <a:solidFill>
                      <a:schemeClr val="bg1"/>
                    </a:solidFill>
                  </a:tcPr>
                </a:tc>
                <a:tc>
                  <a:txBody>
                    <a:bodyPr/>
                    <a:lstStyle/>
                    <a:p>
                      <a:pPr algn="l" fontAlgn="ctr"/>
                      <a:endParaRPr lang="zh-CN" altLang="en-US" sz="500" b="0" i="0" u="none" strike="noStrike" dirty="0">
                        <a:solidFill>
                          <a:srgbClr val="000000"/>
                        </a:solidFill>
                        <a:latin typeface="微软雅黑" panose="020B0503020204020204" pitchFamily="34" charset="-122"/>
                      </a:endParaRP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chemeClr val="bg1"/>
                    </a:solidFill>
                  </a:tcPr>
                </a:tc>
                <a:tc>
                  <a:txBody>
                    <a:bodyPr/>
                    <a:lstStyle/>
                    <a:p>
                      <a:pPr algn="l" fontAlgn="b"/>
                      <a:r>
                        <a:rPr lang="zh-CN" altLang="en-US" sz="1050" b="1" i="0" u="none" strike="noStrike" dirty="0">
                          <a:solidFill>
                            <a:srgbClr val="000000"/>
                          </a:solidFill>
                          <a:latin typeface="微软雅黑" panose="020B0503020204020204" pitchFamily="34" charset="-122"/>
                        </a:rPr>
                        <a:t>标题</a:t>
                      </a:r>
                      <a:endParaRPr lang="zh-CN" altLang="en-US" sz="1050" b="0" i="0" u="none" strike="noStrike" dirty="0">
                        <a:solidFill>
                          <a:srgbClr val="000000"/>
                        </a:solidFill>
                        <a:latin typeface="宋体" panose="02010600030101010101" pitchFamily="2"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zh-CN" altLang="en-US" sz="1050" b="0" i="0" u="none" strike="noStrike" dirty="0">
                          <a:solidFill>
                            <a:schemeClr val="tx1"/>
                          </a:solidFill>
                          <a:latin typeface="微软雅黑" panose="020B0503020204020204" pitchFamily="34" charset="-122"/>
                        </a:rPr>
                        <a:t>品牌</a:t>
                      </a:r>
                      <a:r>
                        <a:rPr lang="en-US" altLang="zh-CN" sz="1050" b="0" i="0" u="none" strike="noStrike" dirty="0">
                          <a:solidFill>
                            <a:schemeClr val="tx1"/>
                          </a:solidFill>
                          <a:latin typeface="微软雅黑" panose="020B0503020204020204" pitchFamily="34" charset="-122"/>
                        </a:rPr>
                        <a:t>+</a:t>
                      </a:r>
                      <a:r>
                        <a:rPr lang="zh-CN" altLang="en-US" sz="1050" b="0" i="0" u="none" strike="noStrike" dirty="0">
                          <a:solidFill>
                            <a:schemeClr val="tx1"/>
                          </a:solidFill>
                          <a:latin typeface="微软雅黑" panose="020B0503020204020204" pitchFamily="34" charset="-122"/>
                        </a:rPr>
                        <a:t>主推关键词</a:t>
                      </a:r>
                      <a:r>
                        <a:rPr lang="en-US" altLang="zh-CN" sz="1050" b="0" i="0" u="none" strike="noStrike" dirty="0">
                          <a:solidFill>
                            <a:schemeClr val="tx1"/>
                          </a:solidFill>
                          <a:latin typeface="微软雅黑" panose="020B0503020204020204" pitchFamily="34" charset="-122"/>
                        </a:rPr>
                        <a:t>+</a:t>
                      </a:r>
                      <a:r>
                        <a:rPr lang="zh-CN" altLang="en-US" sz="1050" b="0" i="0" u="none" strike="noStrike" dirty="0">
                          <a:solidFill>
                            <a:schemeClr val="tx1"/>
                          </a:solidFill>
                          <a:latin typeface="微软雅黑" panose="020B0503020204020204" pitchFamily="34" charset="-122"/>
                        </a:rPr>
                        <a:t>修饰词</a:t>
                      </a:r>
                      <a:r>
                        <a:rPr lang="en-US" altLang="zh-CN" sz="1050" b="0" i="0" u="none" strike="noStrike" dirty="0">
                          <a:solidFill>
                            <a:schemeClr val="tx1"/>
                          </a:solidFill>
                          <a:latin typeface="微软雅黑" panose="020B0503020204020204" pitchFamily="34" charset="-122"/>
                        </a:rPr>
                        <a:t>+</a:t>
                      </a:r>
                      <a:r>
                        <a:rPr lang="zh-CN" altLang="en-US" sz="1050" b="0" i="0" u="none" strike="noStrike" dirty="0">
                          <a:solidFill>
                            <a:schemeClr val="tx1"/>
                          </a:solidFill>
                          <a:latin typeface="微软雅黑" panose="020B0503020204020204" pitchFamily="34" charset="-122"/>
                        </a:rPr>
                        <a:t>副关键词</a:t>
                      </a:r>
                      <a:r>
                        <a:rPr lang="en-US" altLang="zh-CN" sz="1050" b="0" i="0" u="none" strike="noStrike" dirty="0">
                          <a:solidFill>
                            <a:schemeClr val="tx1"/>
                          </a:solidFill>
                          <a:latin typeface="微软雅黑" panose="020B0503020204020204" pitchFamily="34" charset="-122"/>
                        </a:rPr>
                        <a:t>+</a:t>
                      </a:r>
                      <a:r>
                        <a:rPr lang="zh-CN" altLang="en-US" sz="1050" b="0" i="0" u="none" strike="noStrike" dirty="0">
                          <a:solidFill>
                            <a:schemeClr val="tx1"/>
                          </a:solidFill>
                          <a:latin typeface="微软雅黑" panose="020B0503020204020204" pitchFamily="34" charset="-122"/>
                        </a:rPr>
                        <a:t>主要功能</a:t>
                      </a:r>
                      <a:r>
                        <a:rPr lang="en-US" altLang="zh-CN" sz="1050" b="0" i="0" u="none" strike="noStrike" dirty="0">
                          <a:solidFill>
                            <a:schemeClr val="tx1"/>
                          </a:solidFill>
                          <a:latin typeface="微软雅黑" panose="020B0503020204020204" pitchFamily="34" charset="-122"/>
                        </a:rPr>
                        <a:t>+</a:t>
                      </a:r>
                      <a:r>
                        <a:rPr lang="zh-CN" altLang="en-US" sz="1050" b="0" i="0" u="none" strike="noStrike" dirty="0">
                          <a:solidFill>
                            <a:schemeClr val="tx1"/>
                          </a:solidFill>
                          <a:latin typeface="微软雅黑" panose="020B0503020204020204" pitchFamily="34" charset="-122"/>
                        </a:rPr>
                        <a:t>次要功能</a:t>
                      </a:r>
                      <a:r>
                        <a:rPr lang="en-US" altLang="zh-CN" sz="1050" b="0" i="0" u="none" strike="noStrike" dirty="0">
                          <a:solidFill>
                            <a:schemeClr val="tx1"/>
                          </a:solidFill>
                          <a:latin typeface="微软雅黑" panose="020B0503020204020204" pitchFamily="34" charset="-122"/>
                        </a:rPr>
                        <a:t>+</a:t>
                      </a:r>
                      <a:r>
                        <a:rPr lang="zh-CN" altLang="en-US" sz="1050" b="0" i="0" u="none" strike="noStrike" dirty="0">
                          <a:solidFill>
                            <a:schemeClr val="tx1"/>
                          </a:solidFill>
                          <a:latin typeface="微软雅黑" panose="020B0503020204020204" pitchFamily="34" charset="-122"/>
                        </a:rPr>
                        <a:t>型号、颜色 </a:t>
                      </a:r>
                      <a:r>
                        <a:rPr lang="en-US" sz="1050" b="0" i="0" u="none" strike="noStrike" dirty="0">
                          <a:solidFill>
                            <a:schemeClr val="tx1"/>
                          </a:solidFill>
                          <a:latin typeface="微软雅黑" panose="020B0503020204020204" pitchFamily="34" charset="-122"/>
                        </a:rPr>
                        <a:t>Title</a:t>
                      </a:r>
                      <a:r>
                        <a:rPr lang="zh-CN" altLang="en-US" sz="1050" b="0" i="0" u="none" strike="noStrike" dirty="0">
                          <a:solidFill>
                            <a:schemeClr val="tx1"/>
                          </a:solidFill>
                          <a:latin typeface="微软雅黑" panose="020B0503020204020204" pitchFamily="34" charset="-122"/>
                        </a:rPr>
                        <a:t>的可读性要大于可搜索性</a:t>
                      </a:r>
                      <a:r>
                        <a:rPr lang="en-US" altLang="zh-CN" sz="1050" b="0" i="0" u="none" strike="noStrike" dirty="0">
                          <a:solidFill>
                            <a:schemeClr val="tx1"/>
                          </a:solidFill>
                          <a:latin typeface="微软雅黑" panose="020B0503020204020204" pitchFamily="34" charset="-122"/>
                        </a:rPr>
                        <a:t>(</a:t>
                      </a:r>
                      <a:r>
                        <a:rPr lang="zh-CN" altLang="en-US" sz="1050" b="0" i="0" u="none" strike="noStrike" dirty="0">
                          <a:solidFill>
                            <a:schemeClr val="tx1"/>
                          </a:solidFill>
                          <a:latin typeface="微软雅黑" panose="020B0503020204020204" pitchFamily="34" charset="-122"/>
                        </a:rPr>
                        <a:t>亚马逊的客户体验最重要</a:t>
                      </a:r>
                      <a:r>
                        <a:rPr lang="en-US" altLang="zh-CN" sz="1050" b="0" i="0" u="none" strike="noStrike" dirty="0">
                          <a:solidFill>
                            <a:schemeClr val="tx1"/>
                          </a:solidFill>
                          <a:latin typeface="微软雅黑" panose="020B0503020204020204" pitchFamily="34" charset="-122"/>
                        </a:rPr>
                        <a:t>)</a:t>
                      </a:r>
                      <a:endParaRPr lang="en-US" altLang="zh-CN" sz="1050" b="0" i="0" u="none" strike="noStrike" dirty="0">
                        <a:solidFill>
                          <a:schemeClr val="tx1"/>
                        </a:solidFill>
                        <a:latin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r>
              <a:tr h="335533">
                <a:tc>
                  <a:txBody>
                    <a:bodyPr/>
                    <a:lstStyle/>
                    <a:p>
                      <a:pPr algn="l" fontAlgn="ctr"/>
                      <a:endParaRPr lang="zh-CN" altLang="en-US" sz="500" b="0" i="0" u="none" strike="noStrike" dirty="0">
                        <a:solidFill>
                          <a:srgbClr val="000000"/>
                        </a:solidFill>
                        <a:latin typeface="微软雅黑" panose="020B0503020204020204" pitchFamily="34" charset="-122"/>
                      </a:endParaRPr>
                    </a:p>
                  </a:txBody>
                  <a:tcPr marL="0" marR="0" marT="0" marB="0" anchor="ctr">
                    <a:lnL>
                      <a:noFill/>
                    </a:lnL>
                    <a:lnR>
                      <a:noFill/>
                    </a:lnR>
                    <a:lnT>
                      <a:noFill/>
                    </a:lnT>
                    <a:lnB>
                      <a:noFill/>
                    </a:lnB>
                    <a:solidFill>
                      <a:schemeClr val="bg1"/>
                    </a:solidFill>
                  </a:tcPr>
                </a:tc>
                <a:tc>
                  <a:txBody>
                    <a:bodyPr/>
                    <a:lstStyle/>
                    <a:p>
                      <a:pPr algn="l" fontAlgn="ctr"/>
                      <a:endParaRPr lang="zh-CN" altLang="en-US" sz="500" b="0" i="0" u="none" strike="noStrike" dirty="0">
                        <a:solidFill>
                          <a:srgbClr val="000000"/>
                        </a:solidFill>
                        <a:latin typeface="微软雅黑" panose="020B0503020204020204" pitchFamily="34" charset="-122"/>
                      </a:endParaRP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chemeClr val="bg1"/>
                    </a:solidFill>
                  </a:tcPr>
                </a:tc>
                <a:tc>
                  <a:txBody>
                    <a:bodyPr/>
                    <a:lstStyle/>
                    <a:p>
                      <a:pPr algn="l" fontAlgn="ctr"/>
                      <a:r>
                        <a:rPr lang="zh-CN" altLang="en-US" sz="1050" b="1" i="0" u="none" strike="noStrike" dirty="0">
                          <a:solidFill>
                            <a:srgbClr val="000000"/>
                          </a:solidFill>
                          <a:latin typeface="微软雅黑" panose="020B0503020204020204" pitchFamily="34" charset="-122"/>
                        </a:rPr>
                        <a:t>图片</a:t>
                      </a:r>
                      <a:endParaRPr lang="zh-CN" altLang="en-US" sz="1050" b="1" i="0" u="none" strike="noStrike" dirty="0">
                        <a:solidFill>
                          <a:srgbClr val="000000"/>
                        </a:solidFill>
                        <a:latin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en-US" altLang="zh-CN" sz="1050" b="0" i="0" u="none" strike="noStrike" dirty="0">
                          <a:solidFill>
                            <a:schemeClr val="tx1"/>
                          </a:solidFill>
                          <a:latin typeface="微软雅黑" panose="020B0503020204020204" pitchFamily="34" charset="-122"/>
                        </a:rPr>
                        <a:t>7</a:t>
                      </a:r>
                      <a:r>
                        <a:rPr lang="zh-CN" altLang="en-US" sz="1050" b="0" i="0" u="none" strike="noStrike" dirty="0">
                          <a:solidFill>
                            <a:schemeClr val="tx1"/>
                          </a:solidFill>
                          <a:latin typeface="微软雅黑" panose="020B0503020204020204" pitchFamily="34" charset="-122"/>
                        </a:rPr>
                        <a:t>张，主图 卖点图，细节图，场景图，包装图 设计好的包装，去亚马逊申请，会有一个</a:t>
                      </a:r>
                      <a:r>
                        <a:rPr lang="en-US" sz="1050" b="0" i="0" u="none" strike="noStrike" dirty="0">
                          <a:solidFill>
                            <a:schemeClr val="tx1"/>
                          </a:solidFill>
                          <a:latin typeface="微软雅黑" panose="020B0503020204020204" pitchFamily="34" charset="-122"/>
                        </a:rPr>
                        <a:t>personal package，</a:t>
                      </a:r>
                      <a:r>
                        <a:rPr lang="zh-CN" altLang="en-US" sz="1050" b="0" i="0" u="none" strike="noStrike" dirty="0">
                          <a:solidFill>
                            <a:schemeClr val="tx1"/>
                          </a:solidFill>
                          <a:latin typeface="微软雅黑" panose="020B0503020204020204" pitchFamily="34" charset="-122"/>
                        </a:rPr>
                        <a:t>旺季会被推送，视觉上的享受是图片 图片和卖点结合， 品牌故事，产品优势， 核心优点， 附加价值，材质等， 安全性，稳定性 </a:t>
                      </a:r>
                      <a:endParaRPr lang="zh-CN" altLang="en-US" sz="1050" b="0" i="0" u="none" strike="noStrike" dirty="0">
                        <a:solidFill>
                          <a:schemeClr val="tx1"/>
                        </a:solidFill>
                        <a:latin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r>
              <a:tr h="257224">
                <a:tc>
                  <a:txBody>
                    <a:bodyPr/>
                    <a:lstStyle/>
                    <a:p>
                      <a:pPr algn="l" fontAlgn="ctr"/>
                      <a:endParaRPr lang="zh-CN" altLang="en-US" sz="500" b="0" i="0" u="none" strike="noStrike" dirty="0">
                        <a:solidFill>
                          <a:srgbClr val="000000"/>
                        </a:solidFill>
                        <a:latin typeface="微软雅黑" panose="020B0503020204020204" pitchFamily="34" charset="-122"/>
                      </a:endParaRPr>
                    </a:p>
                  </a:txBody>
                  <a:tcPr marL="0" marR="0" marT="0" marB="0" anchor="ctr">
                    <a:lnL>
                      <a:noFill/>
                    </a:lnL>
                    <a:lnR>
                      <a:noFill/>
                    </a:lnR>
                    <a:lnT>
                      <a:noFill/>
                    </a:lnT>
                    <a:lnB>
                      <a:noFill/>
                    </a:lnB>
                    <a:solidFill>
                      <a:schemeClr val="bg1"/>
                    </a:solidFill>
                  </a:tcPr>
                </a:tc>
                <a:tc>
                  <a:txBody>
                    <a:bodyPr/>
                    <a:lstStyle/>
                    <a:p>
                      <a:pPr algn="l" fontAlgn="ctr"/>
                      <a:endParaRPr lang="zh-CN" altLang="en-US" sz="500" b="0" i="0" u="none" strike="noStrike" dirty="0">
                        <a:solidFill>
                          <a:srgbClr val="000000"/>
                        </a:solidFill>
                        <a:latin typeface="微软雅黑" panose="020B0503020204020204" pitchFamily="34" charset="-122"/>
                      </a:endParaRP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chemeClr val="bg1"/>
                    </a:solidFill>
                  </a:tcPr>
                </a:tc>
                <a:tc rowSpan="3">
                  <a:txBody>
                    <a:bodyPr/>
                    <a:lstStyle/>
                    <a:p>
                      <a:pPr algn="l" fontAlgn="b"/>
                      <a:r>
                        <a:rPr lang="zh-CN" altLang="en-US" sz="1050" b="1" i="0" u="none" strike="noStrike" dirty="0">
                          <a:solidFill>
                            <a:srgbClr val="000000"/>
                          </a:solidFill>
                          <a:latin typeface="微软雅黑" panose="020B0503020204020204" pitchFamily="34" charset="-122"/>
                        </a:rPr>
                        <a:t>关键词（精准为主）</a:t>
                      </a:r>
                      <a:endParaRPr lang="zh-CN" altLang="en-US" sz="1050" b="0" i="0" u="none" strike="noStrike" dirty="0">
                        <a:solidFill>
                          <a:srgbClr val="000000"/>
                        </a:solidFill>
                        <a:latin typeface="宋体" panose="02010600030101010101" pitchFamily="2"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zh-CN" altLang="en-US" sz="1050" b="0" i="0" u="none" strike="noStrike" dirty="0">
                          <a:solidFill>
                            <a:schemeClr val="tx1"/>
                          </a:solidFill>
                          <a:latin typeface="微软雅黑" panose="020B0503020204020204" pitchFamily="34" charset="-122"/>
                        </a:rPr>
                        <a:t>自动广告出单词</a:t>
                      </a:r>
                      <a:endParaRPr lang="zh-CN" altLang="en-US" sz="1050" b="0" i="0" u="none" strike="noStrike" dirty="0">
                        <a:solidFill>
                          <a:schemeClr val="tx1"/>
                        </a:solidFill>
                        <a:latin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r>
              <a:tr h="257224">
                <a:tc>
                  <a:txBody>
                    <a:bodyPr/>
                    <a:lstStyle/>
                    <a:p>
                      <a:pPr algn="l" fontAlgn="ctr"/>
                      <a:endParaRPr lang="zh-CN" altLang="en-US" sz="500" b="0" i="0" u="none" strike="noStrike">
                        <a:solidFill>
                          <a:srgbClr val="000000"/>
                        </a:solidFill>
                        <a:latin typeface="微软雅黑" panose="020B0503020204020204" pitchFamily="34" charset="-122"/>
                      </a:endParaRPr>
                    </a:p>
                  </a:txBody>
                  <a:tcPr marL="0" marR="0" marT="0" marB="0" anchor="ctr">
                    <a:lnL>
                      <a:noFill/>
                    </a:lnL>
                    <a:lnR>
                      <a:noFill/>
                    </a:lnR>
                    <a:lnT>
                      <a:noFill/>
                    </a:lnT>
                    <a:lnB>
                      <a:noFill/>
                    </a:lnB>
                    <a:solidFill>
                      <a:schemeClr val="bg1"/>
                    </a:solidFill>
                  </a:tcPr>
                </a:tc>
                <a:tc>
                  <a:txBody>
                    <a:bodyPr/>
                    <a:lstStyle/>
                    <a:p>
                      <a:pPr algn="l" fontAlgn="ctr"/>
                      <a:endParaRPr lang="zh-CN" altLang="en-US" sz="1050" b="0" i="0" u="none" strike="noStrike" kern="1200" dirty="0">
                        <a:solidFill>
                          <a:schemeClr val="accent5">
                            <a:lumMod val="50000"/>
                          </a:schemeClr>
                        </a:solidFill>
                        <a:latin typeface="微软雅黑" panose="020B0503020204020204" pitchFamily="34" charset="-122"/>
                        <a:ea typeface="+mn-ea"/>
                        <a:cs typeface="+mn-cs"/>
                      </a:endParaRP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chemeClr val="bg1"/>
                    </a:solidFill>
                  </a:tcPr>
                </a:tc>
                <a:tc vMerge="1">
                  <a:tcPr/>
                </a:tc>
                <a:tc>
                  <a:txBody>
                    <a:bodyPr/>
                    <a:lstStyle/>
                    <a:p>
                      <a:pPr algn="l" fontAlgn="ctr"/>
                      <a:r>
                        <a:rPr lang="zh-CN" altLang="en-US" sz="1050" b="0" i="0" u="none" strike="noStrike" dirty="0">
                          <a:solidFill>
                            <a:schemeClr val="tx1"/>
                          </a:solidFill>
                          <a:latin typeface="微软雅黑" panose="020B0503020204020204" pitchFamily="34" charset="-122"/>
                        </a:rPr>
                        <a:t>分维度描述产品精准词</a:t>
                      </a:r>
                      <a:endParaRPr lang="zh-CN" altLang="en-US" sz="1050" b="0" i="0" u="none" strike="noStrike" dirty="0">
                        <a:solidFill>
                          <a:schemeClr val="tx1"/>
                        </a:solidFill>
                        <a:latin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r>
              <a:tr h="395251">
                <a:tc>
                  <a:txBody>
                    <a:bodyPr/>
                    <a:lstStyle/>
                    <a:p>
                      <a:pPr algn="l" fontAlgn="ctr"/>
                      <a:endParaRPr lang="zh-CN" altLang="en-US" sz="500" b="0" i="0" u="none" strike="noStrike" dirty="0">
                        <a:solidFill>
                          <a:srgbClr val="000000"/>
                        </a:solidFill>
                        <a:latin typeface="微软雅黑" panose="020B0503020204020204" pitchFamily="34" charset="-122"/>
                      </a:endParaRPr>
                    </a:p>
                  </a:txBody>
                  <a:tcPr marL="0" marR="0" marT="0" marB="0" anchor="ctr">
                    <a:lnL>
                      <a:noFill/>
                    </a:lnL>
                    <a:lnR>
                      <a:noFill/>
                    </a:lnR>
                    <a:lnT>
                      <a:noFill/>
                    </a:lnT>
                    <a:lnB>
                      <a:noFill/>
                    </a:lnB>
                    <a:solidFill>
                      <a:schemeClr val="bg1"/>
                    </a:solidFill>
                  </a:tcPr>
                </a:tc>
                <a:tc>
                  <a:txBody>
                    <a:bodyPr/>
                    <a:lstStyle/>
                    <a:p>
                      <a:pPr algn="l" fontAlgn="ctr"/>
                      <a:endParaRPr lang="zh-CN" altLang="en-US" sz="500" b="0" i="0" u="none" strike="noStrike" dirty="0">
                        <a:solidFill>
                          <a:srgbClr val="000000"/>
                        </a:solidFill>
                        <a:latin typeface="微软雅黑" panose="020B0503020204020204" pitchFamily="34" charset="-122"/>
                      </a:endParaRP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chemeClr val="bg1"/>
                    </a:solidFill>
                  </a:tcPr>
                </a:tc>
                <a:tc vMerge="1">
                  <a:tcPr/>
                </a:tc>
                <a:tc>
                  <a:txBody>
                    <a:bodyPr/>
                    <a:lstStyle/>
                    <a:p>
                      <a:pPr algn="l" fontAlgn="ctr"/>
                      <a:r>
                        <a:rPr lang="zh-CN" altLang="en-US" sz="1050" b="0" i="0" u="none" strike="noStrike" dirty="0">
                          <a:solidFill>
                            <a:schemeClr val="tx1"/>
                          </a:solidFill>
                          <a:latin typeface="微软雅黑" panose="020B0503020204020204" pitchFamily="34" charset="-122"/>
                        </a:rPr>
                        <a:t>以节点关键词为</a:t>
                      </a:r>
                      <a:r>
                        <a:rPr lang="en-US" sz="1050" b="0" i="0" u="none" strike="noStrike" dirty="0">
                          <a:solidFill>
                            <a:schemeClr val="tx1"/>
                          </a:solidFill>
                          <a:latin typeface="微软雅黑" panose="020B0503020204020204" pitchFamily="34" charset="-122"/>
                        </a:rPr>
                        <a:t>ST</a:t>
                      </a:r>
                      <a:r>
                        <a:rPr lang="zh-CN" altLang="en-US" sz="1050" b="0" i="0" u="none" strike="noStrike" dirty="0">
                          <a:solidFill>
                            <a:schemeClr val="tx1"/>
                          </a:solidFill>
                          <a:latin typeface="微软雅黑" panose="020B0503020204020204" pitchFamily="34" charset="-122"/>
                        </a:rPr>
                        <a:t>词 当节点关键词排名到首页则可以做到</a:t>
                      </a:r>
                      <a:r>
                        <a:rPr lang="en-US" sz="1050" b="0" i="0" u="none" strike="noStrike" dirty="0">
                          <a:solidFill>
                            <a:schemeClr val="tx1"/>
                          </a:solidFill>
                          <a:latin typeface="微软雅黑" panose="020B0503020204020204" pitchFamily="34" charset="-122"/>
                        </a:rPr>
                        <a:t>bestseller </a:t>
                      </a:r>
                      <a:endParaRPr lang="en-US" sz="1050" b="0" i="0" u="none" strike="noStrike" dirty="0">
                        <a:solidFill>
                          <a:schemeClr val="tx1"/>
                        </a:solidFill>
                        <a:latin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r>
              <a:tr h="388214">
                <a:tc>
                  <a:txBody>
                    <a:bodyPr/>
                    <a:lstStyle/>
                    <a:p>
                      <a:pPr algn="l" fontAlgn="ctr"/>
                      <a:endParaRPr lang="zh-CN" altLang="en-US" sz="500" b="0" i="0" u="none" strike="noStrike">
                        <a:solidFill>
                          <a:srgbClr val="000000"/>
                        </a:solidFill>
                        <a:latin typeface="微软雅黑" panose="020B0503020204020204" pitchFamily="34" charset="-122"/>
                      </a:endParaRP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endParaRPr lang="zh-CN" altLang="en-US" sz="500" b="0" i="0" u="none" strike="noStrike">
                        <a:solidFill>
                          <a:srgbClr val="000000"/>
                        </a:solidFill>
                        <a:latin typeface="微软雅黑" panose="020B0503020204020204" pitchFamily="34" charset="-122"/>
                      </a:endParaRP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chemeClr val="bg1"/>
                    </a:solidFill>
                  </a:tcPr>
                </a:tc>
                <a:tc>
                  <a:txBody>
                    <a:bodyPr/>
                    <a:lstStyle/>
                    <a:p>
                      <a:pPr algn="l" fontAlgn="ctr"/>
                      <a:r>
                        <a:rPr lang="zh-CN" altLang="en-US" sz="1050" b="1" i="0" u="none" strike="noStrike" dirty="0">
                          <a:solidFill>
                            <a:srgbClr val="000000"/>
                          </a:solidFill>
                          <a:latin typeface="微软雅黑" panose="020B0503020204020204" pitchFamily="34" charset="-122"/>
                        </a:rPr>
                        <a:t>五点描述 </a:t>
                      </a:r>
                      <a:endParaRPr lang="zh-CN" altLang="en-US" sz="1050" b="1" i="0" u="none" strike="noStrike" dirty="0">
                        <a:solidFill>
                          <a:srgbClr val="000000"/>
                        </a:solidFill>
                        <a:latin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zh-CN" altLang="en-US" sz="1050" b="0" i="0" u="none" strike="noStrike" dirty="0">
                          <a:solidFill>
                            <a:schemeClr val="tx1"/>
                          </a:solidFill>
                          <a:latin typeface="微软雅黑" panose="020B0503020204020204" pitchFamily="34" charset="-122"/>
                        </a:rPr>
                        <a:t>尽量从不同维度简要描述产品的五点性能，插入关键词，尽量与图片相互对应 图片和卖点要有相关性 </a:t>
                      </a:r>
                      <a:endParaRPr lang="zh-CN" altLang="en-US" sz="1050" b="0" i="0" u="none" strike="noStrike" dirty="0">
                        <a:solidFill>
                          <a:schemeClr val="tx1"/>
                        </a:solidFill>
                        <a:latin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r>
              <a:tr h="299833">
                <a:tc rowSpan="5">
                  <a:txBody>
                    <a:bodyPr/>
                    <a:lstStyle/>
                    <a:p>
                      <a:pPr algn="ctr" fontAlgn="ctr"/>
                      <a:r>
                        <a:rPr lang="zh-CN" altLang="en-US" sz="2000" b="1" i="0" u="none" strike="noStrike" dirty="0">
                          <a:solidFill>
                            <a:srgbClr val="000000"/>
                          </a:solidFill>
                          <a:latin typeface="微软雅黑" panose="020B0503020204020204" pitchFamily="34" charset="-122"/>
                        </a:rPr>
                        <a:t>站内优化</a:t>
                      </a:r>
                      <a:endParaRPr lang="zh-CN" altLang="en-US" sz="2000" b="1" i="0" u="none" strike="noStrike" dirty="0">
                        <a:solidFill>
                          <a:srgbClr val="000000"/>
                        </a:solidFill>
                        <a:latin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solidFill>
                  </a:tcPr>
                </a:tc>
                <a:tc>
                  <a:txBody>
                    <a:bodyPr/>
                    <a:lstStyle/>
                    <a:p>
                      <a:pPr algn="l" fontAlgn="ctr"/>
                      <a:endParaRPr lang="zh-CN" altLang="en-US" sz="500" b="0" i="0" u="none" strike="noStrike">
                        <a:solidFill>
                          <a:srgbClr val="000000"/>
                        </a:solidFill>
                        <a:latin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bg1"/>
                    </a:solidFill>
                  </a:tcPr>
                </a:tc>
                <a:tc>
                  <a:txBody>
                    <a:bodyPr/>
                    <a:lstStyle/>
                    <a:p>
                      <a:pPr algn="l" fontAlgn="ctr"/>
                      <a:r>
                        <a:rPr lang="zh-CN" altLang="en-US" sz="1050" b="1" i="0" u="none" strike="noStrike" dirty="0">
                          <a:solidFill>
                            <a:srgbClr val="000000"/>
                          </a:solidFill>
                          <a:latin typeface="微软雅黑" panose="020B0503020204020204" pitchFamily="34" charset="-122"/>
                        </a:rPr>
                        <a:t>长描述</a:t>
                      </a:r>
                      <a:endParaRPr lang="zh-CN" altLang="en-US" sz="1050" b="1" i="0" u="none" strike="noStrike" dirty="0">
                        <a:solidFill>
                          <a:srgbClr val="000000"/>
                        </a:solidFill>
                        <a:latin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zh-CN" altLang="en-US" sz="1050" b="0" i="0" u="none" strike="noStrike" dirty="0">
                          <a:solidFill>
                            <a:schemeClr val="tx1"/>
                          </a:solidFill>
                          <a:latin typeface="微软雅黑" panose="020B0503020204020204" pitchFamily="34" charset="-122"/>
                        </a:rPr>
                        <a:t>全面简洁的描述产品</a:t>
                      </a:r>
                      <a:endParaRPr lang="zh-CN" altLang="en-US" sz="1050" b="0" i="0" u="none" strike="noStrike" dirty="0">
                        <a:solidFill>
                          <a:schemeClr val="tx1"/>
                        </a:solidFill>
                        <a:latin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r>
              <a:tr h="395251">
                <a:tc vMerge="1">
                  <a:tcPr/>
                </a:tc>
                <a:tc>
                  <a:txBody>
                    <a:bodyPr/>
                    <a:lstStyle/>
                    <a:p>
                      <a:pPr algn="l" fontAlgn="ctr"/>
                      <a:endParaRPr lang="zh-CN" altLang="en-US" sz="500" b="0" i="0" u="none" strike="noStrike">
                        <a:solidFill>
                          <a:srgbClr val="000000"/>
                        </a:solidFill>
                        <a:latin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bg1"/>
                    </a:solidFill>
                  </a:tcPr>
                </a:tc>
                <a:tc>
                  <a:txBody>
                    <a:bodyPr/>
                    <a:lstStyle/>
                    <a:p>
                      <a:pPr algn="l" fontAlgn="ctr"/>
                      <a:r>
                        <a:rPr lang="zh-CN" altLang="en-US" sz="1050" b="1" i="0" u="none" strike="noStrike" dirty="0">
                          <a:solidFill>
                            <a:srgbClr val="000000"/>
                          </a:solidFill>
                          <a:latin typeface="微软雅黑" panose="020B0503020204020204" pitchFamily="34" charset="-122"/>
                        </a:rPr>
                        <a:t>价格 </a:t>
                      </a:r>
                      <a:endParaRPr lang="zh-CN" altLang="en-US" sz="1050" b="1" i="0" u="none" strike="noStrike" dirty="0">
                        <a:solidFill>
                          <a:srgbClr val="000000"/>
                        </a:solidFill>
                        <a:latin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zh-CN" altLang="en-US" sz="1050" b="0" i="0" u="none" strike="noStrike" dirty="0">
                          <a:solidFill>
                            <a:schemeClr val="tx1"/>
                          </a:solidFill>
                          <a:latin typeface="微软雅黑" panose="020B0503020204020204" pitchFamily="34" charset="-122"/>
                        </a:rPr>
                        <a:t>根据调研产品的价格区间合理的利润确定价格：产品进价</a:t>
                      </a:r>
                      <a:r>
                        <a:rPr lang="en-US" altLang="zh-CN" sz="1050" b="0" i="0" u="none" strike="noStrike" dirty="0">
                          <a:solidFill>
                            <a:schemeClr val="tx1"/>
                          </a:solidFill>
                          <a:latin typeface="微软雅黑" panose="020B0503020204020204" pitchFamily="34" charset="-122"/>
                        </a:rPr>
                        <a:t>+</a:t>
                      </a:r>
                      <a:r>
                        <a:rPr lang="zh-CN" altLang="en-US" sz="1050" b="0" i="0" u="none" strike="noStrike" dirty="0">
                          <a:solidFill>
                            <a:schemeClr val="tx1"/>
                          </a:solidFill>
                          <a:latin typeface="微软雅黑" panose="020B0503020204020204" pitchFamily="34" charset="-122"/>
                        </a:rPr>
                        <a:t>利润</a:t>
                      </a:r>
                      <a:r>
                        <a:rPr lang="en-US" altLang="zh-CN" sz="1050" b="0" i="0" u="none" strike="noStrike" dirty="0">
                          <a:solidFill>
                            <a:schemeClr val="tx1"/>
                          </a:solidFill>
                          <a:latin typeface="微软雅黑" panose="020B0503020204020204" pitchFamily="34" charset="-122"/>
                        </a:rPr>
                        <a:t>+</a:t>
                      </a:r>
                      <a:r>
                        <a:rPr lang="en-US" sz="1050" b="0" i="0" u="none" strike="noStrike" dirty="0">
                          <a:solidFill>
                            <a:schemeClr val="tx1"/>
                          </a:solidFill>
                          <a:latin typeface="微软雅黑" panose="020B0503020204020204" pitchFamily="34" charset="-122"/>
                        </a:rPr>
                        <a:t>FBA</a:t>
                      </a:r>
                      <a:r>
                        <a:rPr lang="zh-CN" altLang="en-US" sz="1050" b="0" i="0" u="none" strike="noStrike" dirty="0">
                          <a:solidFill>
                            <a:schemeClr val="tx1"/>
                          </a:solidFill>
                          <a:latin typeface="微软雅黑" panose="020B0503020204020204" pitchFamily="34" charset="-122"/>
                        </a:rPr>
                        <a:t>头程</a:t>
                      </a:r>
                      <a:r>
                        <a:rPr lang="en-US" altLang="zh-CN" sz="1050" b="0" i="0" u="none" strike="noStrike" dirty="0">
                          <a:solidFill>
                            <a:schemeClr val="tx1"/>
                          </a:solidFill>
                          <a:latin typeface="微软雅黑" panose="020B0503020204020204" pitchFamily="34" charset="-122"/>
                        </a:rPr>
                        <a:t>+</a:t>
                      </a:r>
                      <a:r>
                        <a:rPr lang="en-US" sz="1050" b="0" i="0" u="none" strike="noStrike" dirty="0">
                          <a:solidFill>
                            <a:schemeClr val="tx1"/>
                          </a:solidFill>
                          <a:latin typeface="微软雅黑" panose="020B0503020204020204" pitchFamily="34" charset="-122"/>
                        </a:rPr>
                        <a:t>FBA</a:t>
                      </a:r>
                      <a:r>
                        <a:rPr lang="zh-CN" altLang="en-US" sz="1050" b="0" i="0" u="none" strike="noStrike" dirty="0">
                          <a:solidFill>
                            <a:schemeClr val="tx1"/>
                          </a:solidFill>
                          <a:latin typeface="微软雅黑" panose="020B0503020204020204" pitchFamily="34" charset="-122"/>
                        </a:rPr>
                        <a:t>配送费</a:t>
                      </a:r>
                      <a:r>
                        <a:rPr lang="en-US" altLang="zh-CN" sz="1050" b="0" i="0" u="none" strike="noStrike" dirty="0">
                          <a:solidFill>
                            <a:schemeClr val="tx1"/>
                          </a:solidFill>
                          <a:latin typeface="微软雅黑" panose="020B0503020204020204" pitchFamily="34" charset="-122"/>
                        </a:rPr>
                        <a:t>+</a:t>
                      </a:r>
                      <a:r>
                        <a:rPr lang="zh-CN" altLang="en-US" sz="1050" b="0" i="0" u="none" strike="noStrike" dirty="0">
                          <a:solidFill>
                            <a:schemeClr val="tx1"/>
                          </a:solidFill>
                          <a:latin typeface="微软雅黑" panose="020B0503020204020204" pitchFamily="34" charset="-122"/>
                        </a:rPr>
                        <a:t>仓储费</a:t>
                      </a:r>
                      <a:r>
                        <a:rPr lang="en-US" altLang="zh-CN" sz="1050" b="0" i="0" u="none" strike="noStrike" dirty="0">
                          <a:solidFill>
                            <a:schemeClr val="tx1"/>
                          </a:solidFill>
                          <a:latin typeface="微软雅黑" panose="020B0503020204020204" pitchFamily="34" charset="-122"/>
                        </a:rPr>
                        <a:t>+</a:t>
                      </a:r>
                      <a:r>
                        <a:rPr lang="zh-CN" altLang="en-US" sz="1050" b="0" i="0" u="none" strike="noStrike" dirty="0">
                          <a:solidFill>
                            <a:schemeClr val="tx1"/>
                          </a:solidFill>
                          <a:latin typeface="微软雅黑" panose="020B0503020204020204" pitchFamily="34" charset="-122"/>
                        </a:rPr>
                        <a:t>亚马逊佣金</a:t>
                      </a:r>
                      <a:r>
                        <a:rPr lang="en-US" altLang="zh-CN" sz="1050" b="0" i="0" u="none" strike="noStrike" dirty="0">
                          <a:solidFill>
                            <a:schemeClr val="tx1"/>
                          </a:solidFill>
                          <a:latin typeface="微软雅黑" panose="020B0503020204020204" pitchFamily="34" charset="-122"/>
                        </a:rPr>
                        <a:t>+</a:t>
                      </a:r>
                      <a:r>
                        <a:rPr lang="zh-CN" altLang="en-US" sz="1050" b="0" i="0" u="none" strike="noStrike" dirty="0">
                          <a:solidFill>
                            <a:schemeClr val="tx1"/>
                          </a:solidFill>
                          <a:latin typeface="微软雅黑" panose="020B0503020204020204" pitchFamily="34" charset="-122"/>
                        </a:rPr>
                        <a:t>扣点</a:t>
                      </a:r>
                      <a:r>
                        <a:rPr lang="en-US" altLang="zh-CN" sz="1050" b="0" i="0" u="none" strike="noStrike" dirty="0">
                          <a:solidFill>
                            <a:schemeClr val="tx1"/>
                          </a:solidFill>
                          <a:latin typeface="微软雅黑" panose="020B0503020204020204" pitchFamily="34" charset="-122"/>
                        </a:rPr>
                        <a:t>+</a:t>
                      </a:r>
                      <a:r>
                        <a:rPr lang="zh-CN" altLang="en-US" sz="1050" b="0" i="0" u="none" strike="noStrike" dirty="0">
                          <a:solidFill>
                            <a:schemeClr val="tx1"/>
                          </a:solidFill>
                          <a:latin typeface="微软雅黑" panose="020B0503020204020204" pitchFamily="34" charset="-122"/>
                        </a:rPr>
                        <a:t>推广费</a:t>
                      </a:r>
                      <a:r>
                        <a:rPr lang="en-US" altLang="zh-CN" sz="1050" b="0" i="0" u="none" strike="noStrike" dirty="0">
                          <a:solidFill>
                            <a:schemeClr val="tx1"/>
                          </a:solidFill>
                          <a:latin typeface="微软雅黑" panose="020B0503020204020204" pitchFamily="34" charset="-122"/>
                        </a:rPr>
                        <a:t>+</a:t>
                      </a:r>
                      <a:r>
                        <a:rPr lang="zh-CN" altLang="en-US" sz="1050" b="0" i="0" u="none" strike="noStrike" dirty="0">
                          <a:solidFill>
                            <a:schemeClr val="tx1"/>
                          </a:solidFill>
                          <a:latin typeface="微软雅黑" panose="020B0503020204020204" pitchFamily="34" charset="-122"/>
                        </a:rPr>
                        <a:t>退换货费</a:t>
                      </a:r>
                      <a:br>
                        <a:rPr lang="zh-CN" altLang="en-US" sz="1050" b="0" i="0" u="none" strike="noStrike" dirty="0">
                          <a:solidFill>
                            <a:schemeClr val="tx1"/>
                          </a:solidFill>
                          <a:latin typeface="微软雅黑" panose="020B0503020204020204" pitchFamily="34" charset="-122"/>
                        </a:rPr>
                      </a:br>
                      <a:r>
                        <a:rPr lang="zh-CN" altLang="en-US" sz="1050" b="0" i="0" u="none" strike="noStrike" dirty="0">
                          <a:solidFill>
                            <a:schemeClr val="tx1"/>
                          </a:solidFill>
                          <a:latin typeface="微软雅黑" panose="020B0503020204020204" pitchFamily="34" charset="-122"/>
                        </a:rPr>
                        <a:t>低价测评后提价，当排名冲上去之属于真实购买，权重无比大，好评积累，</a:t>
                      </a:r>
                      <a:r>
                        <a:rPr lang="en-US" sz="1050" b="0" i="0" u="none" strike="noStrike" dirty="0">
                          <a:solidFill>
                            <a:schemeClr val="tx1"/>
                          </a:solidFill>
                          <a:latin typeface="微软雅黑" panose="020B0503020204020204" pitchFamily="34" charset="-122"/>
                        </a:rPr>
                        <a:t>best seller </a:t>
                      </a:r>
                      <a:r>
                        <a:rPr lang="zh-CN" altLang="en-US" sz="1050" b="0" i="0" u="none" strike="noStrike" dirty="0">
                          <a:solidFill>
                            <a:schemeClr val="tx1"/>
                          </a:solidFill>
                          <a:latin typeface="微软雅黑" panose="020B0503020204020204" pitchFamily="34" charset="-122"/>
                        </a:rPr>
                        <a:t>标记出现，出单基数无比大，提价影响就不大了</a:t>
                      </a:r>
                      <a:endParaRPr lang="zh-CN" altLang="en-US" sz="1050" b="0" i="0" u="none" strike="noStrike" dirty="0">
                        <a:solidFill>
                          <a:schemeClr val="tx1"/>
                        </a:solidFill>
                        <a:latin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r>
              <a:tr h="395251">
                <a:tc vMerge="1">
                  <a:tcPr/>
                </a:tc>
                <a:tc>
                  <a:txBody>
                    <a:bodyPr/>
                    <a:lstStyle/>
                    <a:p>
                      <a:pPr algn="l" fontAlgn="ctr"/>
                      <a:endParaRPr lang="zh-CN" altLang="en-US" sz="500" b="0" i="0" u="none" strike="noStrike">
                        <a:solidFill>
                          <a:srgbClr val="000000"/>
                        </a:solidFill>
                        <a:latin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bg1"/>
                    </a:solidFill>
                  </a:tcPr>
                </a:tc>
                <a:tc>
                  <a:txBody>
                    <a:bodyPr/>
                    <a:lstStyle/>
                    <a:p>
                      <a:pPr algn="l" fontAlgn="ctr"/>
                      <a:r>
                        <a:rPr lang="zh-CN" altLang="en-US" sz="1050" b="1" i="0" u="none" strike="noStrike" dirty="0">
                          <a:solidFill>
                            <a:srgbClr val="000000"/>
                          </a:solidFill>
                          <a:latin typeface="微软雅黑" panose="020B0503020204020204" pitchFamily="34" charset="-122"/>
                        </a:rPr>
                        <a:t>类目排名 </a:t>
                      </a:r>
                      <a:endParaRPr lang="zh-CN" altLang="en-US" sz="1050" b="1" i="0" u="none" strike="noStrike" dirty="0">
                        <a:solidFill>
                          <a:srgbClr val="000000"/>
                        </a:solidFill>
                        <a:latin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zh-CN" altLang="en-US" sz="1050" b="0" i="0" u="none" strike="noStrike" dirty="0">
                          <a:solidFill>
                            <a:schemeClr val="tx1"/>
                          </a:solidFill>
                          <a:latin typeface="微软雅黑" panose="020B0503020204020204" pitchFamily="34" charset="-122"/>
                        </a:rPr>
                        <a:t>选择正确的大类目然后选择细分类目 尽可能的做到</a:t>
                      </a:r>
                      <a:r>
                        <a:rPr lang="en-US" sz="1050" b="0" i="0" u="none" strike="noStrike" dirty="0">
                          <a:solidFill>
                            <a:schemeClr val="tx1"/>
                          </a:solidFill>
                          <a:latin typeface="微软雅黑" panose="020B0503020204020204" pitchFamily="34" charset="-122"/>
                        </a:rPr>
                        <a:t>Best Seller</a:t>
                      </a:r>
                      <a:endParaRPr lang="en-US" sz="1050" b="0" i="0" u="none" strike="noStrike" dirty="0">
                        <a:solidFill>
                          <a:schemeClr val="tx1"/>
                        </a:solidFill>
                        <a:latin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r>
              <a:tr h="395251">
                <a:tc vMerge="1">
                  <a:tcPr/>
                </a:tc>
                <a:tc>
                  <a:txBody>
                    <a:bodyPr/>
                    <a:lstStyle/>
                    <a:p>
                      <a:pPr algn="l" fontAlgn="ctr"/>
                      <a:endParaRPr lang="zh-CN" altLang="en-US" sz="500" b="0" i="0" u="none" strike="noStrike">
                        <a:solidFill>
                          <a:srgbClr val="000000"/>
                        </a:solidFill>
                        <a:latin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bg1"/>
                    </a:solidFill>
                  </a:tcPr>
                </a:tc>
                <a:tc>
                  <a:txBody>
                    <a:bodyPr/>
                    <a:lstStyle/>
                    <a:p>
                      <a:pPr algn="l" fontAlgn="ctr"/>
                      <a:r>
                        <a:rPr lang="zh-CN" altLang="en-US" sz="1050" b="1" i="0" u="none" strike="noStrike" dirty="0">
                          <a:solidFill>
                            <a:srgbClr val="000000"/>
                          </a:solidFill>
                          <a:latin typeface="微软雅黑" panose="020B0503020204020204" pitchFamily="34" charset="-122"/>
                        </a:rPr>
                        <a:t>如何做品牌</a:t>
                      </a:r>
                      <a:endParaRPr lang="zh-CN" altLang="en-US" sz="1050" b="1" i="0" u="none" strike="noStrike" dirty="0">
                        <a:solidFill>
                          <a:srgbClr val="000000"/>
                        </a:solidFill>
                        <a:latin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zh-CN" altLang="en-US" sz="1050" b="0" i="0" u="none" strike="noStrike" dirty="0">
                          <a:solidFill>
                            <a:schemeClr val="tx1"/>
                          </a:solidFill>
                          <a:latin typeface="微软雅黑" panose="020B0503020204020204" pitchFamily="34" charset="-122"/>
                        </a:rPr>
                        <a:t>品牌</a:t>
                      </a:r>
                      <a:r>
                        <a:rPr lang="en-US" altLang="zh-CN" sz="1050" b="0" i="0" u="none" strike="noStrike" dirty="0">
                          <a:solidFill>
                            <a:schemeClr val="tx1"/>
                          </a:solidFill>
                          <a:latin typeface="微软雅黑" panose="020B0503020204020204" pitchFamily="34" charset="-122"/>
                        </a:rPr>
                        <a:t>+</a:t>
                      </a:r>
                      <a:r>
                        <a:rPr lang="zh-CN" altLang="en-US" sz="1050" b="0" i="0" u="none" strike="noStrike" dirty="0">
                          <a:solidFill>
                            <a:schemeClr val="tx1"/>
                          </a:solidFill>
                          <a:latin typeface="微软雅黑" panose="020B0503020204020204" pitchFamily="34" charset="-122"/>
                        </a:rPr>
                        <a:t>关键词，点击搜索产品， 点击品牌进去，去买产品，提高品牌出现在左侧的机会</a:t>
                      </a:r>
                      <a:endParaRPr lang="zh-CN" altLang="en-US" sz="1050" b="0" i="0" u="none" strike="noStrike" dirty="0">
                        <a:solidFill>
                          <a:schemeClr val="tx1"/>
                        </a:solidFill>
                        <a:latin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r>
              <a:tr h="323107">
                <a:tc vMerge="1">
                  <a:tcPr/>
                </a:tc>
                <a:tc>
                  <a:txBody>
                    <a:bodyPr/>
                    <a:lstStyle/>
                    <a:p>
                      <a:pPr algn="l" fontAlgn="ctr"/>
                      <a:endParaRPr lang="zh-CN" altLang="en-US" sz="500" b="0" i="0" u="none" strike="noStrike">
                        <a:solidFill>
                          <a:srgbClr val="000000"/>
                        </a:solidFill>
                        <a:latin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bg1"/>
                    </a:solidFill>
                  </a:tcPr>
                </a:tc>
                <a:tc>
                  <a:txBody>
                    <a:bodyPr/>
                    <a:lstStyle/>
                    <a:p>
                      <a:pPr algn="l" fontAlgn="ctr"/>
                      <a:r>
                        <a:rPr lang="en-US" sz="1050" b="1" i="0" u="none" strike="noStrike" dirty="0">
                          <a:solidFill>
                            <a:srgbClr val="000000"/>
                          </a:solidFill>
                          <a:latin typeface="微软雅黑" panose="020B0503020204020204" pitchFamily="34" charset="-122"/>
                        </a:rPr>
                        <a:t>QA</a:t>
                      </a:r>
                      <a:endParaRPr lang="en-US" sz="1050" b="1" i="0" u="none" strike="noStrike" dirty="0">
                        <a:solidFill>
                          <a:srgbClr val="000000"/>
                        </a:solidFill>
                        <a:latin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zh-CN" altLang="en-US" sz="1050" b="0" i="0" u="none" strike="noStrike" dirty="0">
                          <a:solidFill>
                            <a:schemeClr val="tx1"/>
                          </a:solidFill>
                          <a:latin typeface="微软雅黑" panose="020B0503020204020204" pitchFamily="34" charset="-122"/>
                        </a:rPr>
                        <a:t>写好</a:t>
                      </a:r>
                      <a:r>
                        <a:rPr lang="en-US" sz="1050" b="0" i="0" u="none" strike="noStrike" dirty="0">
                          <a:solidFill>
                            <a:schemeClr val="tx1"/>
                          </a:solidFill>
                          <a:latin typeface="微软雅黑" panose="020B0503020204020204" pitchFamily="34" charset="-122"/>
                        </a:rPr>
                        <a:t>QA(</a:t>
                      </a:r>
                      <a:r>
                        <a:rPr lang="zh-CN" altLang="en-US" sz="1050" b="0" i="0" u="none" strike="noStrike" dirty="0">
                          <a:solidFill>
                            <a:schemeClr val="tx1"/>
                          </a:solidFill>
                          <a:latin typeface="微软雅黑" panose="020B0503020204020204" pitchFamily="34" charset="-122"/>
                        </a:rPr>
                        <a:t>埋好关键词</a:t>
                      </a:r>
                      <a:r>
                        <a:rPr lang="en-US" altLang="zh-CN" sz="1050" b="0" i="0" u="none" strike="noStrike" dirty="0">
                          <a:solidFill>
                            <a:schemeClr val="tx1"/>
                          </a:solidFill>
                          <a:latin typeface="微软雅黑" panose="020B0503020204020204" pitchFamily="34" charset="-122"/>
                        </a:rPr>
                        <a:t>) </a:t>
                      </a:r>
                      <a:r>
                        <a:rPr lang="zh-CN" altLang="en-US" sz="1050" b="0" i="0" u="none" strike="noStrike" dirty="0">
                          <a:solidFill>
                            <a:schemeClr val="tx1"/>
                          </a:solidFill>
                          <a:latin typeface="微软雅黑" panose="020B0503020204020204" pitchFamily="34" charset="-122"/>
                        </a:rPr>
                        <a:t>埋词，突出特点，专业描述， 语言当地化， 安全质量保证</a:t>
                      </a:r>
                      <a:br>
                        <a:rPr lang="zh-CN" altLang="en-US" sz="1050" b="0" i="0" u="none" strike="noStrike" dirty="0">
                          <a:solidFill>
                            <a:schemeClr val="tx1"/>
                          </a:solidFill>
                          <a:latin typeface="微软雅黑" panose="020B0503020204020204" pitchFamily="34" charset="-122"/>
                        </a:rPr>
                      </a:br>
                      <a:r>
                        <a:rPr lang="zh-CN" altLang="en-US" sz="1050" b="0" i="0" u="none" strike="noStrike" dirty="0">
                          <a:solidFill>
                            <a:schemeClr val="tx1"/>
                          </a:solidFill>
                          <a:latin typeface="微软雅黑" panose="020B0503020204020204" pitchFamily="34" charset="-122"/>
                        </a:rPr>
                        <a:t>有质量的</a:t>
                      </a:r>
                      <a:r>
                        <a:rPr lang="en-US" sz="1050" b="0" i="0" u="none" strike="noStrike" dirty="0">
                          <a:solidFill>
                            <a:schemeClr val="tx1"/>
                          </a:solidFill>
                          <a:latin typeface="微软雅黑" panose="020B0503020204020204" pitchFamily="34" charset="-122"/>
                        </a:rPr>
                        <a:t>QA，</a:t>
                      </a:r>
                      <a:r>
                        <a:rPr lang="zh-CN" altLang="en-US" sz="1050" b="0" i="0" u="none" strike="noStrike" dirty="0">
                          <a:solidFill>
                            <a:schemeClr val="tx1"/>
                          </a:solidFill>
                          <a:latin typeface="微软雅黑" panose="020B0503020204020204" pitchFamily="34" charset="-122"/>
                        </a:rPr>
                        <a:t>可以从别人的差评里面找到</a:t>
                      </a:r>
                      <a:endParaRPr lang="zh-CN" altLang="en-US" sz="1050" b="0" i="0" u="none" strike="noStrike" dirty="0">
                        <a:solidFill>
                          <a:schemeClr val="tx1"/>
                        </a:solidFill>
                        <a:latin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r>
              <a:tr h="326239">
                <a:tc>
                  <a:txBody>
                    <a:bodyPr/>
                    <a:lstStyle/>
                    <a:p>
                      <a:pPr algn="l" fontAlgn="ctr"/>
                      <a:endParaRPr lang="zh-CN" altLang="en-US" sz="500" b="0" i="0" u="none" strike="noStrike">
                        <a:solidFill>
                          <a:srgbClr val="000000"/>
                        </a:solidFill>
                        <a:latin typeface="微软雅黑" panose="020B0503020204020204" pitchFamily="34" charset="-122"/>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l" fontAlgn="ctr"/>
                      <a:endParaRPr lang="zh-CN" altLang="en-US" sz="500" b="0" i="0" u="none" strike="noStrike">
                        <a:solidFill>
                          <a:srgbClr val="000000"/>
                        </a:solidFill>
                        <a:latin typeface="微软雅黑" panose="020B0503020204020204" pitchFamily="34" charset="-122"/>
                      </a:endParaRP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chemeClr val="bg1"/>
                    </a:solidFill>
                  </a:tcPr>
                </a:tc>
                <a:tc>
                  <a:txBody>
                    <a:bodyPr/>
                    <a:lstStyle/>
                    <a:p>
                      <a:pPr algn="l" fontAlgn="ctr"/>
                      <a:r>
                        <a:rPr lang="en-US" sz="1050" b="1" i="0" u="none" strike="noStrike" dirty="0">
                          <a:solidFill>
                            <a:srgbClr val="000000"/>
                          </a:solidFill>
                          <a:latin typeface="微软雅黑" panose="020B0503020204020204" pitchFamily="34" charset="-122"/>
                        </a:rPr>
                        <a:t>A+(</a:t>
                      </a:r>
                      <a:r>
                        <a:rPr lang="zh-CN" altLang="en-US" sz="1050" b="1" i="0" u="none" strike="noStrike" dirty="0">
                          <a:solidFill>
                            <a:srgbClr val="000000"/>
                          </a:solidFill>
                          <a:latin typeface="微软雅黑" panose="020B0503020204020204" pitchFamily="34" charset="-122"/>
                        </a:rPr>
                        <a:t>品牌备案</a:t>
                      </a:r>
                      <a:r>
                        <a:rPr lang="en-US" altLang="zh-CN" sz="1050" b="1" i="0" u="none" strike="noStrike" dirty="0">
                          <a:solidFill>
                            <a:srgbClr val="000000"/>
                          </a:solidFill>
                          <a:latin typeface="微软雅黑" panose="020B0503020204020204" pitchFamily="34" charset="-122"/>
                        </a:rPr>
                        <a:t>)</a:t>
                      </a:r>
                      <a:endParaRPr lang="en-US" altLang="zh-CN" sz="1050" b="1" i="0" u="none" strike="noStrike" dirty="0">
                        <a:solidFill>
                          <a:srgbClr val="000000"/>
                        </a:solidFill>
                        <a:latin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zh-CN" altLang="en-US" sz="1050" b="0" i="0" u="none" strike="noStrike" dirty="0">
                          <a:solidFill>
                            <a:schemeClr val="tx1"/>
                          </a:solidFill>
                          <a:latin typeface="微软雅黑" panose="020B0503020204020204" pitchFamily="34" charset="-122"/>
                        </a:rPr>
                        <a:t>上传主图视频加产品详情页加相关视频，请红人营销推广品牌</a:t>
                      </a:r>
                      <a:endParaRPr lang="zh-CN" altLang="en-US" sz="1050" b="0" i="0" u="none" strike="noStrike" dirty="0">
                        <a:solidFill>
                          <a:schemeClr val="tx1"/>
                        </a:solidFill>
                        <a:latin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r>
              <a:tr h="307418">
                <a:tc>
                  <a:txBody>
                    <a:bodyPr/>
                    <a:lstStyle/>
                    <a:p>
                      <a:pPr algn="l" fontAlgn="ctr"/>
                      <a:endParaRPr lang="zh-CN" altLang="en-US" sz="500" b="0" i="0" u="none" strike="noStrike">
                        <a:solidFill>
                          <a:srgbClr val="000000"/>
                        </a:solidFill>
                        <a:latin typeface="微软雅黑" panose="020B0503020204020204" pitchFamily="34" charset="-122"/>
                      </a:endParaRPr>
                    </a:p>
                  </a:txBody>
                  <a:tcPr marL="0" marR="0" marT="0" marB="0" anchor="ctr">
                    <a:lnL>
                      <a:noFill/>
                    </a:lnL>
                    <a:lnR>
                      <a:noFill/>
                    </a:lnR>
                    <a:lnT>
                      <a:noFill/>
                    </a:lnT>
                    <a:lnB>
                      <a:noFill/>
                    </a:lnB>
                    <a:solidFill>
                      <a:schemeClr val="bg1"/>
                    </a:solidFill>
                  </a:tcPr>
                </a:tc>
                <a:tc>
                  <a:txBody>
                    <a:bodyPr/>
                    <a:lstStyle/>
                    <a:p>
                      <a:pPr algn="l" fontAlgn="ctr"/>
                      <a:endParaRPr lang="zh-CN" altLang="en-US" sz="500" b="0" i="0" u="none" strike="noStrike">
                        <a:solidFill>
                          <a:srgbClr val="000000"/>
                        </a:solidFill>
                        <a:latin typeface="微软雅黑" panose="020B0503020204020204" pitchFamily="34" charset="-122"/>
                      </a:endParaRP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chemeClr val="bg1"/>
                    </a:solidFill>
                  </a:tcPr>
                </a:tc>
                <a:tc>
                  <a:txBody>
                    <a:bodyPr/>
                    <a:lstStyle/>
                    <a:p>
                      <a:pPr algn="l" fontAlgn="ctr"/>
                      <a:r>
                        <a:rPr lang="zh-CN" altLang="en-US" sz="1050" b="1" i="0" u="none" strike="noStrike" dirty="0">
                          <a:solidFill>
                            <a:srgbClr val="000000"/>
                          </a:solidFill>
                          <a:latin typeface="微软雅黑" panose="020B0503020204020204" pitchFamily="34" charset="-122"/>
                        </a:rPr>
                        <a:t>变体</a:t>
                      </a:r>
                      <a:endParaRPr lang="zh-CN" altLang="en-US" sz="1050" b="1" i="0" u="none" strike="noStrike" dirty="0">
                        <a:solidFill>
                          <a:srgbClr val="000000"/>
                        </a:solidFill>
                        <a:latin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zh-CN" altLang="en-US" sz="1050" b="0" i="0" u="none" strike="noStrike" dirty="0">
                          <a:solidFill>
                            <a:schemeClr val="tx1"/>
                          </a:solidFill>
                          <a:latin typeface="微软雅黑" panose="020B0503020204020204" pitchFamily="34" charset="-122"/>
                        </a:rPr>
                        <a:t>变体产品会排在没有变体产品前面，跟卖越多，排名越好</a:t>
                      </a:r>
                      <a:endParaRPr lang="zh-CN" altLang="en-US" sz="1050" b="0" i="0" u="none" strike="noStrike" dirty="0">
                        <a:solidFill>
                          <a:schemeClr val="tx1"/>
                        </a:solidFill>
                        <a:latin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r>
              <a:tr h="730885">
                <a:tc>
                  <a:txBody>
                    <a:bodyPr/>
                    <a:lstStyle/>
                    <a:p>
                      <a:pPr algn="l" fontAlgn="ctr"/>
                      <a:endParaRPr lang="zh-CN" altLang="en-US" sz="500" b="0" i="0" u="none" strike="noStrike">
                        <a:solidFill>
                          <a:srgbClr val="000000"/>
                        </a:solidFill>
                        <a:latin typeface="微软雅黑" panose="020B0503020204020204" pitchFamily="34" charset="-122"/>
                      </a:endParaRPr>
                    </a:p>
                  </a:txBody>
                  <a:tcPr marL="0" marR="0" marT="0" marB="0" anchor="ctr">
                    <a:lnL>
                      <a:noFill/>
                    </a:lnL>
                    <a:lnR>
                      <a:noFill/>
                    </a:lnR>
                    <a:lnT>
                      <a:noFill/>
                    </a:lnT>
                    <a:lnB>
                      <a:noFill/>
                    </a:lnB>
                    <a:solidFill>
                      <a:schemeClr val="bg1"/>
                    </a:solidFill>
                  </a:tcPr>
                </a:tc>
                <a:tc>
                  <a:txBody>
                    <a:bodyPr/>
                    <a:lstStyle/>
                    <a:p>
                      <a:pPr algn="l" fontAlgn="ctr"/>
                      <a:endParaRPr lang="zh-CN" altLang="en-US" sz="500" b="0" i="0" u="none" strike="noStrike">
                        <a:solidFill>
                          <a:srgbClr val="000000"/>
                        </a:solidFill>
                        <a:latin typeface="微软雅黑" panose="020B0503020204020204" pitchFamily="34" charset="-122"/>
                      </a:endParaRP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chemeClr val="bg1"/>
                    </a:solidFill>
                  </a:tcPr>
                </a:tc>
                <a:tc>
                  <a:txBody>
                    <a:bodyPr/>
                    <a:lstStyle/>
                    <a:p>
                      <a:pPr algn="l" fontAlgn="ctr"/>
                      <a:r>
                        <a:rPr lang="en-US" sz="1050" b="1" i="0" u="none" strike="noStrike" dirty="0">
                          <a:solidFill>
                            <a:srgbClr val="000000"/>
                          </a:solidFill>
                          <a:latin typeface="微软雅黑" panose="020B0503020204020204" pitchFamily="34" charset="-122"/>
                        </a:rPr>
                        <a:t>FBT（</a:t>
                      </a:r>
                      <a:r>
                        <a:rPr lang="zh-CN" altLang="en-US" sz="1050" b="1" i="0" u="none" strike="noStrike" dirty="0">
                          <a:solidFill>
                            <a:srgbClr val="000000"/>
                          </a:solidFill>
                          <a:latin typeface="微软雅黑" panose="020B0503020204020204" pitchFamily="34" charset="-122"/>
                        </a:rPr>
                        <a:t>互补关联，替代关联，潜在关联）</a:t>
                      </a:r>
                      <a:endParaRPr lang="zh-CN" altLang="en-US" sz="1050" b="1" i="0" u="none" strike="noStrike" dirty="0">
                        <a:solidFill>
                          <a:srgbClr val="000000"/>
                        </a:solidFill>
                        <a:latin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zh-CN" altLang="en-US" sz="1050" b="0" i="0" u="none" strike="noStrike" dirty="0">
                          <a:solidFill>
                            <a:schemeClr val="tx1"/>
                          </a:solidFill>
                          <a:latin typeface="微软雅黑" panose="020B0503020204020204" pitchFamily="34" charset="-122"/>
                        </a:rPr>
                        <a:t>比较常见的方式就是设置捆绑销售，即两者一起买的话可以打折</a:t>
                      </a:r>
                      <a:br>
                        <a:rPr lang="zh-CN" altLang="en-US" sz="1050" b="0" i="0" u="none" strike="noStrike" dirty="0">
                          <a:solidFill>
                            <a:schemeClr val="tx1"/>
                          </a:solidFill>
                          <a:latin typeface="微软雅黑" panose="020B0503020204020204" pitchFamily="34" charset="-122"/>
                        </a:rPr>
                      </a:br>
                      <a:r>
                        <a:rPr lang="zh-CN" altLang="en-US" sz="1050" b="0" i="0" u="none" strike="noStrike" dirty="0">
                          <a:solidFill>
                            <a:schemeClr val="tx1"/>
                          </a:solidFill>
                          <a:latin typeface="微软雅黑" panose="020B0503020204020204" pitchFamily="34" charset="-122"/>
                        </a:rPr>
                        <a:t>利用</a:t>
                      </a:r>
                      <a:r>
                        <a:rPr lang="en-US" sz="1050" b="0" i="0" u="none" strike="noStrike" dirty="0">
                          <a:solidFill>
                            <a:schemeClr val="tx1"/>
                          </a:solidFill>
                          <a:latin typeface="微软雅黑" panose="020B0503020204020204" pitchFamily="34" charset="-122"/>
                        </a:rPr>
                        <a:t>PPC</a:t>
                      </a:r>
                      <a:r>
                        <a:rPr lang="zh-CN" altLang="en-US" sz="1050" b="0" i="0" u="none" strike="noStrike" dirty="0">
                          <a:solidFill>
                            <a:schemeClr val="tx1"/>
                          </a:solidFill>
                          <a:latin typeface="微软雅黑" panose="020B0503020204020204" pitchFamily="34" charset="-122"/>
                        </a:rPr>
                        <a:t>广告，你想要做的关联对象是个</a:t>
                      </a:r>
                      <a:r>
                        <a:rPr lang="en-US" sz="1050" b="0" i="0" u="none" strike="noStrike" dirty="0">
                          <a:solidFill>
                            <a:schemeClr val="tx1"/>
                          </a:solidFill>
                          <a:latin typeface="微软雅黑" panose="020B0503020204020204" pitchFamily="34" charset="-122"/>
                        </a:rPr>
                        <a:t>listing，</a:t>
                      </a:r>
                      <a:r>
                        <a:rPr lang="zh-CN" altLang="en-US" sz="1050" b="0" i="0" u="none" strike="noStrike" dirty="0">
                          <a:solidFill>
                            <a:schemeClr val="tx1"/>
                          </a:solidFill>
                          <a:latin typeface="微软雅黑" panose="020B0503020204020204" pitchFamily="34" charset="-122"/>
                        </a:rPr>
                        <a:t>那么就一定会设置长尾词，在</a:t>
                      </a:r>
                      <a:r>
                        <a:rPr lang="en-US" sz="1050" b="0" i="0" u="none" strike="noStrike" dirty="0">
                          <a:solidFill>
                            <a:schemeClr val="tx1"/>
                          </a:solidFill>
                          <a:latin typeface="微软雅黑" panose="020B0503020204020204" pitchFamily="34" charset="-122"/>
                        </a:rPr>
                        <a:t>PPC</a:t>
                      </a:r>
                      <a:r>
                        <a:rPr lang="zh-CN" altLang="en-US" sz="1050" b="0" i="0" u="none" strike="noStrike" dirty="0">
                          <a:solidFill>
                            <a:schemeClr val="tx1"/>
                          </a:solidFill>
                          <a:latin typeface="微软雅黑" panose="020B0503020204020204" pitchFamily="34" charset="-122"/>
                        </a:rPr>
                        <a:t>的广告词组里面设置这些长尾给出，因为竞争比较小，所以价格不会很高，只要顾客进入到那个</a:t>
                      </a:r>
                      <a:r>
                        <a:rPr lang="en-US" sz="1050" b="0" i="0" u="none" strike="noStrike" dirty="0">
                          <a:solidFill>
                            <a:schemeClr val="tx1"/>
                          </a:solidFill>
                          <a:latin typeface="微软雅黑" panose="020B0503020204020204" pitchFamily="34" charset="-122"/>
                        </a:rPr>
                        <a:t>listing</a:t>
                      </a:r>
                      <a:r>
                        <a:rPr lang="zh-CN" altLang="en-US" sz="1050" b="0" i="0" u="none" strike="noStrike" dirty="0">
                          <a:solidFill>
                            <a:schemeClr val="tx1"/>
                          </a:solidFill>
                          <a:latin typeface="微软雅黑" panose="020B0503020204020204" pitchFamily="34" charset="-122"/>
                        </a:rPr>
                        <a:t>中，就会出现你的广告，点击广告</a:t>
                      </a:r>
                      <a:br>
                        <a:rPr lang="zh-CN" altLang="en-US" sz="1050" b="0" i="0" u="none" strike="noStrike" dirty="0">
                          <a:solidFill>
                            <a:schemeClr val="tx1"/>
                          </a:solidFill>
                          <a:latin typeface="微软雅黑" panose="020B0503020204020204" pitchFamily="34" charset="-122"/>
                        </a:rPr>
                      </a:br>
                      <a:r>
                        <a:rPr lang="zh-CN" altLang="en-US" sz="1050" b="0" i="0" u="none" strike="noStrike" dirty="0">
                          <a:solidFill>
                            <a:schemeClr val="tx1"/>
                          </a:solidFill>
                          <a:latin typeface="微软雅黑" panose="020B0503020204020204" pitchFamily="34" charset="-122"/>
                        </a:rPr>
                        <a:t>查看或者购买了你的产品，数量达到一定程度就会出现关联了</a:t>
                      </a:r>
                      <a:endParaRPr lang="zh-CN" altLang="en-US" sz="1050" b="0" i="0" u="none" strike="noStrike" dirty="0">
                        <a:solidFill>
                          <a:schemeClr val="tx1"/>
                        </a:solidFill>
                        <a:latin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r>
              <a:tr h="323107">
                <a:tc>
                  <a:txBody>
                    <a:bodyPr/>
                    <a:lstStyle/>
                    <a:p>
                      <a:pPr algn="l" fontAlgn="ctr"/>
                      <a:endParaRPr lang="zh-CN" altLang="en-US" sz="500" b="0" i="0" u="none" strike="noStrike">
                        <a:solidFill>
                          <a:srgbClr val="000000"/>
                        </a:solidFill>
                        <a:latin typeface="微软雅黑" panose="020B0503020204020204" pitchFamily="34" charset="-122"/>
                      </a:endParaRPr>
                    </a:p>
                  </a:txBody>
                  <a:tcPr marL="0" marR="0" marT="0" marB="0" anchor="ctr">
                    <a:lnL>
                      <a:noFill/>
                    </a:lnL>
                    <a:lnR>
                      <a:noFill/>
                    </a:lnR>
                    <a:lnT>
                      <a:noFill/>
                    </a:lnT>
                    <a:lnB>
                      <a:noFill/>
                    </a:lnB>
                    <a:solidFill>
                      <a:schemeClr val="bg1"/>
                    </a:solidFill>
                  </a:tcPr>
                </a:tc>
                <a:tc>
                  <a:txBody>
                    <a:bodyPr/>
                    <a:lstStyle/>
                    <a:p>
                      <a:pPr algn="l" fontAlgn="ctr"/>
                      <a:endParaRPr lang="zh-CN" altLang="en-US" sz="500" b="0" i="0" u="none" strike="noStrike" dirty="0">
                        <a:solidFill>
                          <a:srgbClr val="000000"/>
                        </a:solidFill>
                        <a:latin typeface="微软雅黑" panose="020B0503020204020204" pitchFamily="34" charset="-122"/>
                      </a:endParaRP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chemeClr val="bg1"/>
                    </a:solidFill>
                  </a:tcPr>
                </a:tc>
                <a:tc>
                  <a:txBody>
                    <a:bodyPr/>
                    <a:lstStyle/>
                    <a:p>
                      <a:pPr algn="l" fontAlgn="ctr"/>
                      <a:r>
                        <a:rPr lang="zh-CN" altLang="en-US" sz="1050" b="1" i="0" u="none" strike="noStrike" dirty="0">
                          <a:solidFill>
                            <a:srgbClr val="000000"/>
                          </a:solidFill>
                          <a:latin typeface="微软雅黑" panose="020B0503020204020204" pitchFamily="34" charset="-122"/>
                        </a:rPr>
                        <a:t>透明计划、早期评论人计划</a:t>
                      </a:r>
                      <a:endParaRPr lang="zh-CN" altLang="en-US" sz="1050" b="1" i="0" u="none" strike="noStrike" dirty="0">
                        <a:solidFill>
                          <a:srgbClr val="000000"/>
                        </a:solidFill>
                        <a:latin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zh-CN" altLang="en-US" sz="1050" b="0" i="0" u="none" strike="noStrike" dirty="0">
                          <a:solidFill>
                            <a:schemeClr val="tx1"/>
                          </a:solidFill>
                          <a:latin typeface="微软雅黑" panose="020B0503020204020204" pitchFamily="34" charset="-122"/>
                        </a:rPr>
                        <a:t>透明计划维护品牌形象，有效赶走跟卖；早期评论人为亚马逊支持的测评计划，权重比普通留评高</a:t>
                      </a:r>
                      <a:endParaRPr lang="zh-CN" altLang="en-US" sz="1050" b="0" i="0" u="none" strike="noStrike" dirty="0">
                        <a:solidFill>
                          <a:schemeClr val="tx1"/>
                        </a:solidFill>
                        <a:latin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r>
            </a:tbl>
          </a:graphicData>
        </a:graphic>
      </p:graphicFrame>
    </p:spTree>
  </p:cSld>
  <p:clrMapOvr>
    <a:masterClrMapping/>
  </p:clrMapOvr>
  <p:transition spd="slow" advTm="3000">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 name="文本框 15"/>
          <p:cNvSpPr txBox="1"/>
          <p:nvPr/>
        </p:nvSpPr>
        <p:spPr>
          <a:xfrm>
            <a:off x="983128" y="746936"/>
            <a:ext cx="2210220" cy="292388"/>
          </a:xfrm>
          <a:prstGeom prst="rect">
            <a:avLst/>
          </a:prstGeom>
          <a:noFill/>
          <a:ln w="12700" cap="flat">
            <a:noFill/>
            <a:miter lim="400000"/>
          </a:ln>
        </p:spPr>
        <p:style>
          <a:lnRef idx="0">
            <a:scrgbClr r="0" g="0" b="0"/>
          </a:lnRef>
          <a:fillRef idx="0">
            <a:scrgbClr r="0" g="0" b="0"/>
          </a:fillRef>
          <a:effectRef idx="0">
            <a:scrgbClr r="0" g="0" b="0"/>
          </a:effectRef>
          <a:fontRef idx="none"/>
        </p:style>
        <p:txBody>
          <a:bodyPr spcFirstLastPara="1" wrap="none" lIns="22860" tIns="22860" rIns="22860" bIns="22860" spcCol="3810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600" b="0" i="0" u="none" strike="noStrike" kern="1200" cap="none" spc="0" normalizeH="0" baseline="0" noProof="0" dirty="0">
                <a:ln>
                  <a:noFill/>
                </a:ln>
                <a:solidFill>
                  <a:schemeClr val="bg1">
                    <a:alpha val="60000"/>
                  </a:schemeClr>
                </a:solidFill>
                <a:effectLst/>
                <a:uLnTx/>
                <a:uFillTx/>
                <a:latin typeface="Arial" panose="020B0604020202020204" pitchFamily="34" charset="0"/>
                <a:ea typeface="微软雅黑" panose="020B0503020204020204" pitchFamily="34" charset="-122"/>
                <a:cs typeface="+mn-ea"/>
                <a:sym typeface="Arial" panose="020B0604020202020204" pitchFamily="34" charset="0"/>
              </a:rPr>
              <a:t>Do advertising drainage</a:t>
            </a:r>
            <a:endParaRPr kumimoji="0" lang="en-US" altLang="zh-CN" sz="1600" b="0" i="0" u="none" strike="noStrike" kern="1200" cap="none" spc="0" normalizeH="0" baseline="0" noProof="0" dirty="0">
              <a:ln>
                <a:noFill/>
              </a:ln>
              <a:solidFill>
                <a:schemeClr val="bg1">
                  <a:alpha val="60000"/>
                </a:schemeClr>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grpSp>
        <p:nvGrpSpPr>
          <p:cNvPr id="2" name="组合 17"/>
          <p:cNvGrpSpPr/>
          <p:nvPr/>
        </p:nvGrpSpPr>
        <p:grpSpPr>
          <a:xfrm>
            <a:off x="244476" y="292500"/>
            <a:ext cx="493773" cy="615629"/>
            <a:chOff x="7409" y="353"/>
            <a:chExt cx="1374" cy="1582"/>
          </a:xfrm>
          <a:solidFill>
            <a:srgbClr val="1766F3"/>
          </a:solidFill>
        </p:grpSpPr>
        <p:sp>
          <p:nvSpPr>
            <p:cNvPr id="20" name="平行四边形 19"/>
            <p:cNvSpPr/>
            <p:nvPr/>
          </p:nvSpPr>
          <p:spPr>
            <a:xfrm>
              <a:off x="7409" y="353"/>
              <a:ext cx="788" cy="981"/>
            </a:xfrm>
            <a:prstGeom prst="parallelogram">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3600" b="0" i="0" u="none" strike="noStrike" kern="1200" cap="none" spc="0" normalizeH="0" baseline="0" noProof="0">
                <a:ln>
                  <a:noFill/>
                </a:ln>
                <a:solidFill>
                  <a:schemeClr val="lt1"/>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1" name="平行四边形 20"/>
            <p:cNvSpPr/>
            <p:nvPr/>
          </p:nvSpPr>
          <p:spPr>
            <a:xfrm>
              <a:off x="7995" y="955"/>
              <a:ext cx="788" cy="981"/>
            </a:xfrm>
            <a:prstGeom prst="parallelogram">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3600" b="0" i="0" u="none" strike="noStrike" kern="1200" cap="none" spc="0" normalizeH="0" baseline="0" noProof="0">
                <a:ln>
                  <a:noFill/>
                </a:ln>
                <a:solidFill>
                  <a:schemeClr val="lt1"/>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grpSp>
      <p:sp>
        <p:nvSpPr>
          <p:cNvPr id="19" name="文本框 18"/>
          <p:cNvSpPr txBox="1"/>
          <p:nvPr/>
        </p:nvSpPr>
        <p:spPr>
          <a:xfrm>
            <a:off x="879475" y="274638"/>
            <a:ext cx="2571750" cy="554038"/>
          </a:xfrm>
          <a:prstGeom prst="rect">
            <a:avLst/>
          </a:prstGeom>
          <a:noFill/>
        </p:spPr>
        <p:txBody>
          <a:bodyPr wrap="none">
            <a:spAutoFit/>
          </a:bodyPr>
          <a:lstStyle/>
          <a:p>
            <a:pPr marR="0" defTabSz="914400" eaLnBrk="1" hangingPunct="1">
              <a:buClrTx/>
              <a:buSzTx/>
              <a:buFontTx/>
              <a:defRPr/>
            </a:pPr>
            <a:r>
              <a:rPr kumimoji="0" lang="en-US" altLang="zh-CN" sz="3000" b="1" kern="1200" cap="none" spc="-150" normalizeH="0" baseline="0" noProof="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2</a:t>
            </a:r>
            <a:r>
              <a:rPr kumimoji="0" lang="zh-CN" altLang="en-US" sz="3000" b="1" kern="1200" cap="none" spc="-150" normalizeH="0" baseline="0" noProof="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：做广告引流</a:t>
            </a:r>
            <a:endParaRPr kumimoji="0" lang="zh-CN" altLang="en-US" sz="3000" b="1" kern="1200" cap="none" spc="-150" normalizeH="0" baseline="0" noProof="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graphicFrame>
        <p:nvGraphicFramePr>
          <p:cNvPr id="17" name="表格 16"/>
          <p:cNvGraphicFramePr>
            <a:graphicFrameLocks noGrp="1"/>
          </p:cNvGraphicFramePr>
          <p:nvPr>
            <p:custDataLst>
              <p:tags r:id="rId1"/>
            </p:custDataLst>
          </p:nvPr>
        </p:nvGraphicFramePr>
        <p:xfrm>
          <a:off x="444500" y="1003300"/>
          <a:ext cx="11290300" cy="5397500"/>
        </p:xfrm>
        <a:graphic>
          <a:graphicData uri="http://schemas.openxmlformats.org/drawingml/2006/table">
            <a:tbl>
              <a:tblPr/>
              <a:tblGrid>
                <a:gridCol w="423545"/>
                <a:gridCol w="423755"/>
                <a:gridCol w="423755"/>
                <a:gridCol w="1271261"/>
                <a:gridCol w="423755"/>
                <a:gridCol w="482609"/>
                <a:gridCol w="1006416"/>
                <a:gridCol w="3633299"/>
                <a:gridCol w="502226"/>
                <a:gridCol w="2699470"/>
              </a:tblGrid>
              <a:tr h="178534">
                <a:tc>
                  <a:txBody>
                    <a:bodyPr/>
                    <a:lstStyle/>
                    <a:p>
                      <a:pPr algn="l" fontAlgn="ctr"/>
                      <a:endParaRPr lang="zh-CN" altLang="en-US" sz="1050" b="0" i="0" u="none" strike="noStrike" dirty="0">
                        <a:solidFill>
                          <a:schemeClr val="accent5">
                            <a:lumMod val="50000"/>
                          </a:schemeClr>
                        </a:solidFill>
                        <a:latin typeface="微软雅黑" panose="020B0503020204020204" pitchFamily="34" charset="-122"/>
                      </a:endParaRPr>
                    </a:p>
                  </a:txBody>
                  <a:tcPr marL="0" marR="0" marT="0" marB="0" anchor="ctr">
                    <a:lnL>
                      <a:noFill/>
                    </a:lnL>
                    <a:lnR>
                      <a:noFill/>
                    </a:lnR>
                    <a:lnT>
                      <a:noFill/>
                    </a:lnT>
                    <a:lnB>
                      <a:noFill/>
                    </a:lnB>
                    <a:solidFill>
                      <a:schemeClr val="bg1"/>
                    </a:solidFill>
                  </a:tcPr>
                </a:tc>
                <a:tc>
                  <a:txBody>
                    <a:bodyPr/>
                    <a:lstStyle/>
                    <a:p>
                      <a:pPr algn="l" fontAlgn="ctr"/>
                      <a:endParaRPr lang="zh-CN" altLang="en-US" sz="1050" b="0" i="0" u="none" strike="noStrike" dirty="0">
                        <a:solidFill>
                          <a:schemeClr val="accent5">
                            <a:lumMod val="50000"/>
                          </a:schemeClr>
                        </a:solidFill>
                        <a:latin typeface="微软雅黑" panose="020B0503020204020204" pitchFamily="34" charset="-122"/>
                      </a:endParaRPr>
                    </a:p>
                  </a:txBody>
                  <a:tcPr marL="0" marR="0" marT="0" marB="0" anchor="ctr">
                    <a:lnL>
                      <a:noFill/>
                    </a:lnL>
                    <a:lnR>
                      <a:noFill/>
                    </a:lnR>
                    <a:lnT>
                      <a:noFill/>
                    </a:lnT>
                    <a:lnB>
                      <a:noFill/>
                    </a:lnB>
                    <a:solidFill>
                      <a:schemeClr val="bg1"/>
                    </a:solidFill>
                  </a:tcPr>
                </a:tc>
                <a:tc>
                  <a:txBody>
                    <a:bodyPr/>
                    <a:lstStyle/>
                    <a:p>
                      <a:pPr algn="l" fontAlgn="ctr"/>
                      <a:endParaRPr lang="zh-CN" altLang="en-US" sz="1050" b="0" i="0" u="none" strike="noStrike" dirty="0">
                        <a:solidFill>
                          <a:schemeClr val="accent5">
                            <a:lumMod val="50000"/>
                          </a:schemeClr>
                        </a:solidFill>
                        <a:latin typeface="微软雅黑" panose="020B0503020204020204" pitchFamily="34" charset="-122"/>
                      </a:endParaRPr>
                    </a:p>
                  </a:txBody>
                  <a:tcPr marL="0" marR="0" marT="0" marB="0" anchor="ctr">
                    <a:lnL>
                      <a:noFill/>
                    </a:lnL>
                    <a:lnR>
                      <a:noFill/>
                    </a:lnR>
                    <a:lnT>
                      <a:noFill/>
                    </a:lnT>
                    <a:lnB>
                      <a:noFill/>
                    </a:lnB>
                    <a:solidFill>
                      <a:schemeClr val="bg1"/>
                    </a:solidFill>
                  </a:tcPr>
                </a:tc>
                <a:tc>
                  <a:txBody>
                    <a:bodyPr/>
                    <a:lstStyle/>
                    <a:p>
                      <a:pPr algn="l" fontAlgn="ctr"/>
                      <a:endParaRPr lang="zh-CN" altLang="en-US" sz="1050" b="0" i="0" u="none" strike="noStrike">
                        <a:solidFill>
                          <a:schemeClr val="accent5">
                            <a:lumMod val="50000"/>
                          </a:schemeClr>
                        </a:solidFill>
                        <a:latin typeface="微软雅黑" panose="020B0503020204020204" pitchFamily="34" charset="-122"/>
                      </a:endParaRP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chemeClr val="bg1"/>
                    </a:solidFill>
                  </a:tcPr>
                </a:tc>
                <a:tc gridSpan="4">
                  <a:txBody>
                    <a:bodyPr/>
                    <a:lstStyle/>
                    <a:p>
                      <a:pPr algn="ctr" fontAlgn="ctr"/>
                      <a:endParaRPr lang="zh-CN" altLang="en-US" sz="1050" b="0" i="0" u="none" strike="noStrike" dirty="0">
                        <a:solidFill>
                          <a:schemeClr val="accent5">
                            <a:lumMod val="50000"/>
                          </a:schemeClr>
                        </a:solidFill>
                        <a:latin typeface="微软雅黑" panose="020B0503020204020204" pitchFamily="34" charset="-122"/>
                      </a:endParaRP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chemeClr val="bg1"/>
                    </a:solidFill>
                  </a:tcPr>
                </a:tc>
                <a:tc hMerge="1">
                  <a:tcPr/>
                </a:tc>
                <a:tc hMerge="1">
                  <a:tcPr/>
                </a:tc>
                <a:tc hMerge="1">
                  <a:tcPr/>
                </a:tc>
                <a:tc>
                  <a:txBody>
                    <a:bodyPr/>
                    <a:lstStyle/>
                    <a:p>
                      <a:pPr algn="l" fontAlgn="ctr"/>
                      <a:endParaRPr lang="zh-CN" altLang="en-US" sz="1050" b="0" i="0" u="none" strike="noStrike">
                        <a:solidFill>
                          <a:schemeClr val="accent5">
                            <a:lumMod val="50000"/>
                          </a:schemeClr>
                        </a:solidFill>
                        <a:latin typeface="微软雅黑" panose="020B0503020204020204" pitchFamily="34" charset="-122"/>
                      </a:endParaRP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chemeClr val="bg1"/>
                    </a:solidFill>
                  </a:tcPr>
                </a:tc>
                <a:tc>
                  <a:txBody>
                    <a:bodyPr/>
                    <a:lstStyle/>
                    <a:p>
                      <a:pPr algn="l" fontAlgn="ctr"/>
                      <a:r>
                        <a:rPr lang="zh-CN" altLang="en-US" sz="1050" b="0" i="0" u="none" strike="noStrike" dirty="0">
                          <a:solidFill>
                            <a:schemeClr val="tx1"/>
                          </a:solidFill>
                          <a:latin typeface="微软雅黑" panose="020B0503020204020204" pitchFamily="34" charset="-122"/>
                        </a:rPr>
                        <a:t>质量得分，取决于</a:t>
                      </a:r>
                      <a:r>
                        <a:rPr lang="en-US" sz="1050" b="0" i="0" u="none" strike="noStrike" dirty="0">
                          <a:solidFill>
                            <a:schemeClr val="tx1"/>
                          </a:solidFill>
                          <a:latin typeface="微软雅黑" panose="020B0503020204020204" pitchFamily="34" charset="-122"/>
                        </a:rPr>
                        <a:t>ＣPＲ</a:t>
                      </a:r>
                      <a:r>
                        <a:rPr lang="zh-CN" altLang="en-US" sz="1050" b="0" i="0" u="none" strike="noStrike" dirty="0">
                          <a:solidFill>
                            <a:schemeClr val="tx1"/>
                          </a:solidFill>
                          <a:latin typeface="微软雅黑" panose="020B0503020204020204" pitchFamily="34" charset="-122"/>
                        </a:rPr>
                        <a:t>和</a:t>
                      </a:r>
                      <a:r>
                        <a:rPr lang="en-US" sz="1050" b="0" i="0" u="none" strike="noStrike" dirty="0">
                          <a:solidFill>
                            <a:schemeClr val="tx1"/>
                          </a:solidFill>
                          <a:latin typeface="微软雅黑" panose="020B0503020204020204" pitchFamily="34" charset="-122"/>
                        </a:rPr>
                        <a:t>ＣＴＲ</a:t>
                      </a:r>
                      <a:endParaRPr lang="en-US" sz="1050" b="0" i="0" u="none" strike="noStrike" dirty="0">
                        <a:solidFill>
                          <a:schemeClr val="tx1"/>
                        </a:solidFill>
                        <a:latin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r>
              <a:tr h="357068">
                <a:tc>
                  <a:txBody>
                    <a:bodyPr/>
                    <a:lstStyle/>
                    <a:p>
                      <a:pPr algn="l" fontAlgn="ctr"/>
                      <a:endParaRPr lang="zh-CN" altLang="en-US" sz="1050" b="0" i="0" u="none" strike="noStrike" dirty="0">
                        <a:solidFill>
                          <a:schemeClr val="tx1"/>
                        </a:solidFill>
                        <a:latin typeface="微软雅黑" panose="020B0503020204020204" pitchFamily="34" charset="-122"/>
                      </a:endParaRPr>
                    </a:p>
                  </a:txBody>
                  <a:tcPr marL="0" marR="0" marT="0" marB="0" anchor="ctr">
                    <a:lnL>
                      <a:noFill/>
                    </a:lnL>
                    <a:lnR>
                      <a:noFill/>
                    </a:lnR>
                    <a:lnT>
                      <a:noFill/>
                    </a:lnT>
                    <a:lnB>
                      <a:noFill/>
                    </a:lnB>
                    <a:solidFill>
                      <a:schemeClr val="bg1"/>
                    </a:solidFill>
                  </a:tcPr>
                </a:tc>
                <a:tc>
                  <a:txBody>
                    <a:bodyPr/>
                    <a:lstStyle/>
                    <a:p>
                      <a:pPr algn="l" fontAlgn="b"/>
                      <a:endParaRPr lang="zh-CN" altLang="en-US" sz="1050" b="0" i="0" u="none" strike="noStrike" dirty="0">
                        <a:solidFill>
                          <a:schemeClr val="tx1"/>
                        </a:solidFill>
                        <a:latin typeface="宋体" panose="02010600030101010101" pitchFamily="2" charset="-122"/>
                      </a:endParaRPr>
                    </a:p>
                  </a:txBody>
                  <a:tcPr marL="0" marR="0" marT="0" marB="0" anchor="ctr">
                    <a:lnL>
                      <a:noFill/>
                    </a:lnL>
                    <a:lnR>
                      <a:noFill/>
                    </a:lnR>
                    <a:lnT>
                      <a:noFill/>
                    </a:lnT>
                    <a:lnB>
                      <a:noFill/>
                    </a:lnB>
                    <a:solidFill>
                      <a:schemeClr val="bg1"/>
                    </a:solidFill>
                  </a:tcPr>
                </a:tc>
                <a:tc>
                  <a:txBody>
                    <a:bodyPr/>
                    <a:lstStyle/>
                    <a:p>
                      <a:pPr algn="l" fontAlgn="ctr"/>
                      <a:endParaRPr lang="zh-CN" altLang="en-US" sz="1050" b="0" i="0" u="none" strike="noStrike" dirty="0">
                        <a:solidFill>
                          <a:schemeClr val="tx1"/>
                        </a:solidFill>
                        <a:latin typeface="微软雅黑" panose="020B0503020204020204" pitchFamily="34" charset="-122"/>
                      </a:endParaRP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chemeClr val="bg1"/>
                    </a:solidFill>
                  </a:tcPr>
                </a:tc>
                <a:tc>
                  <a:txBody>
                    <a:bodyPr/>
                    <a:lstStyle/>
                    <a:p>
                      <a:pPr algn="ctr" fontAlgn="ctr"/>
                      <a:r>
                        <a:rPr lang="zh-CN" altLang="en-US" sz="1050" b="1" i="0" u="none" strike="noStrike" dirty="0">
                          <a:solidFill>
                            <a:schemeClr val="tx1"/>
                          </a:solidFill>
                          <a:latin typeface="微软雅黑" panose="020B0503020204020204" pitchFamily="34" charset="-122"/>
                        </a:rPr>
                        <a:t>广告排名规则 </a:t>
                      </a:r>
                      <a:endParaRPr lang="zh-CN" altLang="en-US" sz="1050" b="1" i="0" u="none" strike="noStrike" dirty="0">
                        <a:solidFill>
                          <a:schemeClr val="tx1"/>
                        </a:solidFill>
                        <a:latin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gridSpan="3">
                  <a:txBody>
                    <a:bodyPr/>
                    <a:lstStyle/>
                    <a:p>
                      <a:pPr algn="ctr" fontAlgn="ctr"/>
                      <a:r>
                        <a:rPr lang="zh-CN" altLang="en-US" sz="1050" b="0" i="0" u="none" strike="noStrike" dirty="0">
                          <a:solidFill>
                            <a:schemeClr val="tx1"/>
                          </a:solidFill>
                          <a:latin typeface="微软雅黑" panose="020B0503020204020204" pitchFamily="34" charset="-122"/>
                        </a:rPr>
                        <a:t>广告投入的经费越多，时间越长，权重越重</a:t>
                      </a:r>
                      <a:endParaRPr lang="zh-CN" altLang="en-US" sz="1050" b="0" i="0" u="none" strike="noStrike" dirty="0">
                        <a:solidFill>
                          <a:schemeClr val="tx1"/>
                        </a:solidFill>
                        <a:latin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hMerge="1">
                  <a:tcPr/>
                </a:tc>
                <a:tc hMerge="1">
                  <a:tcPr/>
                </a:tc>
                <a:tc>
                  <a:txBody>
                    <a:bodyPr/>
                    <a:lstStyle/>
                    <a:p>
                      <a:pPr algn="r" fontAlgn="ctr"/>
                      <a:r>
                        <a:rPr lang="zh-CN" altLang="en-US" sz="1050" b="0" i="0" u="none" strike="noStrike" dirty="0">
                          <a:solidFill>
                            <a:schemeClr val="tx1"/>
                          </a:solidFill>
                          <a:latin typeface="微软雅黑" panose="020B0503020204020204" pitchFamily="34" charset="-122"/>
                        </a:rPr>
                        <a:t>广告排名　</a:t>
                      </a:r>
                      <a:r>
                        <a:rPr lang="en-US" altLang="zh-CN" sz="1050" b="0" i="0" u="none" strike="noStrike" dirty="0">
                          <a:solidFill>
                            <a:schemeClr val="tx1"/>
                          </a:solidFill>
                          <a:latin typeface="微软雅黑" panose="020B0503020204020204" pitchFamily="34" charset="-122"/>
                        </a:rPr>
                        <a:t>= </a:t>
                      </a:r>
                      <a:r>
                        <a:rPr lang="en-US" sz="1050" b="0" i="0" u="none" strike="noStrike" dirty="0">
                          <a:solidFill>
                            <a:schemeClr val="tx1"/>
                          </a:solidFill>
                          <a:latin typeface="微软雅黑" panose="020B0503020204020204" pitchFamily="34" charset="-122"/>
                        </a:rPr>
                        <a:t>CPC</a:t>
                      </a:r>
                      <a:r>
                        <a:rPr lang="zh-CN" altLang="en-US" sz="1050" b="0" i="0" u="none" strike="noStrike" dirty="0">
                          <a:solidFill>
                            <a:schemeClr val="tx1"/>
                          </a:solidFill>
                          <a:latin typeface="微软雅黑" panose="020B0503020204020204" pitchFamily="34" charset="-122"/>
                        </a:rPr>
                        <a:t>出价</a:t>
                      </a:r>
                      <a:r>
                        <a:rPr lang="en-US" altLang="zh-CN" sz="1050" b="0" i="0" u="none" strike="noStrike" dirty="0">
                          <a:solidFill>
                            <a:schemeClr val="tx1"/>
                          </a:solidFill>
                          <a:latin typeface="微软雅黑" panose="020B0503020204020204" pitchFamily="34" charset="-122"/>
                        </a:rPr>
                        <a:t>×</a:t>
                      </a:r>
                      <a:r>
                        <a:rPr lang="zh-CN" altLang="en-US" sz="1050" b="0" i="0" u="none" strike="noStrike" dirty="0">
                          <a:solidFill>
                            <a:schemeClr val="tx1"/>
                          </a:solidFill>
                          <a:latin typeface="微软雅黑" panose="020B0503020204020204" pitchFamily="34" charset="-122"/>
                        </a:rPr>
                        <a:t>　质量得分</a:t>
                      </a:r>
                      <a:endParaRPr lang="zh-CN" altLang="en-US" sz="1050" b="0" i="0" u="none" strike="noStrike" dirty="0">
                        <a:solidFill>
                          <a:schemeClr val="tx1"/>
                        </a:solidFill>
                        <a:latin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endParaRPr lang="zh-CN" altLang="en-US" sz="1050" b="0" i="0" u="none" strike="noStrike">
                        <a:solidFill>
                          <a:schemeClr val="tx1"/>
                        </a:solidFill>
                        <a:latin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bg1"/>
                    </a:solidFill>
                  </a:tcPr>
                </a:tc>
                <a:tc>
                  <a:txBody>
                    <a:bodyPr/>
                    <a:lstStyle/>
                    <a:p>
                      <a:pPr algn="l" fontAlgn="ctr"/>
                      <a:r>
                        <a:rPr lang="en-US" sz="1050" b="0" i="0" u="none" strike="noStrike">
                          <a:solidFill>
                            <a:schemeClr val="tx1"/>
                          </a:solidFill>
                          <a:latin typeface="微软雅黑" panose="020B0503020204020204" pitchFamily="34" charset="-122"/>
                        </a:rPr>
                        <a:t>CPC </a:t>
                      </a:r>
                      <a:r>
                        <a:rPr lang="zh-CN" altLang="en-US" sz="1050" b="0" i="0" u="none" strike="noStrike">
                          <a:solidFill>
                            <a:schemeClr val="tx1"/>
                          </a:solidFill>
                          <a:latin typeface="微软雅黑" panose="020B0503020204020204" pitchFamily="34" charset="-122"/>
                        </a:rPr>
                        <a:t>出价，质量得分不高的产品，靠出高价能短时间占据好排名，但实际出价会非常高</a:t>
                      </a:r>
                      <a:endParaRPr lang="zh-CN" altLang="en-US" sz="1050" b="0" i="0" u="none" strike="noStrike">
                        <a:solidFill>
                          <a:schemeClr val="tx1"/>
                        </a:solidFill>
                        <a:latin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r>
              <a:tr h="217453">
                <a:tc>
                  <a:txBody>
                    <a:bodyPr/>
                    <a:lstStyle/>
                    <a:p>
                      <a:pPr algn="l" fontAlgn="ctr"/>
                      <a:endParaRPr lang="zh-CN" altLang="en-US" sz="1050" b="0" i="0" u="none" strike="noStrike">
                        <a:solidFill>
                          <a:schemeClr val="tx1"/>
                        </a:solidFill>
                        <a:latin typeface="微软雅黑" panose="020B0503020204020204" pitchFamily="34" charset="-122"/>
                      </a:endParaRPr>
                    </a:p>
                  </a:txBody>
                  <a:tcPr marL="0" marR="0" marT="0" marB="0" anchor="ctr">
                    <a:lnL>
                      <a:noFill/>
                    </a:lnL>
                    <a:lnR>
                      <a:noFill/>
                    </a:lnR>
                    <a:lnT>
                      <a:noFill/>
                    </a:lnT>
                    <a:lnB>
                      <a:noFill/>
                    </a:lnB>
                    <a:solidFill>
                      <a:schemeClr val="bg1"/>
                    </a:solidFill>
                  </a:tcPr>
                </a:tc>
                <a:tc>
                  <a:txBody>
                    <a:bodyPr/>
                    <a:lstStyle/>
                    <a:p>
                      <a:pPr algn="l" fontAlgn="ctr"/>
                      <a:endParaRPr lang="zh-CN" altLang="en-US" sz="1050" b="0" i="0" u="none" strike="noStrike">
                        <a:solidFill>
                          <a:schemeClr val="tx1"/>
                        </a:solidFill>
                        <a:latin typeface="微软雅黑" panose="020B0503020204020204" pitchFamily="34" charset="-122"/>
                      </a:endParaRPr>
                    </a:p>
                  </a:txBody>
                  <a:tcPr marL="0" marR="0" marT="0" marB="0" anchor="ctr">
                    <a:lnL>
                      <a:noFill/>
                    </a:lnL>
                    <a:lnR>
                      <a:noFill/>
                    </a:lnR>
                    <a:lnT>
                      <a:noFill/>
                    </a:lnT>
                    <a:lnB>
                      <a:noFill/>
                    </a:lnB>
                    <a:solidFill>
                      <a:schemeClr val="bg1"/>
                    </a:solidFill>
                  </a:tcPr>
                </a:tc>
                <a:tc>
                  <a:txBody>
                    <a:bodyPr/>
                    <a:lstStyle/>
                    <a:p>
                      <a:pPr algn="l" fontAlgn="ctr"/>
                      <a:endParaRPr lang="zh-CN" altLang="en-US" sz="1050" b="0" i="0" u="none" strike="noStrike">
                        <a:solidFill>
                          <a:schemeClr val="tx1"/>
                        </a:solidFill>
                        <a:latin typeface="微软雅黑" panose="020B0503020204020204" pitchFamily="34" charset="-122"/>
                      </a:endParaRPr>
                    </a:p>
                  </a:txBody>
                  <a:tcPr marL="0" marR="0" marT="0" marB="0" anchor="ctr">
                    <a:lnL>
                      <a:noFill/>
                    </a:lnL>
                    <a:lnR>
                      <a:noFill/>
                    </a:lnR>
                    <a:lnT>
                      <a:noFill/>
                    </a:lnT>
                    <a:lnB>
                      <a:noFill/>
                    </a:lnB>
                    <a:solidFill>
                      <a:schemeClr val="bg1"/>
                    </a:solidFill>
                  </a:tcPr>
                </a:tc>
                <a:tc rowSpan="3" gridSpan="5">
                  <a:txBody>
                    <a:bodyPr/>
                    <a:lstStyle/>
                    <a:p>
                      <a:pPr algn="ctr" fontAlgn="ctr"/>
                      <a:r>
                        <a:rPr lang="zh-CN" altLang="en-US" sz="1050" b="0" i="0" u="none" strike="noStrike" dirty="0">
                          <a:solidFill>
                            <a:schemeClr val="tx1"/>
                          </a:solidFill>
                          <a:latin typeface="微软雅黑" panose="020B0503020204020204" pitchFamily="34" charset="-122"/>
                        </a:rPr>
                        <a:t>　</a:t>
                      </a:r>
                      <a:endParaRPr lang="zh-CN" altLang="en-US" sz="1050" b="0" i="0" u="none" strike="noStrike" dirty="0">
                        <a:solidFill>
                          <a:schemeClr val="tx1"/>
                        </a:solidFill>
                        <a:latin typeface="微软雅黑" panose="020B0503020204020204" pitchFamily="34" charset="-122"/>
                      </a:endParaRP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rowSpan="3" hMerge="1">
                  <a:tcPr/>
                </a:tc>
                <a:tc rowSpan="3" hMerge="1">
                  <a:tcPr/>
                </a:tc>
                <a:tc rowSpan="3" hMerge="1">
                  <a:tcPr/>
                </a:tc>
                <a:tc rowSpan="3" hMerge="1">
                  <a:tcPr/>
                </a:tc>
                <a:tc>
                  <a:txBody>
                    <a:bodyPr/>
                    <a:lstStyle/>
                    <a:p>
                      <a:pPr algn="l" fontAlgn="ctr"/>
                      <a:endParaRPr lang="zh-CN" altLang="en-US" sz="1050" b="0" i="0" u="none" strike="noStrike">
                        <a:solidFill>
                          <a:schemeClr val="tx1"/>
                        </a:solidFill>
                        <a:latin typeface="微软雅黑" panose="020B0503020204020204" pitchFamily="34" charset="-122"/>
                      </a:endParaRPr>
                    </a:p>
                  </a:txBody>
                  <a:tcPr marL="0" marR="0" marT="0" marB="0" anchor="ctr">
                    <a:lnL>
                      <a:noFill/>
                    </a:lnL>
                    <a:lnR>
                      <a:noFill/>
                    </a:lnR>
                    <a:lnT>
                      <a:noFill/>
                    </a:lnT>
                    <a:lnB>
                      <a:noFill/>
                    </a:lnB>
                    <a:solidFill>
                      <a:schemeClr val="bg1"/>
                    </a:solidFill>
                  </a:tcPr>
                </a:tc>
                <a:tc>
                  <a:txBody>
                    <a:bodyPr/>
                    <a:lstStyle/>
                    <a:p>
                      <a:pPr algn="l" fontAlgn="ctr"/>
                      <a:endParaRPr lang="zh-CN" altLang="en-US" sz="1050" b="0" i="0" u="none" strike="noStrike">
                        <a:solidFill>
                          <a:schemeClr val="tx1"/>
                        </a:solidFill>
                        <a:latin typeface="微软雅黑" panose="020B0503020204020204" pitchFamily="34" charset="-122"/>
                      </a:endParaRP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r>
              <a:tr h="178534">
                <a:tc>
                  <a:txBody>
                    <a:bodyPr/>
                    <a:lstStyle/>
                    <a:p>
                      <a:pPr algn="l" fontAlgn="ctr"/>
                      <a:endParaRPr lang="zh-CN" altLang="en-US" sz="1050" b="0" i="0" u="none" strike="noStrike">
                        <a:solidFill>
                          <a:schemeClr val="tx1"/>
                        </a:solidFill>
                        <a:latin typeface="微软雅黑" panose="020B0503020204020204" pitchFamily="34" charset="-122"/>
                      </a:endParaRPr>
                    </a:p>
                  </a:txBody>
                  <a:tcPr marL="0" marR="0" marT="0" marB="0" anchor="ctr">
                    <a:lnL>
                      <a:noFill/>
                    </a:lnL>
                    <a:lnR>
                      <a:noFill/>
                    </a:lnR>
                    <a:lnT>
                      <a:noFill/>
                    </a:lnT>
                    <a:lnB>
                      <a:noFill/>
                    </a:lnB>
                    <a:solidFill>
                      <a:schemeClr val="bg1"/>
                    </a:solidFill>
                  </a:tcPr>
                </a:tc>
                <a:tc>
                  <a:txBody>
                    <a:bodyPr/>
                    <a:lstStyle/>
                    <a:p>
                      <a:pPr algn="l" fontAlgn="ctr"/>
                      <a:endParaRPr lang="zh-CN" altLang="en-US" sz="1050" b="0" i="0" u="none" strike="noStrike">
                        <a:solidFill>
                          <a:schemeClr val="tx1"/>
                        </a:solidFill>
                        <a:latin typeface="微软雅黑" panose="020B0503020204020204" pitchFamily="34" charset="-122"/>
                      </a:endParaRPr>
                    </a:p>
                  </a:txBody>
                  <a:tcPr marL="0" marR="0" marT="0" marB="0" anchor="ctr">
                    <a:lnL>
                      <a:noFill/>
                    </a:lnL>
                    <a:lnR>
                      <a:noFill/>
                    </a:lnR>
                    <a:lnT>
                      <a:noFill/>
                    </a:lnT>
                    <a:lnB>
                      <a:noFill/>
                    </a:lnB>
                    <a:solidFill>
                      <a:schemeClr val="bg1"/>
                    </a:solidFill>
                  </a:tcPr>
                </a:tc>
                <a:tc>
                  <a:txBody>
                    <a:bodyPr/>
                    <a:lstStyle/>
                    <a:p>
                      <a:pPr algn="l" fontAlgn="ctr"/>
                      <a:endParaRPr lang="zh-CN" altLang="en-US" sz="1050" b="0" i="0" u="none" strike="noStrike" dirty="0">
                        <a:solidFill>
                          <a:schemeClr val="tx1"/>
                        </a:solidFill>
                        <a:latin typeface="微软雅黑" panose="020B0503020204020204" pitchFamily="34" charset="-122"/>
                      </a:endParaRPr>
                    </a:p>
                  </a:txBody>
                  <a:tcPr marL="0" marR="0" marT="0" marB="0" anchor="ctr">
                    <a:lnL>
                      <a:noFill/>
                    </a:lnL>
                    <a:lnR>
                      <a:noFill/>
                    </a:lnR>
                    <a:lnT>
                      <a:noFill/>
                    </a:lnT>
                    <a:lnB>
                      <a:noFill/>
                    </a:lnB>
                    <a:solidFill>
                      <a:schemeClr val="bg1"/>
                    </a:solidFill>
                  </a:tcPr>
                </a:tc>
                <a:tc vMerge="1" gridSpan="5">
                  <a:tcPr/>
                </a:tc>
                <a:tc vMerge="1" hMerge="1">
                  <a:tcPr/>
                </a:tc>
                <a:tc vMerge="1" hMerge="1">
                  <a:tcPr/>
                </a:tc>
                <a:tc vMerge="1" hMerge="1">
                  <a:tcPr/>
                </a:tc>
                <a:tc vMerge="1" hMerge="1">
                  <a:tcPr/>
                </a:tc>
                <a:tc>
                  <a:txBody>
                    <a:bodyPr/>
                    <a:lstStyle/>
                    <a:p>
                      <a:pPr algn="l" fontAlgn="ctr"/>
                      <a:endParaRPr lang="zh-CN" altLang="en-US" sz="1050" b="0" i="0" u="none" strike="noStrike">
                        <a:solidFill>
                          <a:schemeClr val="tx1"/>
                        </a:solidFill>
                        <a:latin typeface="微软雅黑" panose="020B0503020204020204" pitchFamily="34" charset="-122"/>
                      </a:endParaRPr>
                    </a:p>
                  </a:txBody>
                  <a:tcPr marL="0" marR="0" marT="0"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zh-CN" altLang="en-US" sz="1050" b="0" i="0" u="none" strike="noStrike">
                          <a:solidFill>
                            <a:schemeClr val="tx1"/>
                          </a:solidFill>
                          <a:latin typeface="微软雅黑" panose="020B0503020204020204" pitchFamily="34" charset="-122"/>
                        </a:rPr>
                        <a:t>至少</a:t>
                      </a:r>
                      <a:r>
                        <a:rPr lang="en-US" altLang="zh-CN" sz="1050" b="0" i="0" u="none" strike="noStrike">
                          <a:solidFill>
                            <a:schemeClr val="tx1"/>
                          </a:solidFill>
                          <a:latin typeface="微软雅黑" panose="020B0503020204020204" pitchFamily="34" charset="-122"/>
                        </a:rPr>
                        <a:t>3</a:t>
                      </a:r>
                      <a:r>
                        <a:rPr lang="zh-CN" altLang="en-US" sz="1050" b="0" i="0" u="none" strike="noStrike">
                          <a:solidFill>
                            <a:schemeClr val="tx1"/>
                          </a:solidFill>
                          <a:latin typeface="微软雅黑" panose="020B0503020204020204" pitchFamily="34" charset="-122"/>
                        </a:rPr>
                        <a:t>颗星</a:t>
                      </a:r>
                      <a:endParaRPr lang="zh-CN" altLang="en-US" sz="1050" b="0" i="0" u="none" strike="noStrike">
                        <a:solidFill>
                          <a:schemeClr val="tx1"/>
                        </a:solidFill>
                        <a:latin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r>
              <a:tr h="178534">
                <a:tc>
                  <a:txBody>
                    <a:bodyPr/>
                    <a:lstStyle/>
                    <a:p>
                      <a:pPr algn="l" fontAlgn="ctr"/>
                      <a:endParaRPr lang="zh-CN" altLang="en-US" sz="1050" b="0" i="0" u="none" strike="noStrike">
                        <a:solidFill>
                          <a:schemeClr val="tx1"/>
                        </a:solidFill>
                        <a:latin typeface="微软雅黑" panose="020B0503020204020204" pitchFamily="34" charset="-122"/>
                      </a:endParaRPr>
                    </a:p>
                  </a:txBody>
                  <a:tcPr marL="0" marR="0" marT="0" marB="0" anchor="ctr">
                    <a:lnL>
                      <a:noFill/>
                    </a:lnL>
                    <a:lnR>
                      <a:noFill/>
                    </a:lnR>
                    <a:lnT>
                      <a:noFill/>
                    </a:lnT>
                    <a:lnB>
                      <a:noFill/>
                    </a:lnB>
                    <a:solidFill>
                      <a:schemeClr val="bg1"/>
                    </a:solidFill>
                  </a:tcPr>
                </a:tc>
                <a:tc>
                  <a:txBody>
                    <a:bodyPr/>
                    <a:lstStyle/>
                    <a:p>
                      <a:pPr algn="l" fontAlgn="ctr"/>
                      <a:endParaRPr lang="zh-CN" altLang="en-US" sz="1050" b="0" i="0" u="none" strike="noStrike">
                        <a:solidFill>
                          <a:schemeClr val="tx1"/>
                        </a:solidFill>
                        <a:latin typeface="微软雅黑" panose="020B0503020204020204" pitchFamily="34" charset="-122"/>
                      </a:endParaRP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endParaRPr lang="zh-CN" altLang="en-US" sz="1050" b="0" i="0" u="none" strike="noStrike" dirty="0">
                        <a:solidFill>
                          <a:schemeClr val="tx1"/>
                        </a:solidFill>
                        <a:latin typeface="微软雅黑" panose="020B0503020204020204" pitchFamily="34" charset="-122"/>
                      </a:endParaRPr>
                    </a:p>
                  </a:txBody>
                  <a:tcPr marL="0" marR="0" marT="0" marB="0" anchor="ctr">
                    <a:lnL>
                      <a:noFill/>
                    </a:lnL>
                    <a:lnR>
                      <a:noFill/>
                    </a:lnR>
                    <a:lnT>
                      <a:noFill/>
                    </a:lnT>
                    <a:lnB>
                      <a:noFill/>
                    </a:lnB>
                    <a:solidFill>
                      <a:schemeClr val="bg1"/>
                    </a:solidFill>
                  </a:tcPr>
                </a:tc>
                <a:tc vMerge="1" gridSpan="5">
                  <a:tcPr/>
                </a:tc>
                <a:tc vMerge="1" hMerge="1">
                  <a:tcPr/>
                </a:tc>
                <a:tc vMerge="1" hMerge="1">
                  <a:tcPr/>
                </a:tc>
                <a:tc vMerge="1" hMerge="1">
                  <a:tcPr/>
                </a:tc>
                <a:tc vMerge="1" hMerge="1">
                  <a:tcPr/>
                </a:tc>
                <a:tc rowSpan="2">
                  <a:txBody>
                    <a:bodyPr/>
                    <a:lstStyle/>
                    <a:p>
                      <a:pPr algn="ctr" fontAlgn="ctr"/>
                      <a:r>
                        <a:rPr lang="zh-CN" altLang="en-US" sz="1050" b="1" i="0" u="none" strike="noStrike">
                          <a:solidFill>
                            <a:schemeClr val="tx1"/>
                          </a:solidFill>
                          <a:latin typeface="微软雅黑" panose="020B0503020204020204" pitchFamily="34" charset="-122"/>
                        </a:rPr>
                        <a:t>要求</a:t>
                      </a:r>
                      <a:endParaRPr lang="zh-CN" altLang="en-US" sz="1050" b="1" i="0" u="none" strike="noStrike">
                        <a:solidFill>
                          <a:schemeClr val="tx1"/>
                        </a:solidFill>
                        <a:latin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zh-CN" altLang="en-US" sz="1050" b="0" i="0" u="none" strike="noStrike">
                          <a:solidFill>
                            <a:schemeClr val="tx1"/>
                          </a:solidFill>
                          <a:latin typeface="微软雅黑" panose="020B0503020204020204" pitchFamily="34" charset="-122"/>
                        </a:rPr>
                        <a:t>现在购物车售价的</a:t>
                      </a:r>
                      <a:r>
                        <a:rPr lang="en-US" altLang="zh-CN" sz="1050" b="0" i="0" u="none" strike="noStrike">
                          <a:solidFill>
                            <a:schemeClr val="tx1"/>
                          </a:solidFill>
                          <a:latin typeface="微软雅黑" panose="020B0503020204020204" pitchFamily="34" charset="-122"/>
                        </a:rPr>
                        <a:t>8.5</a:t>
                      </a:r>
                      <a:r>
                        <a:rPr lang="zh-CN" altLang="en-US" sz="1050" b="0" i="0" u="none" strike="noStrike">
                          <a:solidFill>
                            <a:schemeClr val="tx1"/>
                          </a:solidFill>
                          <a:latin typeface="微软雅黑" panose="020B0503020204020204" pitchFamily="34" charset="-122"/>
                        </a:rPr>
                        <a:t>折、</a:t>
                      </a:r>
                      <a:r>
                        <a:rPr lang="en-US" altLang="zh-CN" sz="1050" b="0" i="0" u="none" strike="noStrike">
                          <a:solidFill>
                            <a:schemeClr val="tx1"/>
                          </a:solidFill>
                          <a:latin typeface="微软雅黑" panose="020B0503020204020204" pitchFamily="34" charset="-122"/>
                        </a:rPr>
                        <a:t>8</a:t>
                      </a:r>
                      <a:r>
                        <a:rPr lang="zh-CN" altLang="en-US" sz="1050" b="0" i="0" u="none" strike="noStrike">
                          <a:solidFill>
                            <a:schemeClr val="tx1"/>
                          </a:solidFill>
                          <a:latin typeface="微软雅黑" panose="020B0503020204020204" pitchFamily="34" charset="-122"/>
                        </a:rPr>
                        <a:t>折或更低</a:t>
                      </a:r>
                      <a:endParaRPr lang="zh-CN" altLang="en-US" sz="1050" b="0" i="0" u="none" strike="noStrike">
                        <a:solidFill>
                          <a:schemeClr val="tx1"/>
                        </a:solidFill>
                        <a:latin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r>
              <a:tr h="386584">
                <a:tc>
                  <a:txBody>
                    <a:bodyPr/>
                    <a:lstStyle/>
                    <a:p>
                      <a:pPr algn="l" fontAlgn="ctr"/>
                      <a:endParaRPr lang="zh-CN" altLang="en-US" sz="1050" b="0" i="0" u="none" strike="noStrike">
                        <a:solidFill>
                          <a:schemeClr val="tx1"/>
                        </a:solidFill>
                        <a:latin typeface="微软雅黑" panose="020B0503020204020204" pitchFamily="34" charset="-122"/>
                      </a:endParaRP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chemeClr val="bg1"/>
                    </a:solidFill>
                  </a:tcPr>
                </a:tc>
                <a:tc rowSpan="3">
                  <a:txBody>
                    <a:bodyPr/>
                    <a:lstStyle/>
                    <a:p>
                      <a:pPr algn="ctr" fontAlgn="ctr"/>
                      <a:r>
                        <a:rPr lang="zh-CN" altLang="en-US" sz="1050" b="1" i="0" u="none" strike="noStrike" dirty="0">
                          <a:solidFill>
                            <a:schemeClr val="tx1"/>
                          </a:solidFill>
                          <a:latin typeface="微软雅黑" panose="020B0503020204020204" pitchFamily="34" charset="-122"/>
                        </a:rPr>
                        <a:t>站内</a:t>
                      </a:r>
                      <a:r>
                        <a:rPr lang="en-US" sz="1050" b="1" i="0" u="none" strike="noStrike" dirty="0">
                          <a:solidFill>
                            <a:schemeClr val="tx1"/>
                          </a:solidFill>
                          <a:latin typeface="微软雅黑" panose="020B0503020204020204" pitchFamily="34" charset="-122"/>
                        </a:rPr>
                        <a:t>Deal</a:t>
                      </a:r>
                      <a:endParaRPr lang="en-US" sz="1050" b="1" i="0" u="none" strike="noStrike" dirty="0">
                        <a:solidFill>
                          <a:schemeClr val="tx1"/>
                        </a:solidFill>
                        <a:latin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solidFill>
                  </a:tcPr>
                </a:tc>
                <a:tc>
                  <a:txBody>
                    <a:bodyPr/>
                    <a:lstStyle/>
                    <a:p>
                      <a:pPr algn="l" fontAlgn="ctr"/>
                      <a:endParaRPr lang="zh-CN" altLang="en-US" sz="1050" b="0" i="0" u="none" strike="noStrike">
                        <a:solidFill>
                          <a:schemeClr val="tx1"/>
                        </a:solidFill>
                        <a:latin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bg1"/>
                    </a:solidFill>
                  </a:tcPr>
                </a:tc>
                <a:tc>
                  <a:txBody>
                    <a:bodyPr/>
                    <a:lstStyle/>
                    <a:p>
                      <a:pPr algn="ctr" fontAlgn="ctr"/>
                      <a:r>
                        <a:rPr lang="en-US" sz="1050" b="1" i="0" u="none" strike="noStrike" dirty="0">
                          <a:solidFill>
                            <a:schemeClr val="tx1"/>
                          </a:solidFill>
                          <a:latin typeface="微软雅黑" panose="020B0503020204020204" pitchFamily="34" charset="-122"/>
                        </a:rPr>
                        <a:t>Best Deal</a:t>
                      </a:r>
                      <a:endParaRPr lang="en-US" sz="1050" b="1" i="0" u="none" strike="noStrike" dirty="0">
                        <a:solidFill>
                          <a:schemeClr val="tx1"/>
                        </a:solidFill>
                        <a:latin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gridSpan="4">
                  <a:txBody>
                    <a:bodyPr/>
                    <a:lstStyle/>
                    <a:p>
                      <a:pPr algn="l" fontAlgn="ctr"/>
                      <a:r>
                        <a:rPr lang="zh-CN" altLang="en-US" sz="1050" b="0" i="0" u="none" strike="noStrike" dirty="0">
                          <a:solidFill>
                            <a:schemeClr val="tx1"/>
                          </a:solidFill>
                          <a:latin typeface="微软雅黑" panose="020B0503020204020204" pitchFamily="34" charset="-122"/>
                        </a:rPr>
                        <a:t>周秒杀，简称</a:t>
                      </a:r>
                      <a:r>
                        <a:rPr lang="en-US" sz="1050" b="0" i="0" u="none" strike="noStrike" dirty="0">
                          <a:solidFill>
                            <a:schemeClr val="tx1"/>
                          </a:solidFill>
                          <a:latin typeface="微软雅黑" panose="020B0503020204020204" pitchFamily="34" charset="-122"/>
                        </a:rPr>
                        <a:t>BD，</a:t>
                      </a:r>
                      <a:r>
                        <a:rPr lang="zh-CN" altLang="en-US" sz="1050" b="0" i="0" u="none" strike="noStrike" dirty="0">
                          <a:solidFill>
                            <a:schemeClr val="tx1"/>
                          </a:solidFill>
                          <a:latin typeface="微软雅黑" panose="020B0503020204020204" pitchFamily="34" charset="-122"/>
                        </a:rPr>
                        <a:t>免费，一般可以持续</a:t>
                      </a:r>
                      <a:r>
                        <a:rPr lang="en-US" altLang="zh-CN" sz="1050" b="0" i="0" u="none" strike="noStrike" dirty="0">
                          <a:solidFill>
                            <a:schemeClr val="tx1"/>
                          </a:solidFill>
                          <a:latin typeface="微软雅黑" panose="020B0503020204020204" pitchFamily="34" charset="-122"/>
                        </a:rPr>
                        <a:t>2</a:t>
                      </a:r>
                      <a:r>
                        <a:rPr lang="zh-CN" altLang="en-US" sz="1050" b="0" i="0" u="none" strike="noStrike" dirty="0">
                          <a:solidFill>
                            <a:schemeClr val="tx1"/>
                          </a:solidFill>
                          <a:latin typeface="微软雅黑" panose="020B0503020204020204" pitchFamily="34" charset="-122"/>
                        </a:rPr>
                        <a:t>个星期，涵</a:t>
                      </a:r>
                      <a:r>
                        <a:rPr lang="zh-CN" altLang="en-US" sz="1050" b="0" i="0" u="none" strike="noStrike" dirty="0" smtClean="0">
                          <a:solidFill>
                            <a:schemeClr val="tx1"/>
                          </a:solidFill>
                          <a:latin typeface="微软雅黑" panose="020B0503020204020204" pitchFamily="34" charset="-122"/>
                        </a:rPr>
                        <a:t>盖欧洲站</a:t>
                      </a:r>
                      <a:r>
                        <a:rPr lang="zh-CN" altLang="en-US" sz="1050" b="0" i="0" u="none" strike="noStrike" dirty="0">
                          <a:solidFill>
                            <a:schemeClr val="tx1"/>
                          </a:solidFill>
                          <a:latin typeface="微软雅黑" panose="020B0503020204020204" pitchFamily="34" charset="-122"/>
                        </a:rPr>
                        <a:t>和日本站 只能通过招商经理渠道去申请，亚马逊会对你的产品以及整个店铺的表现进行一个审核</a:t>
                      </a:r>
                      <a:endParaRPr lang="zh-CN" altLang="en-US" sz="1050" b="0" i="0" u="none" strike="noStrike" dirty="0">
                        <a:solidFill>
                          <a:schemeClr val="tx1"/>
                        </a:solidFill>
                        <a:latin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hMerge="1">
                  <a:tcPr/>
                </a:tc>
                <a:tc hMerge="1">
                  <a:tcPr/>
                </a:tc>
                <a:tc hMerge="1">
                  <a:tcPr/>
                </a:tc>
                <a:tc vMerge="1">
                  <a:tcPr/>
                </a:tc>
                <a:tc>
                  <a:txBody>
                    <a:bodyPr/>
                    <a:lstStyle/>
                    <a:p>
                      <a:pPr algn="l" fontAlgn="ctr"/>
                      <a:r>
                        <a:rPr lang="zh-CN" altLang="en-US" sz="1050" b="0" i="0" u="none" strike="noStrike" dirty="0">
                          <a:solidFill>
                            <a:schemeClr val="tx1"/>
                          </a:solidFill>
                          <a:latin typeface="微软雅黑" panose="020B0503020204020204" pitchFamily="34" charset="-122"/>
                        </a:rPr>
                        <a:t>每月最多两次</a:t>
                      </a:r>
                      <a:endParaRPr lang="zh-CN" altLang="en-US" sz="1050" b="0" i="0" u="none" strike="noStrike" dirty="0">
                        <a:solidFill>
                          <a:schemeClr val="tx1"/>
                        </a:solidFill>
                        <a:latin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r>
              <a:tr h="257723">
                <a:tc>
                  <a:txBody>
                    <a:bodyPr/>
                    <a:lstStyle/>
                    <a:p>
                      <a:pPr algn="l" fontAlgn="b"/>
                      <a:endParaRPr lang="zh-CN" altLang="en-US" sz="1050" b="0" i="0" u="none" strike="noStrike">
                        <a:solidFill>
                          <a:schemeClr val="tx1"/>
                        </a:solidFill>
                        <a:latin typeface="宋体" panose="02010600030101010101" pitchFamily="2" charset="-122"/>
                      </a:endParaRP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chemeClr val="bg1"/>
                    </a:solidFill>
                  </a:tcPr>
                </a:tc>
                <a:tc vMerge="1">
                  <a:tcPr/>
                </a:tc>
                <a:tc>
                  <a:txBody>
                    <a:bodyPr/>
                    <a:lstStyle/>
                    <a:p>
                      <a:pPr algn="l" fontAlgn="ctr"/>
                      <a:endParaRPr lang="zh-CN" altLang="en-US" sz="1050" b="0" i="0" u="none" strike="noStrike">
                        <a:solidFill>
                          <a:schemeClr val="tx1"/>
                        </a:solidFill>
                        <a:latin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chemeClr val="bg1"/>
                    </a:solidFill>
                  </a:tcPr>
                </a:tc>
                <a:tc>
                  <a:txBody>
                    <a:bodyPr/>
                    <a:lstStyle/>
                    <a:p>
                      <a:pPr algn="l" fontAlgn="ctr"/>
                      <a:endParaRPr lang="zh-CN" altLang="en-US" sz="1050" b="0" i="0" u="none" strike="noStrike">
                        <a:solidFill>
                          <a:schemeClr val="tx1"/>
                        </a:solidFill>
                        <a:latin typeface="微软雅黑" panose="020B0503020204020204" pitchFamily="34" charset="-122"/>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chemeClr val="bg1"/>
                    </a:solidFill>
                  </a:tcPr>
                </a:tc>
                <a:tc rowSpan="2" gridSpan="4">
                  <a:txBody>
                    <a:bodyPr/>
                    <a:lstStyle/>
                    <a:p>
                      <a:pPr algn="ctr" fontAlgn="ctr"/>
                      <a:r>
                        <a:rPr lang="zh-CN" altLang="en-US" sz="1050" b="0" i="0" u="none" strike="noStrike" dirty="0">
                          <a:solidFill>
                            <a:schemeClr val="tx1"/>
                          </a:solidFill>
                          <a:latin typeface="微软雅黑" panose="020B0503020204020204" pitchFamily="34" charset="-122"/>
                        </a:rPr>
                        <a:t>　</a:t>
                      </a:r>
                      <a:endParaRPr lang="zh-CN" altLang="en-US" sz="1050" b="0" i="0" u="none" strike="noStrike" dirty="0">
                        <a:solidFill>
                          <a:schemeClr val="tx1"/>
                        </a:solidFill>
                        <a:latin typeface="微软雅黑" panose="020B0503020204020204" pitchFamily="34" charset="-122"/>
                      </a:endParaRP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rowSpan="2" hMerge="1">
                  <a:tcPr/>
                </a:tc>
                <a:tc rowSpan="2" hMerge="1">
                  <a:tcPr/>
                </a:tc>
                <a:tc rowSpan="2" hMerge="1">
                  <a:tcPr/>
                </a:tc>
                <a:tc>
                  <a:txBody>
                    <a:bodyPr/>
                    <a:lstStyle/>
                    <a:p>
                      <a:pPr algn="l" fontAlgn="ctr"/>
                      <a:endParaRPr lang="zh-CN" altLang="en-US" sz="1050" b="0" i="0" u="none" strike="noStrike">
                        <a:solidFill>
                          <a:schemeClr val="tx1"/>
                        </a:solidFill>
                        <a:latin typeface="微软雅黑" panose="020B0503020204020204" pitchFamily="34" charset="-122"/>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l" fontAlgn="ctr"/>
                      <a:endParaRPr lang="zh-CN" altLang="en-US" sz="1050" b="0" i="0" u="none" strike="noStrike">
                        <a:solidFill>
                          <a:schemeClr val="tx1"/>
                        </a:solidFill>
                        <a:latin typeface="微软雅黑" panose="020B0503020204020204" pitchFamily="34" charset="-122"/>
                      </a:endParaRP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r>
              <a:tr h="289938">
                <a:tc>
                  <a:txBody>
                    <a:bodyPr/>
                    <a:lstStyle/>
                    <a:p>
                      <a:pPr algn="l" fontAlgn="ctr"/>
                      <a:endParaRPr lang="zh-CN" altLang="en-US" sz="1050" b="0" i="0" u="none" strike="noStrike">
                        <a:solidFill>
                          <a:schemeClr val="tx1"/>
                        </a:solidFill>
                        <a:latin typeface="微软雅黑" panose="020B0503020204020204" pitchFamily="34" charset="-122"/>
                      </a:endParaRP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chemeClr val="bg1"/>
                    </a:solidFill>
                  </a:tcPr>
                </a:tc>
                <a:tc vMerge="1">
                  <a:tcPr/>
                </a:tc>
                <a:tc>
                  <a:txBody>
                    <a:bodyPr/>
                    <a:lstStyle/>
                    <a:p>
                      <a:pPr algn="l" fontAlgn="ctr"/>
                      <a:endParaRPr lang="zh-CN" altLang="en-US" sz="1050" b="0" i="0" u="none" strike="noStrike">
                        <a:solidFill>
                          <a:schemeClr val="tx1"/>
                        </a:solidFill>
                        <a:latin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chemeClr val="bg1"/>
                    </a:solidFill>
                  </a:tcPr>
                </a:tc>
                <a:tc>
                  <a:txBody>
                    <a:bodyPr/>
                    <a:lstStyle/>
                    <a:p>
                      <a:pPr algn="l" fontAlgn="ctr"/>
                      <a:endParaRPr lang="zh-CN" altLang="en-US" sz="1050" b="0" i="0" u="none" strike="noStrike" dirty="0">
                        <a:solidFill>
                          <a:schemeClr val="tx1"/>
                        </a:solidFill>
                        <a:latin typeface="微软雅黑" panose="020B0503020204020204" pitchFamily="34" charset="-122"/>
                      </a:endParaRP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chemeClr val="bg1"/>
                    </a:solidFill>
                  </a:tcPr>
                </a:tc>
                <a:tc vMerge="1" gridSpan="4">
                  <a:tcPr/>
                </a:tc>
                <a:tc vMerge="1" hMerge="1">
                  <a:tcPr/>
                </a:tc>
                <a:tc vMerge="1" hMerge="1">
                  <a:tcPr/>
                </a:tc>
                <a:tc vMerge="1" hMerge="1">
                  <a:tcPr/>
                </a:tc>
                <a:tc>
                  <a:txBody>
                    <a:bodyPr/>
                    <a:lstStyle/>
                    <a:p>
                      <a:pPr algn="l" fontAlgn="ctr"/>
                      <a:endParaRPr lang="zh-CN" altLang="en-US" sz="1050" b="0" i="0" u="none" strike="noStrike">
                        <a:solidFill>
                          <a:schemeClr val="tx1"/>
                        </a:solidFill>
                        <a:latin typeface="微软雅黑" panose="020B0503020204020204" pitchFamily="34" charset="-122"/>
                      </a:endParaRPr>
                    </a:p>
                  </a:txBody>
                  <a:tcPr marL="0" marR="0" marT="0"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zh-CN" altLang="en-US" sz="1050" b="0" i="0" u="none" strike="noStrike">
                          <a:solidFill>
                            <a:schemeClr val="tx1"/>
                          </a:solidFill>
                          <a:latin typeface="微软雅黑" panose="020B0503020204020204" pitchFamily="34" charset="-122"/>
                        </a:rPr>
                        <a:t>至少</a:t>
                      </a:r>
                      <a:r>
                        <a:rPr lang="en-US" altLang="zh-CN" sz="1050" b="0" i="0" u="none" strike="noStrike">
                          <a:solidFill>
                            <a:schemeClr val="tx1"/>
                          </a:solidFill>
                          <a:latin typeface="微软雅黑" panose="020B0503020204020204" pitchFamily="34" charset="-122"/>
                        </a:rPr>
                        <a:t>3.5</a:t>
                      </a:r>
                      <a:r>
                        <a:rPr lang="zh-CN" altLang="en-US" sz="1050" b="0" i="0" u="none" strike="noStrike">
                          <a:solidFill>
                            <a:schemeClr val="tx1"/>
                          </a:solidFill>
                          <a:latin typeface="微软雅黑" panose="020B0503020204020204" pitchFamily="34" charset="-122"/>
                        </a:rPr>
                        <a:t>颗星，</a:t>
                      </a:r>
                      <a:r>
                        <a:rPr lang="en-US" sz="1050" b="0" i="0" u="none" strike="noStrike">
                          <a:solidFill>
                            <a:schemeClr val="tx1"/>
                          </a:solidFill>
                          <a:latin typeface="微软雅黑" panose="020B0503020204020204" pitchFamily="34" charset="-122"/>
                        </a:rPr>
                        <a:t>Review</a:t>
                      </a:r>
                      <a:r>
                        <a:rPr lang="zh-CN" altLang="en-US" sz="1050" b="0" i="0" u="none" strike="noStrike">
                          <a:solidFill>
                            <a:schemeClr val="tx1"/>
                          </a:solidFill>
                          <a:latin typeface="微软雅黑" panose="020B0503020204020204" pitchFamily="34" charset="-122"/>
                        </a:rPr>
                        <a:t>且越多越好，转化率高</a:t>
                      </a:r>
                      <a:endParaRPr lang="zh-CN" altLang="en-US" sz="1050" b="0" i="0" u="none" strike="noStrike">
                        <a:solidFill>
                          <a:schemeClr val="tx1"/>
                        </a:solidFill>
                        <a:latin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r>
              <a:tr h="357068">
                <a:tc>
                  <a:txBody>
                    <a:bodyPr/>
                    <a:lstStyle/>
                    <a:p>
                      <a:pPr algn="l" fontAlgn="ctr"/>
                      <a:endParaRPr lang="zh-CN" altLang="en-US" sz="1050" b="0" i="0" u="none" strike="noStrike">
                        <a:solidFill>
                          <a:schemeClr val="tx1"/>
                        </a:solidFill>
                        <a:latin typeface="微软雅黑" panose="020B0503020204020204" pitchFamily="34" charset="-122"/>
                      </a:endParaRPr>
                    </a:p>
                  </a:txBody>
                  <a:tcPr marL="0" marR="0" marT="0" marB="0" anchor="ctr">
                    <a:lnL>
                      <a:noFill/>
                    </a:lnL>
                    <a:lnR>
                      <a:noFill/>
                    </a:lnR>
                    <a:lnT>
                      <a:noFill/>
                    </a:lnT>
                    <a:lnB>
                      <a:noFill/>
                    </a:lnB>
                    <a:solidFill>
                      <a:schemeClr val="bg1"/>
                    </a:solidFill>
                  </a:tcPr>
                </a:tc>
                <a:tc>
                  <a:txBody>
                    <a:bodyPr/>
                    <a:lstStyle/>
                    <a:p>
                      <a:pPr algn="l" fontAlgn="ctr"/>
                      <a:endParaRPr lang="zh-CN" altLang="en-US" sz="1050" b="0" i="0" u="none" strike="noStrike">
                        <a:solidFill>
                          <a:schemeClr val="tx1"/>
                        </a:solidFill>
                        <a:latin typeface="微软雅黑" panose="020B0503020204020204" pitchFamily="34" charset="-122"/>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l" fontAlgn="ctr"/>
                      <a:endParaRPr lang="zh-CN" altLang="en-US" sz="1050" b="0" i="0" u="none" strike="noStrike">
                        <a:solidFill>
                          <a:schemeClr val="tx1"/>
                        </a:solidFill>
                        <a:latin typeface="微软雅黑" panose="020B0503020204020204" pitchFamily="34" charset="-122"/>
                      </a:endParaRP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chemeClr val="bg1"/>
                    </a:solidFill>
                  </a:tcPr>
                </a:tc>
                <a:tc rowSpan="2">
                  <a:txBody>
                    <a:bodyPr/>
                    <a:lstStyle/>
                    <a:p>
                      <a:pPr algn="ctr" fontAlgn="ctr"/>
                      <a:r>
                        <a:rPr lang="en-US" sz="1050" b="1" i="0" u="none" strike="noStrike">
                          <a:solidFill>
                            <a:schemeClr val="tx1"/>
                          </a:solidFill>
                          <a:latin typeface="微软雅黑" panose="020B0503020204020204" pitchFamily="34" charset="-122"/>
                        </a:rPr>
                        <a:t>Lighting Deal</a:t>
                      </a:r>
                      <a:endParaRPr lang="en-US" sz="1050" b="1" i="0" u="none" strike="noStrike">
                        <a:solidFill>
                          <a:schemeClr val="tx1"/>
                        </a:solidFill>
                        <a:latin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rowSpan="2" gridSpan="3">
                  <a:txBody>
                    <a:bodyPr/>
                    <a:lstStyle/>
                    <a:p>
                      <a:pPr algn="l" fontAlgn="ctr"/>
                      <a:r>
                        <a:rPr lang="zh-CN" altLang="en-US" sz="1050" b="0" i="0" u="none" strike="noStrike" dirty="0">
                          <a:solidFill>
                            <a:schemeClr val="tx1"/>
                          </a:solidFill>
                          <a:latin typeface="微软雅黑" panose="020B0503020204020204" pitchFamily="34" charset="-122"/>
                        </a:rPr>
                        <a:t>简称</a:t>
                      </a:r>
                      <a:r>
                        <a:rPr lang="en-US" sz="1050" b="0" i="0" u="none" strike="noStrike" dirty="0">
                          <a:solidFill>
                            <a:schemeClr val="tx1"/>
                          </a:solidFill>
                          <a:latin typeface="微软雅黑" panose="020B0503020204020204" pitchFamily="34" charset="-122"/>
                        </a:rPr>
                        <a:t>LD，</a:t>
                      </a:r>
                      <a:r>
                        <a:rPr lang="zh-CN" altLang="en-US" sz="1050" b="0" i="0" u="none" strike="noStrike" dirty="0">
                          <a:solidFill>
                            <a:schemeClr val="tx1"/>
                          </a:solidFill>
                          <a:latin typeface="微软雅黑" panose="020B0503020204020204" pitchFamily="34" charset="-122"/>
                        </a:rPr>
                        <a:t>是一个具有时效性的秒杀活动，一般持续时间</a:t>
                      </a:r>
                      <a:r>
                        <a:rPr lang="en-US" altLang="zh-CN" sz="1050" b="0" i="0" u="none" strike="noStrike" dirty="0">
                          <a:solidFill>
                            <a:schemeClr val="tx1"/>
                          </a:solidFill>
                          <a:latin typeface="微软雅黑" panose="020B0503020204020204" pitchFamily="34" charset="-122"/>
                        </a:rPr>
                        <a:t>4</a:t>
                      </a:r>
                      <a:r>
                        <a:rPr lang="en-US" sz="1050" b="0" i="0" u="none" strike="noStrike" dirty="0">
                          <a:solidFill>
                            <a:schemeClr val="tx1"/>
                          </a:solidFill>
                          <a:latin typeface="微软雅黑" panose="020B0503020204020204" pitchFamily="34" charset="-122"/>
                        </a:rPr>
                        <a:t>H-6H(Seller</a:t>
                      </a:r>
                      <a:r>
                        <a:rPr lang="zh-CN" altLang="en-US" sz="1050" b="0" i="0" u="none" strike="noStrike" dirty="0">
                          <a:solidFill>
                            <a:schemeClr val="tx1"/>
                          </a:solidFill>
                          <a:latin typeface="微软雅黑" panose="020B0503020204020204" pitchFamily="34" charset="-122"/>
                        </a:rPr>
                        <a:t>和</a:t>
                      </a:r>
                      <a:r>
                        <a:rPr lang="en-US" sz="1050" b="0" i="0" u="none" strike="noStrike" dirty="0">
                          <a:solidFill>
                            <a:schemeClr val="tx1"/>
                          </a:solidFill>
                          <a:latin typeface="微软雅黑" panose="020B0503020204020204" pitchFamily="34" charset="-122"/>
                        </a:rPr>
                        <a:t>Vendor</a:t>
                      </a:r>
                      <a:r>
                        <a:rPr lang="zh-CN" altLang="en-US" sz="1050" b="0" i="0" u="none" strike="noStrike" dirty="0">
                          <a:solidFill>
                            <a:schemeClr val="tx1"/>
                          </a:solidFill>
                          <a:latin typeface="微软雅黑" panose="020B0503020204020204" pitchFamily="34" charset="-122"/>
                        </a:rPr>
                        <a:t>有</a:t>
                      </a:r>
                      <a:br>
                        <a:rPr lang="zh-CN" altLang="en-US" sz="1050" b="0" i="0" u="none" strike="noStrike" dirty="0">
                          <a:solidFill>
                            <a:schemeClr val="tx1"/>
                          </a:solidFill>
                          <a:latin typeface="微软雅黑" panose="020B0503020204020204" pitchFamily="34" charset="-122"/>
                        </a:rPr>
                      </a:br>
                      <a:r>
                        <a:rPr lang="zh-CN" altLang="en-US" sz="1050" b="0" i="0" u="none" strike="noStrike" dirty="0">
                          <a:solidFill>
                            <a:schemeClr val="tx1"/>
                          </a:solidFill>
                          <a:latin typeface="微软雅黑" panose="020B0503020204020204" pitchFamily="34" charset="-122"/>
                        </a:rPr>
                        <a:t>所不同，美国</a:t>
                      </a:r>
                      <a:r>
                        <a:rPr lang="en-US" altLang="zh-CN" sz="1050" b="0" i="0" u="none" strike="noStrike" dirty="0">
                          <a:solidFill>
                            <a:schemeClr val="tx1"/>
                          </a:solidFill>
                          <a:latin typeface="微软雅黑" panose="020B0503020204020204" pitchFamily="34" charset="-122"/>
                        </a:rPr>
                        <a:t>4</a:t>
                      </a:r>
                      <a:r>
                        <a:rPr lang="zh-CN" altLang="en-US" sz="1050" b="0" i="0" u="none" strike="noStrike" dirty="0">
                          <a:solidFill>
                            <a:schemeClr val="tx1"/>
                          </a:solidFill>
                          <a:latin typeface="微软雅黑" panose="020B0503020204020204" pitchFamily="34" charset="-122"/>
                        </a:rPr>
                        <a:t>小时，欧洲</a:t>
                      </a:r>
                      <a:r>
                        <a:rPr lang="en-US" altLang="zh-CN" sz="1050" b="0" i="0" u="none" strike="noStrike" dirty="0">
                          <a:solidFill>
                            <a:schemeClr val="tx1"/>
                          </a:solidFill>
                          <a:latin typeface="微软雅黑" panose="020B0503020204020204" pitchFamily="34" charset="-122"/>
                        </a:rPr>
                        <a:t>6</a:t>
                      </a:r>
                      <a:r>
                        <a:rPr lang="zh-CN" altLang="en-US" sz="1050" b="0" i="0" u="none" strike="noStrike" dirty="0">
                          <a:solidFill>
                            <a:schemeClr val="tx1"/>
                          </a:solidFill>
                          <a:latin typeface="微软雅黑" panose="020B0503020204020204" pitchFamily="34" charset="-122"/>
                        </a:rPr>
                        <a:t>小时</a:t>
                      </a:r>
                      <a:r>
                        <a:rPr lang="en-US" altLang="zh-CN" sz="1050" b="0" i="0" u="none" strike="noStrike" dirty="0">
                          <a:solidFill>
                            <a:schemeClr val="tx1"/>
                          </a:solidFill>
                          <a:latin typeface="微软雅黑" panose="020B0503020204020204" pitchFamily="34" charset="-122"/>
                        </a:rPr>
                        <a:t>)</a:t>
                      </a:r>
                      <a:r>
                        <a:rPr lang="zh-CN" altLang="en-US" sz="1050" b="0" i="0" u="none" strike="noStrike" dirty="0">
                          <a:solidFill>
                            <a:schemeClr val="tx1"/>
                          </a:solidFill>
                          <a:latin typeface="微软雅黑" panose="020B0503020204020204" pitchFamily="34" charset="-122"/>
                        </a:rPr>
                        <a:t>，每个</a:t>
                      </a:r>
                      <a:r>
                        <a:rPr lang="en-US" sz="1050" b="0" i="0" u="none" strike="noStrike" dirty="0">
                          <a:solidFill>
                            <a:schemeClr val="tx1"/>
                          </a:solidFill>
                          <a:latin typeface="微软雅黑" panose="020B0503020204020204" pitchFamily="34" charset="-122"/>
                        </a:rPr>
                        <a:t>ASIN150</a:t>
                      </a:r>
                      <a:r>
                        <a:rPr lang="zh-CN" altLang="en-US" sz="1050" b="0" i="0" u="none" strike="noStrike" dirty="0">
                          <a:solidFill>
                            <a:schemeClr val="tx1"/>
                          </a:solidFill>
                          <a:latin typeface="微软雅黑" panose="020B0503020204020204" pitchFamily="34" charset="-122"/>
                        </a:rPr>
                        <a:t>美金</a:t>
                      </a:r>
                      <a:endParaRPr lang="zh-CN" altLang="en-US" sz="1050" b="0" i="0" u="none" strike="noStrike" dirty="0">
                        <a:solidFill>
                          <a:schemeClr val="tx1"/>
                        </a:solidFill>
                        <a:latin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rowSpan="2" hMerge="1">
                  <a:tcPr/>
                </a:tc>
                <a:tc rowSpan="2" hMerge="1">
                  <a:tcPr/>
                </a:tc>
                <a:tc>
                  <a:txBody>
                    <a:bodyPr/>
                    <a:lstStyle/>
                    <a:p>
                      <a:pPr algn="l" fontAlgn="ctr"/>
                      <a:r>
                        <a:rPr lang="zh-CN" altLang="en-US" sz="1050" b="0" i="0" u="none" strike="noStrike" dirty="0">
                          <a:solidFill>
                            <a:schemeClr val="tx1"/>
                          </a:solidFill>
                          <a:latin typeface="微软雅黑" panose="020B0503020204020204" pitchFamily="34" charset="-122"/>
                        </a:rPr>
                        <a:t>后台出现</a:t>
                      </a:r>
                      <a:r>
                        <a:rPr lang="en-US" sz="1050" b="0" i="0" u="none" strike="noStrike" dirty="0">
                          <a:solidFill>
                            <a:schemeClr val="tx1"/>
                          </a:solidFill>
                          <a:latin typeface="微软雅黑" panose="020B0503020204020204" pitchFamily="34" charset="-122"/>
                        </a:rPr>
                        <a:t>lighting Deal</a:t>
                      </a:r>
                      <a:r>
                        <a:rPr lang="zh-CN" altLang="en-US" sz="1050" b="0" i="0" u="none" strike="noStrike" dirty="0">
                          <a:solidFill>
                            <a:schemeClr val="tx1"/>
                          </a:solidFill>
                          <a:latin typeface="微软雅黑" panose="020B0503020204020204" pitchFamily="34" charset="-122"/>
                        </a:rPr>
                        <a:t>的推荐时，卖家可以直接在后台进行申请</a:t>
                      </a:r>
                      <a:endParaRPr lang="zh-CN" altLang="en-US" sz="1050" b="0" i="0" u="none" strike="noStrike" dirty="0">
                        <a:solidFill>
                          <a:schemeClr val="tx1"/>
                        </a:solidFill>
                        <a:latin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rowSpan="2">
                  <a:txBody>
                    <a:bodyPr/>
                    <a:lstStyle/>
                    <a:p>
                      <a:pPr algn="ctr" fontAlgn="ctr"/>
                      <a:r>
                        <a:rPr lang="zh-CN" altLang="en-US" sz="1050" b="1" i="0" u="none" strike="noStrike">
                          <a:solidFill>
                            <a:schemeClr val="tx1"/>
                          </a:solidFill>
                          <a:latin typeface="微软雅黑" panose="020B0503020204020204" pitchFamily="34" charset="-122"/>
                        </a:rPr>
                        <a:t>要求</a:t>
                      </a:r>
                      <a:endParaRPr lang="zh-CN" altLang="en-US" sz="1050" b="1" i="0" u="none" strike="noStrike">
                        <a:solidFill>
                          <a:schemeClr val="tx1"/>
                        </a:solidFill>
                        <a:latin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en-US" sz="1050" b="0" i="0" u="none" strike="noStrike" dirty="0">
                          <a:solidFill>
                            <a:schemeClr val="tx1"/>
                          </a:solidFill>
                          <a:latin typeface="微软雅黑" panose="020B0503020204020204" pitchFamily="34" charset="-122"/>
                        </a:rPr>
                        <a:t>Lightning Deals </a:t>
                      </a:r>
                      <a:r>
                        <a:rPr lang="zh-CN" altLang="en-US" sz="1050" b="0" i="0" u="none" strike="noStrike" dirty="0">
                          <a:solidFill>
                            <a:schemeClr val="tx1"/>
                          </a:solidFill>
                          <a:latin typeface="微软雅黑" panose="020B0503020204020204" pitchFamily="34" charset="-122"/>
                        </a:rPr>
                        <a:t>通常是为</a:t>
                      </a:r>
                      <a:r>
                        <a:rPr lang="en-US" sz="1050" b="0" i="0" u="none" strike="noStrike" dirty="0">
                          <a:solidFill>
                            <a:schemeClr val="tx1"/>
                          </a:solidFill>
                          <a:latin typeface="微软雅黑" panose="020B0503020204020204" pitchFamily="34" charset="-122"/>
                        </a:rPr>
                        <a:t>Prime</a:t>
                      </a:r>
                      <a:r>
                        <a:rPr lang="zh-CN" altLang="en-US" sz="1050" b="0" i="0" u="none" strike="noStrike" dirty="0">
                          <a:solidFill>
                            <a:schemeClr val="tx1"/>
                          </a:solidFill>
                          <a:latin typeface="微软雅黑" panose="020B0503020204020204" pitchFamily="34" charset="-122"/>
                        </a:rPr>
                        <a:t>会员服务的，配送必须是</a:t>
                      </a:r>
                      <a:r>
                        <a:rPr lang="en-US" sz="1050" b="0" i="0" u="none" strike="noStrike" dirty="0">
                          <a:solidFill>
                            <a:schemeClr val="tx1"/>
                          </a:solidFill>
                          <a:latin typeface="微软雅黑" panose="020B0503020204020204" pitchFamily="34" charset="-122"/>
                        </a:rPr>
                        <a:t>FBA</a:t>
                      </a:r>
                      <a:endParaRPr lang="en-US" sz="1050" b="0" i="0" u="none" strike="noStrike" dirty="0">
                        <a:solidFill>
                          <a:schemeClr val="tx1"/>
                        </a:solidFill>
                        <a:latin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r>
              <a:tr h="535602">
                <a:tc>
                  <a:txBody>
                    <a:bodyPr/>
                    <a:lstStyle/>
                    <a:p>
                      <a:pPr algn="l" fontAlgn="ctr"/>
                      <a:endParaRPr lang="zh-CN" altLang="en-US" sz="1050" b="0" i="0" u="none" strike="noStrike">
                        <a:solidFill>
                          <a:schemeClr val="tx1"/>
                        </a:solidFill>
                        <a:latin typeface="微软雅黑" panose="020B0503020204020204" pitchFamily="34" charset="-122"/>
                      </a:endParaRPr>
                    </a:p>
                  </a:txBody>
                  <a:tcPr marL="0" marR="0" marT="0" marB="0" anchor="ctr">
                    <a:lnL>
                      <a:noFill/>
                    </a:lnL>
                    <a:lnR>
                      <a:noFill/>
                    </a:lnR>
                    <a:lnT>
                      <a:noFill/>
                    </a:lnT>
                    <a:lnB>
                      <a:noFill/>
                    </a:lnB>
                    <a:solidFill>
                      <a:schemeClr val="bg1"/>
                    </a:solidFill>
                  </a:tcPr>
                </a:tc>
                <a:tc>
                  <a:txBody>
                    <a:bodyPr/>
                    <a:lstStyle/>
                    <a:p>
                      <a:pPr algn="l" fontAlgn="ctr"/>
                      <a:endParaRPr lang="zh-CN" altLang="en-US" sz="1050" b="0" i="0" u="none" strike="noStrike">
                        <a:solidFill>
                          <a:schemeClr val="tx1"/>
                        </a:solidFill>
                        <a:latin typeface="微软雅黑" panose="020B0503020204020204" pitchFamily="34" charset="-122"/>
                      </a:endParaRPr>
                    </a:p>
                  </a:txBody>
                  <a:tcPr marL="0" marR="0" marT="0" marB="0" anchor="ctr">
                    <a:lnL>
                      <a:noFill/>
                    </a:lnL>
                    <a:lnR>
                      <a:noFill/>
                    </a:lnR>
                    <a:lnT>
                      <a:noFill/>
                    </a:lnT>
                    <a:lnB>
                      <a:noFill/>
                    </a:lnB>
                    <a:solidFill>
                      <a:schemeClr val="bg1"/>
                    </a:solidFill>
                  </a:tcPr>
                </a:tc>
                <a:tc>
                  <a:txBody>
                    <a:bodyPr/>
                    <a:lstStyle/>
                    <a:p>
                      <a:pPr algn="l" fontAlgn="ctr"/>
                      <a:endParaRPr lang="zh-CN" altLang="en-US" sz="1050" b="0" i="0" u="none" strike="noStrike">
                        <a:solidFill>
                          <a:schemeClr val="tx1"/>
                        </a:solidFill>
                        <a:latin typeface="微软雅黑" panose="020B0503020204020204" pitchFamily="34" charset="-122"/>
                      </a:endParaRP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chemeClr val="bg1"/>
                    </a:solidFill>
                  </a:tcPr>
                </a:tc>
                <a:tc vMerge="1">
                  <a:tcPr/>
                </a:tc>
                <a:tc vMerge="1" gridSpan="3">
                  <a:tcPr/>
                </a:tc>
                <a:tc vMerge="1" hMerge="1">
                  <a:tcPr/>
                </a:tc>
                <a:tc vMerge="1" hMerge="1">
                  <a:tcPr/>
                </a:tc>
                <a:tc>
                  <a:txBody>
                    <a:bodyPr/>
                    <a:lstStyle/>
                    <a:p>
                      <a:pPr algn="l" fontAlgn="ctr"/>
                      <a:r>
                        <a:rPr lang="zh-CN" altLang="en-US" sz="1050" b="0" i="0" u="none" strike="noStrike" dirty="0">
                          <a:solidFill>
                            <a:schemeClr val="tx1"/>
                          </a:solidFill>
                          <a:latin typeface="微软雅黑" panose="020B0503020204020204" pitchFamily="34" charset="-122"/>
                        </a:rPr>
                        <a:t>刷些单子，排名冲一冲， 加入购物车， 提成秒杀效果和秒杀时间点好一点</a:t>
                      </a:r>
                      <a:endParaRPr lang="zh-CN" altLang="en-US" sz="1050" b="0" i="0" u="none" strike="noStrike" dirty="0">
                        <a:solidFill>
                          <a:schemeClr val="tx1"/>
                        </a:solidFill>
                        <a:latin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vMerge="1">
                  <a:tcPr/>
                </a:tc>
                <a:tc>
                  <a:txBody>
                    <a:bodyPr/>
                    <a:lstStyle/>
                    <a:p>
                      <a:pPr algn="l" fontAlgn="ctr"/>
                      <a:r>
                        <a:rPr lang="zh-CN" altLang="en-US" sz="1050" b="0" i="0" u="none" strike="noStrike">
                          <a:solidFill>
                            <a:schemeClr val="tx1"/>
                          </a:solidFill>
                          <a:latin typeface="微软雅黑" panose="020B0503020204020204" pitchFamily="34" charset="-122"/>
                        </a:rPr>
                        <a:t>现在购物车售价的</a:t>
                      </a:r>
                      <a:r>
                        <a:rPr lang="en-US" altLang="zh-CN" sz="1050" b="0" i="0" u="none" strike="noStrike">
                          <a:solidFill>
                            <a:schemeClr val="tx1"/>
                          </a:solidFill>
                          <a:latin typeface="微软雅黑" panose="020B0503020204020204" pitchFamily="34" charset="-122"/>
                        </a:rPr>
                        <a:t>8</a:t>
                      </a:r>
                      <a:r>
                        <a:rPr lang="zh-CN" altLang="en-US" sz="1050" b="0" i="0" u="none" strike="noStrike">
                          <a:solidFill>
                            <a:schemeClr val="tx1"/>
                          </a:solidFill>
                          <a:latin typeface="微软雅黑" panose="020B0503020204020204" pitchFamily="34" charset="-122"/>
                        </a:rPr>
                        <a:t>折或更低</a:t>
                      </a:r>
                      <a:endParaRPr lang="zh-CN" altLang="en-US" sz="1050" b="0" i="0" u="none" strike="noStrike">
                        <a:solidFill>
                          <a:schemeClr val="tx1"/>
                        </a:solidFill>
                        <a:latin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r>
              <a:tr h="289938">
                <a:tc>
                  <a:txBody>
                    <a:bodyPr/>
                    <a:lstStyle/>
                    <a:p>
                      <a:pPr algn="l" fontAlgn="ctr"/>
                      <a:endParaRPr lang="zh-CN" altLang="en-US" sz="1050" b="0" i="0" u="none" strike="noStrike" dirty="0">
                        <a:solidFill>
                          <a:schemeClr val="tx1"/>
                        </a:solidFill>
                        <a:latin typeface="微软雅黑" panose="020B0503020204020204" pitchFamily="34" charset="-122"/>
                      </a:endParaRPr>
                    </a:p>
                  </a:txBody>
                  <a:tcPr marL="0" marR="0" marT="0" marB="0" anchor="ctr">
                    <a:lnL>
                      <a:noFill/>
                    </a:lnL>
                    <a:lnR>
                      <a:noFill/>
                    </a:lnR>
                    <a:lnT>
                      <a:noFill/>
                    </a:lnT>
                    <a:lnB>
                      <a:noFill/>
                    </a:lnB>
                    <a:solidFill>
                      <a:schemeClr val="bg1"/>
                    </a:solidFill>
                  </a:tcPr>
                </a:tc>
                <a:tc>
                  <a:txBody>
                    <a:bodyPr/>
                    <a:lstStyle/>
                    <a:p>
                      <a:pPr algn="l" fontAlgn="ctr"/>
                      <a:endParaRPr lang="zh-CN" altLang="en-US" sz="1050" b="0" i="0" u="none" strike="noStrike" dirty="0">
                        <a:solidFill>
                          <a:schemeClr val="tx1"/>
                        </a:solidFill>
                        <a:latin typeface="微软雅黑" panose="020B0503020204020204" pitchFamily="34" charset="-122"/>
                      </a:endParaRPr>
                    </a:p>
                  </a:txBody>
                  <a:tcPr marL="0" marR="0" marT="0" marB="0" anchor="ctr">
                    <a:lnL>
                      <a:noFill/>
                    </a:lnL>
                    <a:lnR>
                      <a:noFill/>
                    </a:lnR>
                    <a:lnT>
                      <a:noFill/>
                    </a:lnT>
                    <a:lnB>
                      <a:noFill/>
                    </a:lnB>
                    <a:solidFill>
                      <a:schemeClr val="bg1"/>
                    </a:solidFill>
                  </a:tcPr>
                </a:tc>
                <a:tc>
                  <a:txBody>
                    <a:bodyPr/>
                    <a:lstStyle/>
                    <a:p>
                      <a:pPr algn="l" fontAlgn="ctr"/>
                      <a:endParaRPr lang="zh-CN" altLang="en-US" sz="1050" b="0" i="0" u="none" strike="noStrike" dirty="0">
                        <a:solidFill>
                          <a:schemeClr val="tx1"/>
                        </a:solidFill>
                        <a:latin typeface="微软雅黑" panose="020B0503020204020204" pitchFamily="34" charset="-122"/>
                      </a:endParaRPr>
                    </a:p>
                  </a:txBody>
                  <a:tcPr marL="0" marR="0" marT="0" marB="0" anchor="ctr">
                    <a:lnL>
                      <a:noFill/>
                    </a:lnL>
                    <a:lnR>
                      <a:noFill/>
                    </a:lnR>
                    <a:lnT>
                      <a:noFill/>
                    </a:lnT>
                    <a:lnB>
                      <a:noFill/>
                    </a:lnB>
                    <a:solidFill>
                      <a:schemeClr val="bg1"/>
                    </a:solidFill>
                  </a:tcPr>
                </a:tc>
                <a:tc>
                  <a:txBody>
                    <a:bodyPr/>
                    <a:lstStyle/>
                    <a:p>
                      <a:pPr algn="l" fontAlgn="ctr"/>
                      <a:endParaRPr lang="zh-CN" altLang="en-US" sz="1050" b="0" i="0" u="none" strike="noStrike" dirty="0">
                        <a:solidFill>
                          <a:schemeClr val="tx1"/>
                        </a:solidFill>
                        <a:latin typeface="微软雅黑" panose="020B0503020204020204" pitchFamily="34" charset="-122"/>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chemeClr val="bg1"/>
                    </a:solidFill>
                  </a:tcPr>
                </a:tc>
                <a:tc rowSpan="3" gridSpan="4">
                  <a:txBody>
                    <a:bodyPr/>
                    <a:lstStyle/>
                    <a:p>
                      <a:pPr algn="ctr" fontAlgn="ctr"/>
                      <a:r>
                        <a:rPr lang="zh-CN" altLang="en-US" sz="1050" b="0" i="0" u="none" strike="noStrike" dirty="0">
                          <a:solidFill>
                            <a:schemeClr val="tx1"/>
                          </a:solidFill>
                          <a:latin typeface="微软雅黑" panose="020B0503020204020204" pitchFamily="34" charset="-122"/>
                        </a:rPr>
                        <a:t>　</a:t>
                      </a:r>
                      <a:endParaRPr lang="zh-CN" altLang="en-US" sz="1050" b="0" i="0" u="none" strike="noStrike" dirty="0">
                        <a:solidFill>
                          <a:schemeClr val="tx1"/>
                        </a:solidFill>
                        <a:latin typeface="微软雅黑" panose="020B0503020204020204" pitchFamily="34" charset="-122"/>
                      </a:endParaRP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rowSpan="3" hMerge="1">
                  <a:tcPr/>
                </a:tc>
                <a:tc rowSpan="3" hMerge="1">
                  <a:tcPr/>
                </a:tc>
                <a:tc rowSpan="3" hMerge="1">
                  <a:tcPr/>
                </a:tc>
                <a:tc>
                  <a:txBody>
                    <a:bodyPr/>
                    <a:lstStyle/>
                    <a:p>
                      <a:pPr algn="l" fontAlgn="ctr"/>
                      <a:endParaRPr lang="zh-CN" altLang="en-US" sz="1050" b="0" i="0" u="none" strike="noStrike">
                        <a:solidFill>
                          <a:schemeClr val="tx1"/>
                        </a:solidFill>
                        <a:latin typeface="微软雅黑" panose="020B0503020204020204" pitchFamily="34" charset="-122"/>
                      </a:endParaRP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l" fontAlgn="ctr"/>
                      <a:r>
                        <a:rPr lang="zh-CN" altLang="en-US" sz="1050" b="0" i="0" u="none" strike="noStrike">
                          <a:solidFill>
                            <a:schemeClr val="tx1"/>
                          </a:solidFill>
                          <a:latin typeface="微软雅黑" panose="020B0503020204020204" pitchFamily="34" charset="-122"/>
                        </a:rPr>
                        <a:t>每月一次</a:t>
                      </a:r>
                      <a:endParaRPr lang="zh-CN" altLang="en-US" sz="1050" b="0" i="0" u="none" strike="noStrike">
                        <a:solidFill>
                          <a:schemeClr val="tx1"/>
                        </a:solidFill>
                        <a:latin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r>
              <a:tr h="178534">
                <a:tc>
                  <a:txBody>
                    <a:bodyPr/>
                    <a:lstStyle/>
                    <a:p>
                      <a:pPr algn="l" fontAlgn="ctr"/>
                      <a:endParaRPr lang="zh-CN" altLang="en-US" sz="1050" b="0" i="0" u="none" strike="noStrike">
                        <a:solidFill>
                          <a:schemeClr val="tx1"/>
                        </a:solidFill>
                        <a:latin typeface="微软雅黑" panose="020B0503020204020204" pitchFamily="34" charset="-122"/>
                      </a:endParaRPr>
                    </a:p>
                  </a:txBody>
                  <a:tcPr marL="0" marR="0" marT="0" marB="0" anchor="ctr">
                    <a:lnL>
                      <a:noFill/>
                    </a:lnL>
                    <a:lnR>
                      <a:noFill/>
                    </a:lnR>
                    <a:lnT>
                      <a:noFill/>
                    </a:lnT>
                    <a:lnB>
                      <a:noFill/>
                    </a:lnB>
                    <a:solidFill>
                      <a:schemeClr val="bg1"/>
                    </a:solidFill>
                  </a:tcPr>
                </a:tc>
                <a:tc>
                  <a:txBody>
                    <a:bodyPr/>
                    <a:lstStyle/>
                    <a:p>
                      <a:pPr algn="l" fontAlgn="ctr"/>
                      <a:endParaRPr lang="zh-CN" altLang="en-US" sz="1050" b="0" i="0" u="none" strike="noStrike">
                        <a:solidFill>
                          <a:schemeClr val="tx1"/>
                        </a:solidFill>
                        <a:latin typeface="微软雅黑" panose="020B0503020204020204" pitchFamily="34" charset="-122"/>
                      </a:endParaRPr>
                    </a:p>
                  </a:txBody>
                  <a:tcPr marL="0" marR="0" marT="0" marB="0" anchor="ctr">
                    <a:lnL>
                      <a:noFill/>
                    </a:lnL>
                    <a:lnR>
                      <a:noFill/>
                    </a:lnR>
                    <a:lnT>
                      <a:noFill/>
                    </a:lnT>
                    <a:lnB>
                      <a:noFill/>
                    </a:lnB>
                    <a:solidFill>
                      <a:schemeClr val="bg1"/>
                    </a:solidFill>
                  </a:tcPr>
                </a:tc>
                <a:tc>
                  <a:txBody>
                    <a:bodyPr/>
                    <a:lstStyle/>
                    <a:p>
                      <a:pPr algn="l" fontAlgn="ctr"/>
                      <a:endParaRPr lang="zh-CN" altLang="en-US" sz="1050" b="0" i="0" u="none" strike="noStrike">
                        <a:solidFill>
                          <a:schemeClr val="tx1"/>
                        </a:solidFill>
                        <a:latin typeface="微软雅黑" panose="020B0503020204020204" pitchFamily="34" charset="-122"/>
                      </a:endParaRPr>
                    </a:p>
                  </a:txBody>
                  <a:tcPr marL="0" marR="0" marT="0" marB="0" anchor="ctr">
                    <a:lnL>
                      <a:noFill/>
                    </a:lnL>
                    <a:lnR>
                      <a:noFill/>
                    </a:lnR>
                    <a:lnT>
                      <a:noFill/>
                    </a:lnT>
                    <a:lnB>
                      <a:noFill/>
                    </a:lnB>
                    <a:solidFill>
                      <a:schemeClr val="bg1"/>
                    </a:solidFill>
                  </a:tcPr>
                </a:tc>
                <a:tc>
                  <a:txBody>
                    <a:bodyPr/>
                    <a:lstStyle/>
                    <a:p>
                      <a:pPr algn="l" fontAlgn="ctr"/>
                      <a:endParaRPr lang="zh-CN" altLang="en-US" sz="1050" b="0" i="0" u="none" strike="noStrike" dirty="0">
                        <a:solidFill>
                          <a:schemeClr val="tx1"/>
                        </a:solidFill>
                        <a:latin typeface="微软雅黑" panose="020B0503020204020204" pitchFamily="34" charset="-122"/>
                      </a:endParaRPr>
                    </a:p>
                  </a:txBody>
                  <a:tcPr marL="0" marR="0" marT="0" marB="0" anchor="ctr">
                    <a:lnL>
                      <a:noFill/>
                    </a:lnL>
                    <a:lnR>
                      <a:noFill/>
                    </a:lnR>
                    <a:lnT>
                      <a:noFill/>
                    </a:lnT>
                    <a:lnB>
                      <a:noFill/>
                    </a:lnB>
                    <a:solidFill>
                      <a:schemeClr val="bg1"/>
                    </a:solidFill>
                  </a:tcPr>
                </a:tc>
                <a:tc vMerge="1" gridSpan="4">
                  <a:tcPr/>
                </a:tc>
                <a:tc vMerge="1" hMerge="1">
                  <a:tcPr/>
                </a:tc>
                <a:tc vMerge="1" hMerge="1">
                  <a:tcPr/>
                </a:tc>
                <a:tc vMerge="1" hMerge="1">
                  <a:tcPr/>
                </a:tc>
                <a:tc>
                  <a:txBody>
                    <a:bodyPr/>
                    <a:lstStyle/>
                    <a:p>
                      <a:pPr algn="l" fontAlgn="ctr"/>
                      <a:endParaRPr lang="zh-CN" altLang="en-US" sz="1050" b="0" i="0" u="none" strike="noStrike" dirty="0">
                        <a:solidFill>
                          <a:schemeClr val="tx1"/>
                        </a:solidFill>
                        <a:latin typeface="微软雅黑" panose="020B0503020204020204" pitchFamily="34" charset="-122"/>
                      </a:endParaRPr>
                    </a:p>
                  </a:txBody>
                  <a:tcPr marL="0" marR="0" marT="0" marB="0" anchor="ctr">
                    <a:lnL>
                      <a:noFill/>
                    </a:lnL>
                    <a:lnR>
                      <a:noFill/>
                    </a:lnR>
                    <a:lnT>
                      <a:noFill/>
                    </a:lnT>
                    <a:lnB>
                      <a:noFill/>
                    </a:lnB>
                    <a:solidFill>
                      <a:schemeClr val="bg1"/>
                    </a:solidFill>
                  </a:tcPr>
                </a:tc>
                <a:tc>
                  <a:txBody>
                    <a:bodyPr/>
                    <a:lstStyle/>
                    <a:p>
                      <a:pPr algn="l" fontAlgn="ctr"/>
                      <a:endParaRPr lang="zh-CN" altLang="en-US" sz="1050" b="0" i="0" u="none" strike="noStrike">
                        <a:solidFill>
                          <a:schemeClr val="tx1"/>
                        </a:solidFill>
                        <a:latin typeface="微软雅黑" panose="020B0503020204020204" pitchFamily="34" charset="-122"/>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chemeClr val="bg1"/>
                    </a:solidFill>
                  </a:tcPr>
                </a:tc>
              </a:tr>
              <a:tr h="178534">
                <a:tc>
                  <a:txBody>
                    <a:bodyPr/>
                    <a:lstStyle/>
                    <a:p>
                      <a:pPr algn="l" fontAlgn="ctr"/>
                      <a:endParaRPr lang="zh-CN" altLang="en-US" sz="1050" b="0" i="0" u="none" strike="noStrike">
                        <a:solidFill>
                          <a:schemeClr val="tx1"/>
                        </a:solidFill>
                        <a:latin typeface="微软雅黑" panose="020B0503020204020204" pitchFamily="34" charset="-122"/>
                      </a:endParaRPr>
                    </a:p>
                  </a:txBody>
                  <a:tcPr marL="0" marR="0" marT="0" marB="0" anchor="ctr">
                    <a:lnL>
                      <a:noFill/>
                    </a:lnL>
                    <a:lnR>
                      <a:noFill/>
                    </a:lnR>
                    <a:lnT>
                      <a:noFill/>
                    </a:lnT>
                    <a:lnB>
                      <a:noFill/>
                    </a:lnB>
                    <a:solidFill>
                      <a:schemeClr val="bg1"/>
                    </a:solidFill>
                  </a:tcPr>
                </a:tc>
                <a:tc>
                  <a:txBody>
                    <a:bodyPr/>
                    <a:lstStyle/>
                    <a:p>
                      <a:pPr algn="l" fontAlgn="ctr"/>
                      <a:endParaRPr lang="zh-CN" altLang="en-US" sz="1050" b="0" i="0" u="none" strike="noStrike">
                        <a:solidFill>
                          <a:schemeClr val="tx1"/>
                        </a:solidFill>
                        <a:latin typeface="微软雅黑" panose="020B0503020204020204" pitchFamily="34" charset="-122"/>
                      </a:endParaRPr>
                    </a:p>
                  </a:txBody>
                  <a:tcPr marL="0" marR="0" marT="0" marB="0" anchor="ctr">
                    <a:lnL>
                      <a:noFill/>
                    </a:lnL>
                    <a:lnR>
                      <a:noFill/>
                    </a:lnR>
                    <a:lnT>
                      <a:noFill/>
                    </a:lnT>
                    <a:lnB>
                      <a:noFill/>
                    </a:lnB>
                    <a:solidFill>
                      <a:schemeClr val="bg1"/>
                    </a:solidFill>
                  </a:tcPr>
                </a:tc>
                <a:tc>
                  <a:txBody>
                    <a:bodyPr/>
                    <a:lstStyle/>
                    <a:p>
                      <a:pPr algn="l" fontAlgn="ctr"/>
                      <a:endParaRPr lang="zh-CN" altLang="en-US" sz="1050" b="0" i="0" u="none" strike="noStrike">
                        <a:solidFill>
                          <a:schemeClr val="tx1"/>
                        </a:solidFill>
                        <a:latin typeface="微软雅黑" panose="020B0503020204020204" pitchFamily="34" charset="-122"/>
                      </a:endParaRPr>
                    </a:p>
                  </a:txBody>
                  <a:tcPr marL="0" marR="0" marT="0" marB="0" anchor="ctr">
                    <a:lnL>
                      <a:noFill/>
                    </a:lnL>
                    <a:lnR>
                      <a:noFill/>
                    </a:lnR>
                    <a:lnT>
                      <a:noFill/>
                    </a:lnT>
                    <a:lnB>
                      <a:noFill/>
                    </a:lnB>
                    <a:solidFill>
                      <a:schemeClr val="bg1"/>
                    </a:solidFill>
                  </a:tcPr>
                </a:tc>
                <a:tc>
                  <a:txBody>
                    <a:bodyPr/>
                    <a:lstStyle/>
                    <a:p>
                      <a:pPr algn="l" fontAlgn="ctr"/>
                      <a:endParaRPr lang="zh-CN" altLang="en-US" sz="1050" b="0" i="0" u="none" strike="noStrike">
                        <a:solidFill>
                          <a:schemeClr val="tx1"/>
                        </a:solidFill>
                        <a:latin typeface="微软雅黑" panose="020B0503020204020204" pitchFamily="34" charset="-122"/>
                      </a:endParaRP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chemeClr val="bg1"/>
                    </a:solidFill>
                  </a:tcPr>
                </a:tc>
                <a:tc vMerge="1" gridSpan="4">
                  <a:tcPr/>
                </a:tc>
                <a:tc vMerge="1" hMerge="1">
                  <a:tcPr/>
                </a:tc>
                <a:tc vMerge="1" hMerge="1">
                  <a:tcPr/>
                </a:tc>
                <a:tc vMerge="1" hMerge="1">
                  <a:tcPr/>
                </a:tc>
                <a:tc>
                  <a:txBody>
                    <a:bodyPr/>
                    <a:lstStyle/>
                    <a:p>
                      <a:pPr algn="l" fontAlgn="ctr"/>
                      <a:endParaRPr lang="zh-CN" altLang="en-US" sz="1050" b="0" i="0" u="none" strike="noStrike">
                        <a:solidFill>
                          <a:schemeClr val="tx1"/>
                        </a:solidFill>
                        <a:latin typeface="微软雅黑" panose="020B0503020204020204" pitchFamily="34" charset="-122"/>
                      </a:endParaRPr>
                    </a:p>
                  </a:txBody>
                  <a:tcPr marL="0" marR="0" marT="0" marB="0" anchor="ctr">
                    <a:lnL>
                      <a:noFill/>
                    </a:lnL>
                    <a:lnR>
                      <a:noFill/>
                    </a:lnR>
                    <a:lnT>
                      <a:noFill/>
                    </a:lnT>
                    <a:lnB>
                      <a:noFill/>
                    </a:lnB>
                    <a:solidFill>
                      <a:schemeClr val="bg1"/>
                    </a:solidFill>
                  </a:tcPr>
                </a:tc>
                <a:tc>
                  <a:txBody>
                    <a:bodyPr/>
                    <a:lstStyle/>
                    <a:p>
                      <a:pPr algn="l" fontAlgn="ctr"/>
                      <a:endParaRPr lang="zh-CN" altLang="en-US" sz="1050" b="0" i="0" u="none" strike="noStrike">
                        <a:solidFill>
                          <a:schemeClr val="tx1"/>
                        </a:solidFill>
                        <a:latin typeface="微软雅黑" panose="020B0503020204020204" pitchFamily="34" charset="-122"/>
                      </a:endParaRPr>
                    </a:p>
                  </a:txBody>
                  <a:tcPr marL="0" marR="0" marT="0" marB="0" anchor="ctr">
                    <a:lnL>
                      <a:noFill/>
                    </a:lnL>
                    <a:lnR>
                      <a:noFill/>
                    </a:lnR>
                    <a:lnT>
                      <a:noFill/>
                    </a:lnT>
                    <a:lnB>
                      <a:noFill/>
                    </a:lnB>
                    <a:solidFill>
                      <a:schemeClr val="bg1"/>
                    </a:solidFill>
                  </a:tcPr>
                </a:tc>
              </a:tr>
              <a:tr h="233560">
                <a:tc>
                  <a:txBody>
                    <a:bodyPr/>
                    <a:lstStyle/>
                    <a:p>
                      <a:pPr algn="l" fontAlgn="ctr"/>
                      <a:endParaRPr lang="zh-CN" altLang="en-US" sz="1050" b="0" i="0" u="none" strike="noStrike">
                        <a:solidFill>
                          <a:schemeClr val="tx1"/>
                        </a:solidFill>
                        <a:latin typeface="微软雅黑" panose="020B0503020204020204" pitchFamily="34" charset="-122"/>
                      </a:endParaRPr>
                    </a:p>
                  </a:txBody>
                  <a:tcPr marL="0" marR="0" marT="0" marB="0" anchor="ctr">
                    <a:lnL>
                      <a:noFill/>
                    </a:lnL>
                    <a:lnR>
                      <a:noFill/>
                    </a:lnR>
                    <a:lnT>
                      <a:noFill/>
                    </a:lnT>
                    <a:lnB>
                      <a:noFill/>
                    </a:lnB>
                    <a:solidFill>
                      <a:schemeClr val="bg1"/>
                    </a:solidFill>
                  </a:tcPr>
                </a:tc>
                <a:tc>
                  <a:txBody>
                    <a:bodyPr/>
                    <a:lstStyle/>
                    <a:p>
                      <a:pPr algn="l" fontAlgn="ctr"/>
                      <a:endParaRPr lang="zh-CN" altLang="en-US" sz="1050" b="0" i="0" u="none" strike="noStrike">
                        <a:solidFill>
                          <a:schemeClr val="tx1"/>
                        </a:solidFill>
                        <a:latin typeface="微软雅黑" panose="020B0503020204020204" pitchFamily="34" charset="-122"/>
                      </a:endParaRPr>
                    </a:p>
                  </a:txBody>
                  <a:tcPr marL="0" marR="0" marT="0" marB="0" anchor="ctr">
                    <a:lnL>
                      <a:noFill/>
                    </a:lnL>
                    <a:lnR>
                      <a:noFill/>
                    </a:lnR>
                    <a:lnT>
                      <a:noFill/>
                    </a:lnT>
                    <a:lnB>
                      <a:noFill/>
                    </a:lnB>
                    <a:solidFill>
                      <a:schemeClr val="bg1"/>
                    </a:solidFill>
                  </a:tcPr>
                </a:tc>
                <a:tc rowSpan="7">
                  <a:txBody>
                    <a:bodyPr/>
                    <a:lstStyle/>
                    <a:p>
                      <a:pPr algn="l" fontAlgn="ctr"/>
                      <a:endParaRPr lang="zh-CN" altLang="en-US" sz="1050" b="0" i="0" u="none" strike="noStrike">
                        <a:solidFill>
                          <a:schemeClr val="tx1"/>
                        </a:solidFill>
                        <a:latin typeface="微软雅黑" panose="020B0503020204020204" pitchFamily="34" charset="-122"/>
                      </a:endParaRP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chemeClr val="bg1"/>
                    </a:solidFill>
                  </a:tcPr>
                </a:tc>
                <a:tc rowSpan="2">
                  <a:txBody>
                    <a:bodyPr/>
                    <a:lstStyle/>
                    <a:p>
                      <a:pPr algn="ctr" fontAlgn="ctr"/>
                      <a:r>
                        <a:rPr lang="zh-CN" altLang="en-US" sz="1050" b="1" i="0" u="none" strike="noStrike">
                          <a:solidFill>
                            <a:schemeClr val="tx1"/>
                          </a:solidFill>
                          <a:latin typeface="微软雅黑" panose="020B0503020204020204" pitchFamily="34" charset="-122"/>
                        </a:rPr>
                        <a:t>测评</a:t>
                      </a:r>
                      <a:endParaRPr lang="zh-CN" altLang="en-US" sz="1050" b="1" i="0" u="none" strike="noStrike">
                        <a:solidFill>
                          <a:schemeClr val="tx1"/>
                        </a:solidFill>
                        <a:latin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gridSpan="4">
                  <a:txBody>
                    <a:bodyPr/>
                    <a:lstStyle/>
                    <a:p>
                      <a:pPr algn="l" fontAlgn="ctr"/>
                      <a:r>
                        <a:rPr lang="en-US" sz="1050" b="0" i="0" u="none" strike="noStrike" dirty="0">
                          <a:solidFill>
                            <a:schemeClr val="tx1"/>
                          </a:solidFill>
                          <a:latin typeface="微软雅黑" panose="020B0503020204020204" pitchFamily="34" charset="-122"/>
                        </a:rPr>
                        <a:t>Facebook,Twitter，</a:t>
                      </a:r>
                      <a:r>
                        <a:rPr lang="zh-CN" altLang="en-US" sz="1050" b="0" i="0" u="none" strike="noStrike" dirty="0">
                          <a:solidFill>
                            <a:schemeClr val="tx1"/>
                          </a:solidFill>
                          <a:latin typeface="微软雅黑" panose="020B0503020204020204" pitchFamily="34" charset="-122"/>
                        </a:rPr>
                        <a:t>微信测评群，主要</a:t>
                      </a:r>
                      <a:r>
                        <a:rPr lang="zh-CN" altLang="en-US" sz="1050" b="0" i="0" u="none" strike="noStrike" dirty="0" smtClean="0">
                          <a:solidFill>
                            <a:schemeClr val="tx1"/>
                          </a:solidFill>
                          <a:latin typeface="微软雅黑" panose="020B0503020204020204" pitchFamily="34" charset="-122"/>
                        </a:rPr>
                        <a:t>以本</a:t>
                      </a:r>
                      <a:r>
                        <a:rPr lang="zh-CN" altLang="en-US" sz="1050" b="0" i="0" u="none" strike="noStrike" dirty="0">
                          <a:solidFill>
                            <a:schemeClr val="tx1"/>
                          </a:solidFill>
                          <a:latin typeface="微软雅黑" panose="020B0503020204020204" pitchFamily="34" charset="-122"/>
                        </a:rPr>
                        <a:t>土的学生，家庭主妇，或者以测评为工作的人员</a:t>
                      </a:r>
                      <a:endParaRPr lang="zh-CN" altLang="en-US" sz="1050" b="0" i="0" u="none" strike="noStrike" dirty="0">
                        <a:solidFill>
                          <a:schemeClr val="tx1"/>
                        </a:solidFill>
                        <a:latin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hMerge="1">
                  <a:tcPr/>
                </a:tc>
                <a:tc hMerge="1">
                  <a:tcPr/>
                </a:tc>
                <a:tc hMerge="1">
                  <a:tcPr/>
                </a:tc>
                <a:tc>
                  <a:txBody>
                    <a:bodyPr/>
                    <a:lstStyle/>
                    <a:p>
                      <a:pPr algn="l" fontAlgn="ctr"/>
                      <a:endParaRPr lang="zh-CN" altLang="en-US" sz="1050" b="0" i="0" u="none" strike="noStrike">
                        <a:solidFill>
                          <a:schemeClr val="tx1"/>
                        </a:solidFill>
                        <a:latin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chemeClr val="bg1"/>
                    </a:solidFill>
                  </a:tcPr>
                </a:tc>
                <a:tc>
                  <a:txBody>
                    <a:bodyPr/>
                    <a:lstStyle/>
                    <a:p>
                      <a:pPr algn="l" fontAlgn="ctr"/>
                      <a:endParaRPr lang="zh-CN" altLang="en-US" sz="1050" b="0" i="0" u="none" strike="noStrike">
                        <a:solidFill>
                          <a:schemeClr val="tx1"/>
                        </a:solidFill>
                        <a:latin typeface="微软雅黑" panose="020B0503020204020204" pitchFamily="34" charset="-122"/>
                      </a:endParaRPr>
                    </a:p>
                  </a:txBody>
                  <a:tcPr marL="0" marR="0" marT="0" marB="0" anchor="ctr">
                    <a:lnL>
                      <a:noFill/>
                    </a:lnL>
                    <a:lnR>
                      <a:noFill/>
                    </a:lnR>
                    <a:lnT>
                      <a:noFill/>
                    </a:lnT>
                    <a:lnB>
                      <a:noFill/>
                    </a:lnB>
                    <a:solidFill>
                      <a:schemeClr val="bg1"/>
                    </a:solidFill>
                  </a:tcPr>
                </a:tc>
              </a:tr>
              <a:tr h="233560">
                <a:tc>
                  <a:txBody>
                    <a:bodyPr/>
                    <a:lstStyle/>
                    <a:p>
                      <a:pPr algn="l" fontAlgn="ctr"/>
                      <a:endParaRPr lang="zh-CN" altLang="en-US" sz="1050" b="0" i="0" u="none" strike="noStrike">
                        <a:solidFill>
                          <a:schemeClr val="tx1"/>
                        </a:solidFill>
                        <a:latin typeface="微软雅黑" panose="020B0503020204020204" pitchFamily="34" charset="-122"/>
                      </a:endParaRPr>
                    </a:p>
                  </a:txBody>
                  <a:tcPr marL="0" marR="0" marT="0" marB="0" anchor="ctr">
                    <a:lnL>
                      <a:noFill/>
                    </a:lnL>
                    <a:lnR>
                      <a:noFill/>
                    </a:lnR>
                    <a:lnT>
                      <a:noFill/>
                    </a:lnT>
                    <a:lnB>
                      <a:noFill/>
                    </a:lnB>
                    <a:solidFill>
                      <a:schemeClr val="bg1"/>
                    </a:solidFill>
                  </a:tcPr>
                </a:tc>
                <a:tc>
                  <a:txBody>
                    <a:bodyPr/>
                    <a:lstStyle/>
                    <a:p>
                      <a:pPr algn="l" fontAlgn="ctr"/>
                      <a:endParaRPr lang="zh-CN" altLang="en-US" sz="1050" b="0" i="0" u="none" strike="noStrike">
                        <a:solidFill>
                          <a:schemeClr val="tx1"/>
                        </a:solidFill>
                        <a:latin typeface="微软雅黑" panose="020B0503020204020204" pitchFamily="34" charset="-122"/>
                      </a:endParaRP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chemeClr val="bg1"/>
                    </a:solidFill>
                  </a:tcPr>
                </a:tc>
                <a:tc vMerge="1">
                  <a:tcPr/>
                </a:tc>
                <a:tc vMerge="1">
                  <a:tcPr/>
                </a:tc>
                <a:tc gridSpan="4">
                  <a:txBody>
                    <a:bodyPr/>
                    <a:lstStyle/>
                    <a:p>
                      <a:pPr algn="l" fontAlgn="ctr"/>
                      <a:r>
                        <a:rPr lang="en-US" sz="1050" b="0" i="0" u="none" strike="noStrike" dirty="0">
                          <a:solidFill>
                            <a:schemeClr val="tx1"/>
                          </a:solidFill>
                          <a:latin typeface="微软雅黑" panose="020B0503020204020204" pitchFamily="34" charset="-122"/>
                        </a:rPr>
                        <a:t>Youtube </a:t>
                      </a:r>
                      <a:r>
                        <a:rPr lang="zh-CN" altLang="en-US" sz="1050" b="0" i="0" u="none" strike="noStrike" dirty="0">
                          <a:solidFill>
                            <a:schemeClr val="tx1"/>
                          </a:solidFill>
                          <a:latin typeface="微软雅黑" panose="020B0503020204020204" pitchFamily="34" charset="-122"/>
                        </a:rPr>
                        <a:t>网络红人 红人收费</a:t>
                      </a:r>
                      <a:r>
                        <a:rPr lang="en-US" altLang="zh-CN" sz="1050" b="0" i="0" u="none" strike="noStrike" dirty="0">
                          <a:solidFill>
                            <a:schemeClr val="tx1"/>
                          </a:solidFill>
                          <a:latin typeface="微软雅黑" panose="020B0503020204020204" pitchFamily="34" charset="-122"/>
                        </a:rPr>
                        <a:t>300-500</a:t>
                      </a:r>
                      <a:r>
                        <a:rPr lang="en-US" sz="1050" b="0" i="0" u="none" strike="noStrike" dirty="0">
                          <a:solidFill>
                            <a:schemeClr val="tx1"/>
                          </a:solidFill>
                          <a:latin typeface="微软雅黑" panose="020B0503020204020204" pitchFamily="34" charset="-122"/>
                        </a:rPr>
                        <a:t>usd</a:t>
                      </a:r>
                      <a:endParaRPr lang="en-US" sz="1050" b="0" i="0" u="none" strike="noStrike" dirty="0">
                        <a:solidFill>
                          <a:schemeClr val="tx1"/>
                        </a:solidFill>
                        <a:latin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hMerge="1">
                  <a:tcPr/>
                </a:tc>
                <a:tc hMerge="1">
                  <a:tcPr/>
                </a:tc>
                <a:tc hMerge="1">
                  <a:tcPr/>
                </a:tc>
                <a:tc>
                  <a:txBody>
                    <a:bodyPr/>
                    <a:lstStyle/>
                    <a:p>
                      <a:pPr algn="l" fontAlgn="ctr"/>
                      <a:endParaRPr lang="zh-CN" altLang="en-US" sz="1050" b="0" i="0" u="none" strike="noStrike" dirty="0">
                        <a:solidFill>
                          <a:schemeClr val="tx1"/>
                        </a:solidFill>
                        <a:latin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chemeClr val="bg1"/>
                    </a:solidFill>
                  </a:tcPr>
                </a:tc>
                <a:tc>
                  <a:txBody>
                    <a:bodyPr/>
                    <a:lstStyle/>
                    <a:p>
                      <a:pPr algn="l" fontAlgn="ctr"/>
                      <a:endParaRPr lang="zh-CN" altLang="en-US" sz="1050" b="0" i="0" u="none" strike="noStrike" dirty="0">
                        <a:solidFill>
                          <a:schemeClr val="tx1"/>
                        </a:solidFill>
                        <a:latin typeface="微软雅黑" panose="020B0503020204020204" pitchFamily="34" charset="-122"/>
                      </a:endParaRPr>
                    </a:p>
                  </a:txBody>
                  <a:tcPr marL="0" marR="0" marT="0" marB="0" anchor="ctr">
                    <a:lnL>
                      <a:noFill/>
                    </a:lnL>
                    <a:lnR>
                      <a:noFill/>
                    </a:lnR>
                    <a:lnT>
                      <a:noFill/>
                    </a:lnT>
                    <a:lnB>
                      <a:noFill/>
                    </a:lnB>
                    <a:solidFill>
                      <a:schemeClr val="bg1"/>
                    </a:solidFill>
                  </a:tcPr>
                </a:tc>
              </a:tr>
              <a:tr h="233560">
                <a:tc>
                  <a:txBody>
                    <a:bodyPr/>
                    <a:lstStyle/>
                    <a:p>
                      <a:pPr algn="l" fontAlgn="ctr"/>
                      <a:endParaRPr lang="zh-CN" altLang="en-US" sz="1050" b="0" i="0" u="none" strike="noStrike">
                        <a:solidFill>
                          <a:schemeClr val="tx1"/>
                        </a:solidFill>
                        <a:latin typeface="微软雅黑" panose="020B0503020204020204" pitchFamily="34" charset="-122"/>
                      </a:endParaRP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chemeClr val="bg1"/>
                    </a:solidFill>
                  </a:tcPr>
                </a:tc>
                <a:tc rowSpan="3">
                  <a:txBody>
                    <a:bodyPr/>
                    <a:lstStyle/>
                    <a:p>
                      <a:pPr algn="ctr" fontAlgn="ctr"/>
                      <a:r>
                        <a:rPr lang="zh-CN" altLang="en-US" sz="1050" b="1" i="0" u="none" strike="noStrike" dirty="0">
                          <a:solidFill>
                            <a:schemeClr val="tx1"/>
                          </a:solidFill>
                          <a:latin typeface="微软雅黑" panose="020B0503020204020204" pitchFamily="34" charset="-122"/>
                        </a:rPr>
                        <a:t>站外推广</a:t>
                      </a:r>
                      <a:endParaRPr lang="zh-CN" altLang="en-US" sz="1050" b="1" i="0" u="none" strike="noStrike" dirty="0">
                        <a:solidFill>
                          <a:schemeClr val="tx1"/>
                        </a:solidFill>
                        <a:latin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solidFill>
                  </a:tcPr>
                </a:tc>
                <a:tc vMerge="1">
                  <a:tcPr/>
                </a:tc>
                <a:tc>
                  <a:txBody>
                    <a:bodyPr/>
                    <a:lstStyle/>
                    <a:p>
                      <a:pPr algn="l" fontAlgn="ctr"/>
                      <a:endParaRPr lang="zh-CN" altLang="en-US" sz="1050" b="0" i="0" u="none" strike="noStrike">
                        <a:solidFill>
                          <a:schemeClr val="tx1"/>
                        </a:solidFill>
                        <a:latin typeface="微软雅黑" panose="020B0503020204020204" pitchFamily="34" charset="-122"/>
                      </a:endParaRP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gridSpan="4">
                  <a:txBody>
                    <a:bodyPr/>
                    <a:lstStyle/>
                    <a:p>
                      <a:pPr algn="ctr" fontAlgn="ctr"/>
                      <a:r>
                        <a:rPr lang="zh-CN" altLang="en-US" sz="1050" b="0" i="0" u="none" strike="noStrike" dirty="0">
                          <a:solidFill>
                            <a:schemeClr val="tx1"/>
                          </a:solidFill>
                          <a:latin typeface="微软雅黑" panose="020B0503020204020204" pitchFamily="34" charset="-122"/>
                        </a:rPr>
                        <a:t>　</a:t>
                      </a:r>
                      <a:endParaRPr lang="zh-CN" altLang="en-US" sz="1050" b="0" i="0" u="none" strike="noStrike" dirty="0">
                        <a:solidFill>
                          <a:schemeClr val="tx1"/>
                        </a:solidFill>
                        <a:latin typeface="微软雅黑" panose="020B0503020204020204" pitchFamily="34" charset="-122"/>
                      </a:endParaRP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hMerge="1">
                  <a:tcPr/>
                </a:tc>
                <a:tc hMerge="1">
                  <a:tcPr/>
                </a:tc>
                <a:tc hMerge="1">
                  <a:tcPr/>
                </a:tc>
                <a:tc>
                  <a:txBody>
                    <a:bodyPr/>
                    <a:lstStyle/>
                    <a:p>
                      <a:pPr algn="l" fontAlgn="ctr"/>
                      <a:endParaRPr lang="zh-CN" altLang="en-US" sz="1050" b="0" i="0" u="none" strike="noStrike">
                        <a:solidFill>
                          <a:schemeClr val="tx1"/>
                        </a:solidFill>
                        <a:latin typeface="微软雅黑" panose="020B0503020204020204" pitchFamily="34" charset="-122"/>
                      </a:endParaRPr>
                    </a:p>
                  </a:txBody>
                  <a:tcPr marL="0" marR="0" marT="0" marB="0" anchor="ctr">
                    <a:lnL>
                      <a:noFill/>
                    </a:lnL>
                    <a:lnR>
                      <a:noFill/>
                    </a:lnR>
                    <a:lnT>
                      <a:noFill/>
                    </a:lnT>
                    <a:lnB>
                      <a:noFill/>
                    </a:lnB>
                    <a:solidFill>
                      <a:schemeClr val="bg1"/>
                    </a:solidFill>
                  </a:tcPr>
                </a:tc>
                <a:tc>
                  <a:txBody>
                    <a:bodyPr/>
                    <a:lstStyle/>
                    <a:p>
                      <a:pPr algn="l" fontAlgn="ctr"/>
                      <a:endParaRPr lang="zh-CN" altLang="en-US" sz="1050" b="0" i="0" u="none" strike="noStrike">
                        <a:solidFill>
                          <a:schemeClr val="tx1"/>
                        </a:solidFill>
                        <a:latin typeface="微软雅黑" panose="020B0503020204020204" pitchFamily="34" charset="-122"/>
                      </a:endParaRPr>
                    </a:p>
                  </a:txBody>
                  <a:tcPr marL="0" marR="0" marT="0" marB="0" anchor="ctr">
                    <a:lnL>
                      <a:noFill/>
                    </a:lnL>
                    <a:lnR>
                      <a:noFill/>
                    </a:lnR>
                    <a:lnT>
                      <a:noFill/>
                    </a:lnT>
                    <a:lnB>
                      <a:noFill/>
                    </a:lnB>
                    <a:solidFill>
                      <a:schemeClr val="bg1"/>
                    </a:solidFill>
                  </a:tcPr>
                </a:tc>
              </a:tr>
              <a:tr h="233560">
                <a:tc>
                  <a:txBody>
                    <a:bodyPr/>
                    <a:lstStyle/>
                    <a:p>
                      <a:pPr algn="l" fontAlgn="b"/>
                      <a:endParaRPr lang="zh-CN" altLang="en-US" sz="1050" b="0" i="0" u="none" strike="noStrike">
                        <a:solidFill>
                          <a:schemeClr val="tx1"/>
                        </a:solidFill>
                        <a:latin typeface="宋体" panose="02010600030101010101" pitchFamily="2" charset="-122"/>
                      </a:endParaRP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chemeClr val="bg1"/>
                    </a:solidFill>
                  </a:tcPr>
                </a:tc>
                <a:tc vMerge="1">
                  <a:tcPr/>
                </a:tc>
                <a:tc vMerge="1">
                  <a:tcPr/>
                </a:tc>
                <a:tc rowSpan="2">
                  <a:txBody>
                    <a:bodyPr/>
                    <a:lstStyle/>
                    <a:p>
                      <a:pPr algn="ctr" fontAlgn="ctr"/>
                      <a:r>
                        <a:rPr lang="zh-CN" altLang="en-US" sz="1050" b="1" i="0" u="none" strike="noStrike">
                          <a:solidFill>
                            <a:schemeClr val="tx1"/>
                          </a:solidFill>
                          <a:latin typeface="微软雅黑" panose="020B0503020204020204" pitchFamily="34" charset="-122"/>
                        </a:rPr>
                        <a:t>促销</a:t>
                      </a:r>
                      <a:endParaRPr lang="zh-CN" altLang="en-US" sz="1050" b="1" i="0" u="none" strike="noStrike">
                        <a:solidFill>
                          <a:schemeClr val="tx1"/>
                        </a:solidFill>
                        <a:latin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gridSpan="4">
                  <a:txBody>
                    <a:bodyPr/>
                    <a:lstStyle/>
                    <a:p>
                      <a:pPr algn="l" fontAlgn="ctr"/>
                      <a:r>
                        <a:rPr lang="en-US" sz="1050" b="0" i="0" u="none" strike="noStrike" dirty="0">
                          <a:solidFill>
                            <a:schemeClr val="tx1"/>
                          </a:solidFill>
                          <a:latin typeface="微软雅黑" panose="020B0503020204020204" pitchFamily="34" charset="-122"/>
                        </a:rPr>
                        <a:t>Kinjadeal, Woot, Dealplus, Dealnews, Retailmenot, Fatwallet.</a:t>
                      </a:r>
                      <a:endParaRPr lang="en-US" sz="1050" b="0" i="0" u="none" strike="noStrike" dirty="0">
                        <a:solidFill>
                          <a:schemeClr val="tx1"/>
                        </a:solidFill>
                        <a:latin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hMerge="1">
                  <a:tcPr/>
                </a:tc>
                <a:tc hMerge="1">
                  <a:tcPr/>
                </a:tc>
                <a:tc hMerge="1">
                  <a:tcPr/>
                </a:tc>
                <a:tc>
                  <a:txBody>
                    <a:bodyPr/>
                    <a:lstStyle/>
                    <a:p>
                      <a:pPr algn="l" fontAlgn="ctr"/>
                      <a:endParaRPr lang="zh-CN" altLang="en-US" sz="1050" b="0" i="0" u="none" strike="noStrike">
                        <a:solidFill>
                          <a:schemeClr val="tx1"/>
                        </a:solidFill>
                        <a:latin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chemeClr val="bg1"/>
                    </a:solidFill>
                  </a:tcPr>
                </a:tc>
                <a:tc>
                  <a:txBody>
                    <a:bodyPr/>
                    <a:lstStyle/>
                    <a:p>
                      <a:pPr algn="l" fontAlgn="ctr"/>
                      <a:endParaRPr lang="zh-CN" altLang="en-US" sz="1050" b="0" i="0" u="none" strike="noStrike" dirty="0">
                        <a:solidFill>
                          <a:schemeClr val="tx1"/>
                        </a:solidFill>
                        <a:latin typeface="微软雅黑" panose="020B0503020204020204" pitchFamily="34" charset="-122"/>
                      </a:endParaRPr>
                    </a:p>
                  </a:txBody>
                  <a:tcPr marL="0" marR="0" marT="0" marB="0" anchor="ctr">
                    <a:lnL>
                      <a:noFill/>
                    </a:lnL>
                    <a:lnR>
                      <a:noFill/>
                    </a:lnR>
                    <a:lnT>
                      <a:noFill/>
                    </a:lnT>
                    <a:lnB>
                      <a:noFill/>
                    </a:lnB>
                    <a:solidFill>
                      <a:schemeClr val="bg1"/>
                    </a:solidFill>
                  </a:tcPr>
                </a:tc>
              </a:tr>
              <a:tr h="233560">
                <a:tc>
                  <a:txBody>
                    <a:bodyPr/>
                    <a:lstStyle/>
                    <a:p>
                      <a:pPr algn="l" fontAlgn="ctr"/>
                      <a:endParaRPr lang="zh-CN" altLang="en-US" sz="1050" b="0" i="0" u="none" strike="noStrike">
                        <a:solidFill>
                          <a:schemeClr val="tx1"/>
                        </a:solidFill>
                        <a:latin typeface="微软雅黑" panose="020B0503020204020204" pitchFamily="34" charset="-122"/>
                      </a:endParaRP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chemeClr val="bg1"/>
                    </a:solidFill>
                  </a:tcPr>
                </a:tc>
                <a:tc vMerge="1">
                  <a:tcPr/>
                </a:tc>
                <a:tc vMerge="1">
                  <a:tcPr/>
                </a:tc>
                <a:tc vMerge="1">
                  <a:tcPr/>
                </a:tc>
                <a:tc gridSpan="4">
                  <a:txBody>
                    <a:bodyPr/>
                    <a:lstStyle/>
                    <a:p>
                      <a:pPr algn="l" fontAlgn="ctr"/>
                      <a:r>
                        <a:rPr lang="zh-CN" altLang="en-US" sz="1050" b="0" i="0" u="none" strike="noStrike" dirty="0">
                          <a:solidFill>
                            <a:schemeClr val="tx1"/>
                          </a:solidFill>
                          <a:latin typeface="微软雅黑" panose="020B0503020204020204" pitchFamily="34" charset="-122"/>
                        </a:rPr>
                        <a:t>站外的</a:t>
                      </a:r>
                      <a:r>
                        <a:rPr lang="en-US" sz="1050" b="0" i="0" u="none" strike="noStrike" dirty="0">
                          <a:solidFill>
                            <a:schemeClr val="tx1"/>
                          </a:solidFill>
                          <a:latin typeface="微软雅黑" panose="020B0503020204020204" pitchFamily="34" charset="-122"/>
                        </a:rPr>
                        <a:t>deals</a:t>
                      </a:r>
                      <a:r>
                        <a:rPr lang="zh-CN" altLang="en-US" sz="1050" b="0" i="0" u="none" strike="noStrike" dirty="0">
                          <a:solidFill>
                            <a:schemeClr val="tx1"/>
                          </a:solidFill>
                          <a:latin typeface="微软雅黑" panose="020B0503020204020204" pitchFamily="34" charset="-122"/>
                        </a:rPr>
                        <a:t>网站只做清仓用，影响转化率</a:t>
                      </a:r>
                      <a:endParaRPr lang="zh-CN" altLang="en-US" sz="1050" b="0" i="0" u="none" strike="noStrike" dirty="0">
                        <a:solidFill>
                          <a:schemeClr val="tx1"/>
                        </a:solidFill>
                        <a:latin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hMerge="1">
                  <a:tcPr/>
                </a:tc>
                <a:tc hMerge="1">
                  <a:tcPr/>
                </a:tc>
                <a:tc hMerge="1">
                  <a:tcPr/>
                </a:tc>
                <a:tc>
                  <a:txBody>
                    <a:bodyPr/>
                    <a:lstStyle/>
                    <a:p>
                      <a:pPr algn="l" fontAlgn="ctr"/>
                      <a:endParaRPr lang="zh-CN" altLang="en-US" sz="1050" b="0" i="0" u="none" strike="noStrike">
                        <a:solidFill>
                          <a:schemeClr val="tx1"/>
                        </a:solidFill>
                        <a:latin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chemeClr val="bg1"/>
                    </a:solidFill>
                  </a:tcPr>
                </a:tc>
                <a:tc>
                  <a:txBody>
                    <a:bodyPr/>
                    <a:lstStyle/>
                    <a:p>
                      <a:pPr algn="l" fontAlgn="ctr"/>
                      <a:endParaRPr lang="zh-CN" altLang="en-US" sz="1050" b="0" i="0" u="none" strike="noStrike" dirty="0">
                        <a:solidFill>
                          <a:schemeClr val="tx1"/>
                        </a:solidFill>
                        <a:latin typeface="微软雅黑" panose="020B0503020204020204" pitchFamily="34" charset="-122"/>
                      </a:endParaRPr>
                    </a:p>
                  </a:txBody>
                  <a:tcPr marL="0" marR="0" marT="0" marB="0" anchor="ctr">
                    <a:lnL>
                      <a:noFill/>
                    </a:lnL>
                    <a:lnR>
                      <a:noFill/>
                    </a:lnR>
                    <a:lnT>
                      <a:noFill/>
                    </a:lnT>
                    <a:lnB>
                      <a:noFill/>
                    </a:lnB>
                    <a:solidFill>
                      <a:schemeClr val="bg1"/>
                    </a:solidFill>
                  </a:tcPr>
                </a:tc>
              </a:tr>
              <a:tr h="233560">
                <a:tc>
                  <a:txBody>
                    <a:bodyPr/>
                    <a:lstStyle/>
                    <a:p>
                      <a:pPr algn="l" fontAlgn="ctr"/>
                      <a:endParaRPr lang="zh-CN" altLang="en-US" sz="1050" b="0" i="0" u="none" strike="noStrike">
                        <a:solidFill>
                          <a:schemeClr val="tx1"/>
                        </a:solidFill>
                        <a:latin typeface="微软雅黑" panose="020B0503020204020204" pitchFamily="34" charset="-122"/>
                      </a:endParaRPr>
                    </a:p>
                  </a:txBody>
                  <a:tcPr marL="0" marR="0" marT="0" marB="0" anchor="ctr">
                    <a:lnL>
                      <a:noFill/>
                    </a:lnL>
                    <a:lnR>
                      <a:noFill/>
                    </a:lnR>
                    <a:lnT>
                      <a:noFill/>
                    </a:lnT>
                    <a:lnB>
                      <a:noFill/>
                    </a:lnB>
                    <a:solidFill>
                      <a:schemeClr val="bg1"/>
                    </a:solidFill>
                  </a:tcPr>
                </a:tc>
                <a:tc>
                  <a:txBody>
                    <a:bodyPr/>
                    <a:lstStyle/>
                    <a:p>
                      <a:pPr algn="l" fontAlgn="ctr"/>
                      <a:endParaRPr lang="zh-CN" altLang="en-US" sz="1050" b="0" i="0" u="none" strike="noStrike">
                        <a:solidFill>
                          <a:schemeClr val="tx1"/>
                        </a:solidFill>
                        <a:latin typeface="微软雅黑" panose="020B0503020204020204" pitchFamily="34" charset="-122"/>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chemeClr val="bg1"/>
                    </a:solidFill>
                  </a:tcPr>
                </a:tc>
                <a:tc vMerge="1">
                  <a:tcPr/>
                </a:tc>
                <a:tc>
                  <a:txBody>
                    <a:bodyPr/>
                    <a:lstStyle/>
                    <a:p>
                      <a:pPr algn="l" fontAlgn="ctr"/>
                      <a:endParaRPr lang="zh-CN" altLang="en-US" sz="1050" b="0" i="0" u="none" strike="noStrike">
                        <a:solidFill>
                          <a:schemeClr val="tx1"/>
                        </a:solidFill>
                        <a:latin typeface="微软雅黑" panose="020B0503020204020204" pitchFamily="34" charset="-122"/>
                      </a:endParaRP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gridSpan="4">
                  <a:txBody>
                    <a:bodyPr/>
                    <a:lstStyle/>
                    <a:p>
                      <a:pPr algn="ctr" fontAlgn="ctr"/>
                      <a:r>
                        <a:rPr lang="zh-CN" altLang="en-US" sz="1050" b="0" i="0" u="none" strike="noStrike">
                          <a:solidFill>
                            <a:schemeClr val="tx1"/>
                          </a:solidFill>
                          <a:latin typeface="微软雅黑" panose="020B0503020204020204" pitchFamily="34" charset="-122"/>
                        </a:rPr>
                        <a:t>　</a:t>
                      </a:r>
                      <a:endParaRPr lang="zh-CN" altLang="en-US" sz="1050" b="0" i="0" u="none" strike="noStrike">
                        <a:solidFill>
                          <a:schemeClr val="tx1"/>
                        </a:solidFill>
                        <a:latin typeface="微软雅黑" panose="020B0503020204020204" pitchFamily="34" charset="-122"/>
                      </a:endParaRP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hMerge="1">
                  <a:tcPr/>
                </a:tc>
                <a:tc hMerge="1">
                  <a:tcPr/>
                </a:tc>
                <a:tc hMerge="1">
                  <a:tcPr/>
                </a:tc>
                <a:tc>
                  <a:txBody>
                    <a:bodyPr/>
                    <a:lstStyle/>
                    <a:p>
                      <a:pPr algn="l" fontAlgn="ctr"/>
                      <a:endParaRPr lang="zh-CN" altLang="en-US" sz="1050" b="0" i="0" u="none" strike="noStrike">
                        <a:solidFill>
                          <a:schemeClr val="tx1"/>
                        </a:solidFill>
                        <a:latin typeface="微软雅黑" panose="020B0503020204020204" pitchFamily="34" charset="-122"/>
                      </a:endParaRPr>
                    </a:p>
                  </a:txBody>
                  <a:tcPr marL="0" marR="0" marT="0" marB="0" anchor="ctr">
                    <a:lnL>
                      <a:noFill/>
                    </a:lnL>
                    <a:lnR>
                      <a:noFill/>
                    </a:lnR>
                    <a:lnT>
                      <a:noFill/>
                    </a:lnT>
                    <a:lnB>
                      <a:noFill/>
                    </a:lnB>
                    <a:solidFill>
                      <a:schemeClr val="bg1"/>
                    </a:solidFill>
                  </a:tcPr>
                </a:tc>
                <a:tc>
                  <a:txBody>
                    <a:bodyPr/>
                    <a:lstStyle/>
                    <a:p>
                      <a:pPr algn="l" fontAlgn="ctr"/>
                      <a:endParaRPr lang="zh-CN" altLang="en-US" sz="1050" b="0" i="0" u="none" strike="noStrike" dirty="0">
                        <a:solidFill>
                          <a:schemeClr val="tx1"/>
                        </a:solidFill>
                        <a:latin typeface="微软雅黑" panose="020B0503020204020204" pitchFamily="34" charset="-122"/>
                      </a:endParaRPr>
                    </a:p>
                  </a:txBody>
                  <a:tcPr marL="0" marR="0" marT="0" marB="0" anchor="ctr">
                    <a:lnL>
                      <a:noFill/>
                    </a:lnL>
                    <a:lnR>
                      <a:noFill/>
                    </a:lnR>
                    <a:lnT>
                      <a:noFill/>
                    </a:lnT>
                    <a:lnB>
                      <a:noFill/>
                    </a:lnB>
                    <a:solidFill>
                      <a:schemeClr val="bg1"/>
                    </a:solidFill>
                  </a:tcPr>
                </a:tc>
              </a:tr>
              <a:tr h="233560">
                <a:tc>
                  <a:txBody>
                    <a:bodyPr/>
                    <a:lstStyle/>
                    <a:p>
                      <a:pPr algn="l" fontAlgn="ctr"/>
                      <a:endParaRPr lang="zh-CN" altLang="en-US" sz="1050" b="0" i="0" u="none" strike="noStrike">
                        <a:solidFill>
                          <a:schemeClr val="tx1"/>
                        </a:solidFill>
                        <a:latin typeface="微软雅黑" panose="020B0503020204020204" pitchFamily="34" charset="-122"/>
                      </a:endParaRPr>
                    </a:p>
                  </a:txBody>
                  <a:tcPr marL="0" marR="0" marT="0" marB="0" anchor="ctr">
                    <a:lnL>
                      <a:noFill/>
                    </a:lnL>
                    <a:lnR>
                      <a:noFill/>
                    </a:lnR>
                    <a:lnT>
                      <a:noFill/>
                    </a:lnT>
                    <a:lnB>
                      <a:noFill/>
                    </a:lnB>
                    <a:solidFill>
                      <a:schemeClr val="bg1"/>
                    </a:solidFill>
                  </a:tcPr>
                </a:tc>
                <a:tc>
                  <a:txBody>
                    <a:bodyPr/>
                    <a:lstStyle/>
                    <a:p>
                      <a:pPr algn="l" fontAlgn="ctr"/>
                      <a:endParaRPr lang="zh-CN" altLang="en-US" sz="1050" b="0" i="0" u="none" strike="noStrike">
                        <a:solidFill>
                          <a:schemeClr val="tx1"/>
                        </a:solidFill>
                        <a:latin typeface="微软雅黑" panose="020B0503020204020204" pitchFamily="34" charset="-122"/>
                      </a:endParaRPr>
                    </a:p>
                  </a:txBody>
                  <a:tcPr marL="0" marR="0" marT="0" marB="0" anchor="ctr">
                    <a:lnL>
                      <a:noFill/>
                    </a:lnL>
                    <a:lnR>
                      <a:noFill/>
                    </a:lnR>
                    <a:lnT>
                      <a:noFill/>
                    </a:lnT>
                    <a:lnB>
                      <a:noFill/>
                    </a:lnB>
                    <a:solidFill>
                      <a:schemeClr val="bg1"/>
                    </a:solidFill>
                  </a:tcPr>
                </a:tc>
                <a:tc vMerge="1">
                  <a:tcPr/>
                </a:tc>
                <a:tc>
                  <a:txBody>
                    <a:bodyPr/>
                    <a:lstStyle/>
                    <a:p>
                      <a:pPr algn="ctr" fontAlgn="ctr"/>
                      <a:r>
                        <a:rPr lang="en-US" sz="1050" b="1" i="0" u="none" strike="noStrike">
                          <a:solidFill>
                            <a:schemeClr val="tx1"/>
                          </a:solidFill>
                          <a:latin typeface="微软雅黑" panose="020B0503020204020204" pitchFamily="34" charset="-122"/>
                        </a:rPr>
                        <a:t>YouTube</a:t>
                      </a:r>
                      <a:r>
                        <a:rPr lang="zh-CN" altLang="en-US" sz="1050" b="1" i="0" u="none" strike="noStrike">
                          <a:solidFill>
                            <a:schemeClr val="tx1"/>
                          </a:solidFill>
                          <a:latin typeface="微软雅黑" panose="020B0503020204020204" pitchFamily="34" charset="-122"/>
                        </a:rPr>
                        <a:t>红人营销</a:t>
                      </a:r>
                      <a:endParaRPr lang="zh-CN" altLang="en-US" sz="1050" b="1" i="0" u="none" strike="noStrike">
                        <a:solidFill>
                          <a:schemeClr val="tx1"/>
                        </a:solidFill>
                        <a:latin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gridSpan="4">
                  <a:txBody>
                    <a:bodyPr/>
                    <a:lstStyle/>
                    <a:p>
                      <a:pPr algn="l" fontAlgn="ctr"/>
                      <a:r>
                        <a:rPr lang="zh-CN" altLang="en-US" sz="1050" b="0" i="0" u="none" strike="noStrike" dirty="0">
                          <a:solidFill>
                            <a:schemeClr val="tx1"/>
                          </a:solidFill>
                          <a:latin typeface="微软雅黑" panose="020B0503020204020204" pitchFamily="34" charset="-122"/>
                        </a:rPr>
                        <a:t>请</a:t>
                      </a:r>
                      <a:r>
                        <a:rPr lang="en-US" sz="1050" b="0" i="0" u="none" strike="noStrike" dirty="0">
                          <a:solidFill>
                            <a:schemeClr val="tx1"/>
                          </a:solidFill>
                          <a:latin typeface="微软雅黑" panose="020B0503020204020204" pitchFamily="34" charset="-122"/>
                        </a:rPr>
                        <a:t>YouTube</a:t>
                      </a:r>
                      <a:r>
                        <a:rPr lang="zh-CN" altLang="en-US" sz="1050" b="0" i="0" u="none" strike="noStrike" dirty="0">
                          <a:solidFill>
                            <a:schemeClr val="tx1"/>
                          </a:solidFill>
                          <a:latin typeface="微软雅黑" panose="020B0503020204020204" pitchFamily="34" charset="-122"/>
                        </a:rPr>
                        <a:t>红人博主测评我们的产品，达到推广品牌的目的</a:t>
                      </a:r>
                      <a:endParaRPr lang="zh-CN" altLang="en-US" sz="1050" b="0" i="0" u="none" strike="noStrike" dirty="0">
                        <a:solidFill>
                          <a:schemeClr val="tx1"/>
                        </a:solidFill>
                        <a:latin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hMerge="1">
                  <a:tcPr/>
                </a:tc>
                <a:tc hMerge="1">
                  <a:tcPr/>
                </a:tc>
                <a:tc hMerge="1">
                  <a:tcPr/>
                </a:tc>
                <a:tc>
                  <a:txBody>
                    <a:bodyPr/>
                    <a:lstStyle/>
                    <a:p>
                      <a:pPr algn="l" fontAlgn="ctr"/>
                      <a:endParaRPr lang="zh-CN" altLang="en-US" sz="1050" b="0" i="0" u="none" strike="noStrike">
                        <a:solidFill>
                          <a:schemeClr val="tx1"/>
                        </a:solidFill>
                        <a:latin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chemeClr val="bg1"/>
                    </a:solidFill>
                  </a:tcPr>
                </a:tc>
                <a:tc>
                  <a:txBody>
                    <a:bodyPr/>
                    <a:lstStyle/>
                    <a:p>
                      <a:pPr algn="l" fontAlgn="ctr"/>
                      <a:endParaRPr lang="zh-CN" altLang="en-US" sz="1050" b="0" i="0" u="none" strike="noStrike" dirty="0">
                        <a:solidFill>
                          <a:schemeClr val="tx1"/>
                        </a:solidFill>
                        <a:latin typeface="微软雅黑" panose="020B0503020204020204" pitchFamily="34" charset="-122"/>
                      </a:endParaRPr>
                    </a:p>
                  </a:txBody>
                  <a:tcPr marL="0" marR="0" marT="0" marB="0" anchor="ctr">
                    <a:lnL>
                      <a:noFill/>
                    </a:lnL>
                    <a:lnR>
                      <a:noFill/>
                    </a:lnR>
                    <a:lnT>
                      <a:noFill/>
                    </a:lnT>
                    <a:lnB>
                      <a:noFill/>
                    </a:lnB>
                    <a:solidFill>
                      <a:schemeClr val="bg1"/>
                    </a:solidFill>
                  </a:tcPr>
                </a:tc>
              </a:tr>
              <a:tr h="178534">
                <a:tc>
                  <a:txBody>
                    <a:bodyPr/>
                    <a:lstStyle/>
                    <a:p>
                      <a:pPr algn="l" fontAlgn="ctr"/>
                      <a:endParaRPr lang="zh-CN" altLang="en-US" sz="1050" b="0" i="0" u="none" strike="noStrike">
                        <a:solidFill>
                          <a:schemeClr val="accent5">
                            <a:lumMod val="50000"/>
                          </a:schemeClr>
                        </a:solidFill>
                        <a:latin typeface="微软雅黑" panose="020B0503020204020204" pitchFamily="34" charset="-122"/>
                      </a:endParaRPr>
                    </a:p>
                  </a:txBody>
                  <a:tcPr marL="0" marR="0" marT="0" marB="0" anchor="ctr">
                    <a:lnL>
                      <a:noFill/>
                    </a:lnL>
                    <a:lnR>
                      <a:noFill/>
                    </a:lnR>
                    <a:lnT>
                      <a:noFill/>
                    </a:lnT>
                    <a:lnB>
                      <a:noFill/>
                    </a:lnB>
                    <a:solidFill>
                      <a:schemeClr val="bg1"/>
                    </a:solidFill>
                  </a:tcPr>
                </a:tc>
                <a:tc>
                  <a:txBody>
                    <a:bodyPr/>
                    <a:lstStyle/>
                    <a:p>
                      <a:pPr algn="l" fontAlgn="ctr"/>
                      <a:endParaRPr lang="zh-CN" altLang="en-US" sz="1050" b="0" i="0" u="none" strike="noStrike" dirty="0">
                        <a:solidFill>
                          <a:schemeClr val="accent5">
                            <a:lumMod val="50000"/>
                          </a:schemeClr>
                        </a:solidFill>
                        <a:latin typeface="微软雅黑" panose="020B0503020204020204" pitchFamily="34" charset="-122"/>
                      </a:endParaRPr>
                    </a:p>
                  </a:txBody>
                  <a:tcPr marL="0" marR="0" marT="0" marB="0" anchor="ctr">
                    <a:lnL>
                      <a:noFill/>
                    </a:lnL>
                    <a:lnR>
                      <a:noFill/>
                    </a:lnR>
                    <a:lnT>
                      <a:noFill/>
                    </a:lnT>
                    <a:lnB>
                      <a:noFill/>
                    </a:lnB>
                    <a:solidFill>
                      <a:schemeClr val="bg1"/>
                    </a:solidFill>
                  </a:tcPr>
                </a:tc>
                <a:tc>
                  <a:txBody>
                    <a:bodyPr/>
                    <a:lstStyle/>
                    <a:p>
                      <a:pPr algn="l" fontAlgn="ctr"/>
                      <a:endParaRPr lang="zh-CN" altLang="en-US" sz="1050" b="0" i="0" u="none" strike="noStrike">
                        <a:solidFill>
                          <a:schemeClr val="accent5">
                            <a:lumMod val="50000"/>
                          </a:schemeClr>
                        </a:solidFill>
                        <a:latin typeface="微软雅黑" panose="020B0503020204020204" pitchFamily="34" charset="-122"/>
                      </a:endParaRPr>
                    </a:p>
                  </a:txBody>
                  <a:tcPr marL="0" marR="0" marT="0" marB="0" anchor="ctr">
                    <a:lnL>
                      <a:noFill/>
                    </a:lnL>
                    <a:lnR>
                      <a:noFill/>
                    </a:lnR>
                    <a:lnT>
                      <a:noFill/>
                    </a:lnT>
                    <a:lnB>
                      <a:noFill/>
                    </a:lnB>
                    <a:solidFill>
                      <a:schemeClr val="bg1"/>
                    </a:solidFill>
                  </a:tcPr>
                </a:tc>
                <a:tc>
                  <a:txBody>
                    <a:bodyPr/>
                    <a:lstStyle/>
                    <a:p>
                      <a:pPr algn="l" fontAlgn="ctr"/>
                      <a:endParaRPr lang="zh-CN" altLang="en-US" sz="1050" b="0" i="0" u="none" strike="noStrike" dirty="0">
                        <a:solidFill>
                          <a:schemeClr val="accent5">
                            <a:lumMod val="50000"/>
                          </a:schemeClr>
                        </a:solidFill>
                        <a:latin typeface="微软雅黑" panose="020B0503020204020204" pitchFamily="34" charset="-122"/>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l" fontAlgn="ctr"/>
                      <a:endParaRPr lang="zh-CN" altLang="en-US" sz="1050" b="0" i="0" u="none" strike="noStrike" dirty="0">
                        <a:solidFill>
                          <a:schemeClr val="accent5">
                            <a:lumMod val="50000"/>
                          </a:schemeClr>
                        </a:solidFill>
                        <a:latin typeface="微软雅黑" panose="020B0503020204020204" pitchFamily="34" charset="-122"/>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l" fontAlgn="ctr"/>
                      <a:endParaRPr lang="zh-CN" altLang="en-US" sz="1050" b="0" i="0" u="none" strike="noStrike">
                        <a:solidFill>
                          <a:schemeClr val="accent5">
                            <a:lumMod val="50000"/>
                          </a:schemeClr>
                        </a:solidFill>
                        <a:latin typeface="微软雅黑" panose="020B0503020204020204" pitchFamily="34" charset="-122"/>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l" fontAlgn="ctr"/>
                      <a:endParaRPr lang="zh-CN" altLang="en-US" sz="1050" b="0" i="0" u="none" strike="noStrike">
                        <a:solidFill>
                          <a:schemeClr val="accent5">
                            <a:lumMod val="50000"/>
                          </a:schemeClr>
                        </a:solidFill>
                        <a:latin typeface="微软雅黑" panose="020B0503020204020204" pitchFamily="34" charset="-122"/>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l" fontAlgn="ctr"/>
                      <a:endParaRPr lang="zh-CN" altLang="en-US" sz="1050" b="0" i="0" u="none" strike="noStrike">
                        <a:solidFill>
                          <a:schemeClr val="accent5">
                            <a:lumMod val="50000"/>
                          </a:schemeClr>
                        </a:solidFill>
                        <a:latin typeface="微软雅黑" panose="020B0503020204020204" pitchFamily="34" charset="-122"/>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l" fontAlgn="ctr"/>
                      <a:endParaRPr lang="zh-CN" altLang="en-US" sz="1050" b="0" i="0" u="none" strike="noStrike">
                        <a:solidFill>
                          <a:schemeClr val="accent5">
                            <a:lumMod val="50000"/>
                          </a:schemeClr>
                        </a:solidFill>
                        <a:latin typeface="微软雅黑" panose="020B0503020204020204" pitchFamily="34" charset="-122"/>
                      </a:endParaRPr>
                    </a:p>
                  </a:txBody>
                  <a:tcPr marL="0" marR="0" marT="0" marB="0" anchor="ctr">
                    <a:lnL>
                      <a:noFill/>
                    </a:lnL>
                    <a:lnR>
                      <a:noFill/>
                    </a:lnR>
                    <a:lnT>
                      <a:noFill/>
                    </a:lnT>
                    <a:lnB>
                      <a:noFill/>
                    </a:lnB>
                    <a:solidFill>
                      <a:schemeClr val="bg1"/>
                    </a:solidFill>
                  </a:tcPr>
                </a:tc>
                <a:tc>
                  <a:txBody>
                    <a:bodyPr/>
                    <a:lstStyle/>
                    <a:p>
                      <a:pPr algn="l" fontAlgn="ctr"/>
                      <a:endParaRPr lang="zh-CN" altLang="en-US" sz="1050" b="0" i="0" u="none" strike="noStrike" dirty="0">
                        <a:solidFill>
                          <a:schemeClr val="accent5">
                            <a:lumMod val="50000"/>
                          </a:schemeClr>
                        </a:solidFill>
                        <a:latin typeface="微软雅黑" panose="020B0503020204020204" pitchFamily="34" charset="-122"/>
                      </a:endParaRPr>
                    </a:p>
                  </a:txBody>
                  <a:tcPr marL="0" marR="0" marT="0" marB="0" anchor="ctr">
                    <a:lnL>
                      <a:noFill/>
                    </a:lnL>
                    <a:lnR>
                      <a:noFill/>
                    </a:lnR>
                    <a:lnT>
                      <a:noFill/>
                    </a:lnT>
                    <a:lnB>
                      <a:noFill/>
                    </a:lnB>
                    <a:solidFill>
                      <a:schemeClr val="bg1"/>
                    </a:solidFill>
                  </a:tcPr>
                </a:tc>
              </a:tr>
            </a:tbl>
          </a:graphicData>
        </a:graphic>
      </p:graphicFrame>
    </p:spTree>
  </p:cSld>
  <p:clrMapOvr>
    <a:masterClrMapping/>
  </p:clrMapOvr>
  <p:transition spd="slow" advTm="3000">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 name="文本框 15"/>
          <p:cNvSpPr txBox="1"/>
          <p:nvPr/>
        </p:nvSpPr>
        <p:spPr>
          <a:xfrm>
            <a:off x="983128" y="746936"/>
            <a:ext cx="2030684" cy="292388"/>
          </a:xfrm>
          <a:prstGeom prst="rect">
            <a:avLst/>
          </a:prstGeom>
          <a:noFill/>
          <a:ln w="12700" cap="flat">
            <a:noFill/>
            <a:miter lim="400000"/>
          </a:ln>
        </p:spPr>
        <p:style>
          <a:lnRef idx="0">
            <a:scrgbClr r="0" g="0" b="0"/>
          </a:lnRef>
          <a:fillRef idx="0">
            <a:scrgbClr r="0" g="0" b="0"/>
          </a:fillRef>
          <a:effectRef idx="0">
            <a:scrgbClr r="0" g="0" b="0"/>
          </a:effectRef>
          <a:fontRef idx="none"/>
        </p:style>
        <p:txBody>
          <a:bodyPr spcFirstLastPara="1" wrap="none" lIns="22860" tIns="22860" rIns="22860" bIns="22860" spcCol="3810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600" b="0" i="0" u="none" strike="noStrike" kern="1200" cap="none" spc="0" normalizeH="0" baseline="0" noProof="0" dirty="0">
                <a:ln>
                  <a:noFill/>
                </a:ln>
                <a:solidFill>
                  <a:schemeClr val="bg1">
                    <a:alpha val="60000"/>
                  </a:schemeClr>
                </a:solidFill>
                <a:effectLst/>
                <a:uLnTx/>
                <a:uFillTx/>
                <a:latin typeface="Arial" panose="020B0604020202020204" pitchFamily="34" charset="0"/>
                <a:ea typeface="微软雅黑" panose="020B0503020204020204" pitchFamily="34" charset="-122"/>
                <a:cs typeface="+mn-ea"/>
                <a:sym typeface="Arial" panose="020B0604020202020204" pitchFamily="34" charset="0"/>
              </a:rPr>
              <a:t>Station advertisement</a:t>
            </a:r>
            <a:endParaRPr kumimoji="0" lang="en-US" altLang="zh-CN" sz="1600" b="0" i="0" u="none" strike="noStrike" kern="1200" cap="none" spc="0" normalizeH="0" baseline="0" noProof="0" dirty="0">
              <a:ln>
                <a:noFill/>
              </a:ln>
              <a:solidFill>
                <a:schemeClr val="bg1">
                  <a:alpha val="60000"/>
                </a:schemeClr>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grpSp>
        <p:nvGrpSpPr>
          <p:cNvPr id="2" name="组合 17"/>
          <p:cNvGrpSpPr/>
          <p:nvPr/>
        </p:nvGrpSpPr>
        <p:grpSpPr>
          <a:xfrm>
            <a:off x="244476" y="292500"/>
            <a:ext cx="493773" cy="615629"/>
            <a:chOff x="7409" y="353"/>
            <a:chExt cx="1374" cy="1582"/>
          </a:xfrm>
          <a:solidFill>
            <a:srgbClr val="1766F3"/>
          </a:solidFill>
        </p:grpSpPr>
        <p:sp>
          <p:nvSpPr>
            <p:cNvPr id="20" name="平行四边形 19"/>
            <p:cNvSpPr/>
            <p:nvPr/>
          </p:nvSpPr>
          <p:spPr>
            <a:xfrm>
              <a:off x="7409" y="353"/>
              <a:ext cx="788" cy="981"/>
            </a:xfrm>
            <a:prstGeom prst="parallelogram">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3600" b="0" i="0" u="none" strike="noStrike" kern="1200" cap="none" spc="0" normalizeH="0" baseline="0" noProof="0">
                <a:ln>
                  <a:noFill/>
                </a:ln>
                <a:solidFill>
                  <a:schemeClr val="lt1"/>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1" name="平行四边形 20"/>
            <p:cNvSpPr/>
            <p:nvPr/>
          </p:nvSpPr>
          <p:spPr>
            <a:xfrm>
              <a:off x="7995" y="955"/>
              <a:ext cx="788" cy="981"/>
            </a:xfrm>
            <a:prstGeom prst="parallelogram">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3600" b="0" i="0" u="none" strike="noStrike" kern="1200" cap="none" spc="0" normalizeH="0" baseline="0" noProof="0">
                <a:ln>
                  <a:noFill/>
                </a:ln>
                <a:solidFill>
                  <a:schemeClr val="lt1"/>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grpSp>
      <p:sp>
        <p:nvSpPr>
          <p:cNvPr id="19" name="文本框 18"/>
          <p:cNvSpPr txBox="1"/>
          <p:nvPr/>
        </p:nvSpPr>
        <p:spPr>
          <a:xfrm>
            <a:off x="879475" y="274638"/>
            <a:ext cx="2206625" cy="554038"/>
          </a:xfrm>
          <a:prstGeom prst="rect">
            <a:avLst/>
          </a:prstGeom>
          <a:noFill/>
        </p:spPr>
        <p:txBody>
          <a:bodyPr wrap="none">
            <a:spAutoFit/>
          </a:bodyPr>
          <a:lstStyle/>
          <a:p>
            <a:pPr marR="0" defTabSz="914400" eaLnBrk="1" hangingPunct="1">
              <a:buClrTx/>
              <a:buSzTx/>
              <a:buFontTx/>
              <a:defRPr/>
            </a:pPr>
            <a:r>
              <a:rPr kumimoji="0" lang="en-US" altLang="zh-CN" sz="3000" b="1" kern="1200" cap="none" spc="-150" normalizeH="0" baseline="0" noProof="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3</a:t>
            </a:r>
            <a:r>
              <a:rPr kumimoji="0" lang="zh-CN" altLang="en-US" sz="3000" b="1" kern="1200" cap="none" spc="-150" normalizeH="0" baseline="0" noProof="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：站内广告</a:t>
            </a:r>
            <a:endParaRPr kumimoji="0" lang="zh-CN" altLang="en-US" sz="3000" b="1" kern="1200" cap="none" spc="-150" normalizeH="0" baseline="0" noProof="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graphicFrame>
        <p:nvGraphicFramePr>
          <p:cNvPr id="18" name="表格 17"/>
          <p:cNvGraphicFramePr>
            <a:graphicFrameLocks noGrp="1"/>
          </p:cNvGraphicFramePr>
          <p:nvPr/>
        </p:nvGraphicFramePr>
        <p:xfrm>
          <a:off x="393700" y="1016000"/>
          <a:ext cx="11391900" cy="5405438"/>
        </p:xfrm>
        <a:graphic>
          <a:graphicData uri="http://schemas.openxmlformats.org/drawingml/2006/table">
            <a:tbl>
              <a:tblPr/>
              <a:tblGrid>
                <a:gridCol w="324794"/>
                <a:gridCol w="974386"/>
                <a:gridCol w="974386"/>
                <a:gridCol w="324794"/>
                <a:gridCol w="2784822"/>
                <a:gridCol w="771389"/>
                <a:gridCol w="2783317"/>
                <a:gridCol w="384942"/>
                <a:gridCol w="2069069"/>
              </a:tblGrid>
              <a:tr h="475571">
                <a:tc>
                  <a:txBody>
                    <a:bodyPr/>
                    <a:lstStyle/>
                    <a:p>
                      <a:pPr algn="l" fontAlgn="ctr"/>
                      <a:endParaRPr lang="zh-CN" altLang="en-US" sz="2000" b="0" i="0" u="none" strike="noStrike" dirty="0">
                        <a:solidFill>
                          <a:srgbClr val="000000"/>
                        </a:solidFill>
                        <a:latin typeface="微软雅黑" panose="020B0503020204020204" pitchFamily="34" charset="-122"/>
                      </a:endParaRPr>
                    </a:p>
                  </a:txBody>
                  <a:tcPr marL="0" marR="0" marT="0" marB="0" anchor="ctr">
                    <a:lnL>
                      <a:noFill/>
                    </a:lnL>
                    <a:lnR>
                      <a:noFill/>
                    </a:lnR>
                    <a:lnT>
                      <a:noFill/>
                    </a:lnT>
                    <a:lnB>
                      <a:noFill/>
                    </a:lnB>
                    <a:solidFill>
                      <a:schemeClr val="bg1"/>
                    </a:solidFill>
                  </a:tcPr>
                </a:tc>
                <a:tc>
                  <a:txBody>
                    <a:bodyPr/>
                    <a:lstStyle/>
                    <a:p>
                      <a:pPr algn="l" fontAlgn="ctr"/>
                      <a:endParaRPr lang="zh-CN" altLang="en-US" sz="1050" b="0" i="0" u="none" strike="noStrike" dirty="0">
                        <a:solidFill>
                          <a:srgbClr val="000000"/>
                        </a:solidFill>
                        <a:latin typeface="微软雅黑" panose="020B0503020204020204" pitchFamily="34" charset="-122"/>
                      </a:endParaRP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chemeClr val="bg1"/>
                    </a:solidFill>
                  </a:tcPr>
                </a:tc>
                <a:tc>
                  <a:txBody>
                    <a:bodyPr/>
                    <a:lstStyle/>
                    <a:p>
                      <a:pPr algn="ctr" fontAlgn="ctr"/>
                      <a:r>
                        <a:rPr lang="zh-CN" altLang="en-US" sz="1050" b="1" i="0" u="none" strike="noStrike">
                          <a:solidFill>
                            <a:srgbClr val="000000"/>
                          </a:solidFill>
                          <a:latin typeface="微软雅黑" panose="020B0503020204020204" pitchFamily="34" charset="-122"/>
                        </a:rPr>
                        <a:t>广告词的开发</a:t>
                      </a:r>
                      <a:endParaRPr lang="zh-CN" altLang="en-US" sz="1050" b="1" i="0" u="none" strike="noStrike">
                        <a:solidFill>
                          <a:srgbClr val="000000"/>
                        </a:solidFill>
                        <a:latin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gridSpan="6">
                  <a:txBody>
                    <a:bodyPr/>
                    <a:lstStyle/>
                    <a:p>
                      <a:pPr algn="l" fontAlgn="ctr"/>
                      <a:r>
                        <a:rPr lang="zh-CN" altLang="en-US" sz="1050" b="0" i="0" u="none" strike="noStrike">
                          <a:solidFill>
                            <a:srgbClr val="000000"/>
                          </a:solidFill>
                          <a:latin typeface="微软雅黑" panose="020B0503020204020204" pitchFamily="34" charset="-122"/>
                        </a:rPr>
                        <a:t>自动广告</a:t>
                      </a:r>
                      <a:r>
                        <a:rPr lang="en-US" altLang="zh-CN" sz="1050" b="0" i="0" u="none" strike="noStrike">
                          <a:solidFill>
                            <a:srgbClr val="000000"/>
                          </a:solidFill>
                          <a:latin typeface="微软雅黑" panose="020B0503020204020204" pitchFamily="34" charset="-122"/>
                        </a:rPr>
                        <a:t>—</a:t>
                      </a:r>
                      <a:r>
                        <a:rPr lang="zh-CN" altLang="en-US" sz="1050" b="0" i="0" u="none" strike="noStrike">
                          <a:solidFill>
                            <a:srgbClr val="000000"/>
                          </a:solidFill>
                          <a:latin typeface="微软雅黑" panose="020B0503020204020204" pitchFamily="34" charset="-122"/>
                        </a:rPr>
                        <a:t>如果数据显示，曝光很低，那可能就是你的竞价有问题，适当提高点，再看数据如何 如果曝光够、没有点击，那就是你广告位展示的五点有问题。 </a:t>
                      </a:r>
                      <a:br>
                        <a:rPr lang="zh-CN" altLang="en-US" sz="1050" b="0" i="0" u="none" strike="noStrike">
                          <a:solidFill>
                            <a:srgbClr val="000000"/>
                          </a:solidFill>
                          <a:latin typeface="微软雅黑" panose="020B0503020204020204" pitchFamily="34" charset="-122"/>
                        </a:rPr>
                      </a:br>
                      <a:r>
                        <a:rPr lang="zh-CN" altLang="en-US" sz="1050" b="0" i="0" u="none" strike="noStrike">
                          <a:solidFill>
                            <a:srgbClr val="000000"/>
                          </a:solidFill>
                          <a:latin typeface="微软雅黑" panose="020B0503020204020204" pitchFamily="34" charset="-122"/>
                        </a:rPr>
                        <a:t>手动广告</a:t>
                      </a:r>
                      <a:r>
                        <a:rPr lang="en-US" altLang="zh-CN" sz="1050" b="0" i="0" u="none" strike="noStrike">
                          <a:solidFill>
                            <a:srgbClr val="000000"/>
                          </a:solidFill>
                          <a:latin typeface="微软雅黑" panose="020B0503020204020204" pitchFamily="34" charset="-122"/>
                        </a:rPr>
                        <a:t>—</a:t>
                      </a:r>
                      <a:r>
                        <a:rPr lang="en-US" sz="1050" b="0" i="0" u="none" strike="noStrike">
                          <a:solidFill>
                            <a:srgbClr val="000000"/>
                          </a:solidFill>
                          <a:latin typeface="微软雅黑" panose="020B0503020204020204" pitchFamily="34" charset="-122"/>
                        </a:rPr>
                        <a:t>Google Adwords </a:t>
                      </a:r>
                      <a:r>
                        <a:rPr lang="zh-CN" altLang="en-US" sz="1050" b="0" i="0" u="none" strike="noStrike">
                          <a:solidFill>
                            <a:srgbClr val="000000"/>
                          </a:solidFill>
                          <a:latin typeface="微软雅黑" panose="020B0503020204020204" pitchFamily="34" charset="-122"/>
                        </a:rPr>
                        <a:t>关键词软件（站内）：魔词，易卖宝，米库，</a:t>
                      </a:r>
                      <a:r>
                        <a:rPr lang="en-US" sz="1050" b="0" i="0" u="none" strike="noStrike">
                          <a:solidFill>
                            <a:srgbClr val="000000"/>
                          </a:solidFill>
                          <a:latin typeface="微软雅黑" panose="020B0503020204020204" pitchFamily="34" charset="-122"/>
                        </a:rPr>
                        <a:t>aqdata，</a:t>
                      </a:r>
                      <a:r>
                        <a:rPr lang="zh-CN" altLang="en-US" sz="1050" b="0" i="0" u="none" strike="noStrike">
                          <a:solidFill>
                            <a:srgbClr val="000000"/>
                          </a:solidFill>
                          <a:latin typeface="微软雅黑" panose="020B0503020204020204" pitchFamily="34" charset="-122"/>
                        </a:rPr>
                        <a:t>天平星</a:t>
                      </a:r>
                      <a:endParaRPr lang="zh-CN" altLang="en-US" sz="1050" b="0" i="0" u="none" strike="noStrike">
                        <a:solidFill>
                          <a:srgbClr val="000000"/>
                        </a:solidFill>
                        <a:latin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hMerge="1">
                  <a:tcPr/>
                </a:tc>
                <a:tc hMerge="1">
                  <a:tcPr/>
                </a:tc>
                <a:tc hMerge="1">
                  <a:tcPr/>
                </a:tc>
                <a:tc hMerge="1">
                  <a:tcPr/>
                </a:tc>
                <a:tc hMerge="1">
                  <a:tcPr/>
                </a:tc>
              </a:tr>
              <a:tr h="301950">
                <a:tc>
                  <a:txBody>
                    <a:bodyPr/>
                    <a:lstStyle/>
                    <a:p>
                      <a:pPr algn="l" fontAlgn="ctr"/>
                      <a:endParaRPr lang="zh-CN" altLang="en-US" sz="2000" b="0" i="0" u="none" strike="noStrike" dirty="0">
                        <a:solidFill>
                          <a:srgbClr val="000000"/>
                        </a:solidFill>
                        <a:latin typeface="微软雅黑" panose="020B0503020204020204" pitchFamily="34" charset="-122"/>
                      </a:endParaRPr>
                    </a:p>
                  </a:txBody>
                  <a:tcPr marL="0" marR="0" marT="0" marB="0" anchor="ctr">
                    <a:lnL>
                      <a:noFill/>
                    </a:lnL>
                    <a:lnR>
                      <a:noFill/>
                    </a:lnR>
                    <a:lnT>
                      <a:noFill/>
                    </a:lnT>
                    <a:lnB>
                      <a:noFill/>
                    </a:lnB>
                    <a:solidFill>
                      <a:schemeClr val="bg1"/>
                    </a:solidFill>
                  </a:tcPr>
                </a:tc>
                <a:tc>
                  <a:txBody>
                    <a:bodyPr/>
                    <a:lstStyle/>
                    <a:p>
                      <a:pPr algn="l" fontAlgn="ctr"/>
                      <a:endParaRPr lang="zh-CN" altLang="en-US" sz="1050" b="0" i="0" u="none" strike="noStrike">
                        <a:solidFill>
                          <a:srgbClr val="000000"/>
                        </a:solidFill>
                        <a:latin typeface="微软雅黑" panose="020B0503020204020204" pitchFamily="34" charset="-122"/>
                      </a:endParaRPr>
                    </a:p>
                  </a:txBody>
                  <a:tcPr marL="0" marR="0" marT="0" marB="0" anchor="ctr">
                    <a:lnL>
                      <a:noFill/>
                    </a:lnL>
                    <a:lnR>
                      <a:noFill/>
                    </a:lnR>
                    <a:lnT>
                      <a:noFill/>
                    </a:lnT>
                    <a:lnB>
                      <a:noFill/>
                    </a:lnB>
                    <a:solidFill>
                      <a:schemeClr val="bg1"/>
                    </a:solidFill>
                  </a:tcPr>
                </a:tc>
                <a:tc gridSpan="5">
                  <a:txBody>
                    <a:bodyPr/>
                    <a:lstStyle/>
                    <a:p>
                      <a:pPr algn="ctr" fontAlgn="ctr"/>
                      <a:r>
                        <a:rPr lang="zh-CN" altLang="en-US" sz="1050" b="0" i="0" u="none" strike="noStrike">
                          <a:solidFill>
                            <a:srgbClr val="000000"/>
                          </a:solidFill>
                          <a:latin typeface="微软雅黑" panose="020B0503020204020204" pitchFamily="34" charset="-122"/>
                        </a:rPr>
                        <a:t>　</a:t>
                      </a:r>
                      <a:endParaRPr lang="zh-CN" altLang="en-US" sz="1050" b="0" i="0" u="none" strike="noStrike">
                        <a:solidFill>
                          <a:srgbClr val="000000"/>
                        </a:solidFill>
                        <a:latin typeface="微软雅黑" panose="020B0503020204020204" pitchFamily="34" charset="-122"/>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chemeClr val="bg1"/>
                    </a:solidFill>
                  </a:tcPr>
                </a:tc>
                <a:tc hMerge="1">
                  <a:tcPr/>
                </a:tc>
                <a:tc hMerge="1">
                  <a:tcPr/>
                </a:tc>
                <a:tc hMerge="1">
                  <a:tcPr/>
                </a:tc>
                <a:tc hMerge="1">
                  <a:tcPr/>
                </a:tc>
                <a:tc>
                  <a:txBody>
                    <a:bodyPr/>
                    <a:lstStyle/>
                    <a:p>
                      <a:pPr algn="l" fontAlgn="t"/>
                      <a:endParaRPr lang="zh-CN" altLang="en-US" sz="1050" b="0" i="0" u="none" strike="noStrike">
                        <a:solidFill>
                          <a:srgbClr val="000000"/>
                        </a:solidFill>
                        <a:latin typeface="微软雅黑" panose="020B0503020204020204" pitchFamily="34" charset="-122"/>
                      </a:endParaRPr>
                    </a:p>
                  </a:txBody>
                  <a:tcPr marL="0" marR="0" marT="0" marB="0">
                    <a:lnL>
                      <a:noFill/>
                    </a:lnL>
                    <a:lnR>
                      <a:noFill/>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l" fontAlgn="t"/>
                      <a:endParaRPr lang="zh-CN" altLang="en-US" sz="1050" b="0" i="0" u="none" strike="noStrike">
                        <a:solidFill>
                          <a:srgbClr val="000000"/>
                        </a:solidFill>
                        <a:latin typeface="微软雅黑" panose="020B0503020204020204" pitchFamily="34" charset="-122"/>
                      </a:endParaRPr>
                    </a:p>
                  </a:txBody>
                  <a:tcPr marL="0" marR="0" marT="0" marB="0">
                    <a:lnL>
                      <a:noFill/>
                    </a:lnL>
                    <a:lnR>
                      <a:noFill/>
                    </a:lnR>
                    <a:lnT w="6350" cap="flat" cmpd="sng" algn="ctr">
                      <a:solidFill>
                        <a:srgbClr val="000000"/>
                      </a:solidFill>
                      <a:prstDash val="solid"/>
                      <a:round/>
                      <a:headEnd type="none" w="med" len="med"/>
                      <a:tailEnd type="none" w="med" len="med"/>
                    </a:lnT>
                    <a:lnB>
                      <a:noFill/>
                    </a:lnB>
                    <a:solidFill>
                      <a:schemeClr val="bg1"/>
                    </a:solidFill>
                  </a:tcPr>
                </a:tc>
              </a:tr>
              <a:tr h="301950">
                <a:tc>
                  <a:txBody>
                    <a:bodyPr/>
                    <a:lstStyle/>
                    <a:p>
                      <a:pPr algn="l" fontAlgn="ctr"/>
                      <a:endParaRPr lang="zh-CN" altLang="en-US" sz="2000" b="0" i="0" u="none" strike="noStrike" dirty="0">
                        <a:solidFill>
                          <a:srgbClr val="000000"/>
                        </a:solidFill>
                        <a:latin typeface="微软雅黑" panose="020B0503020204020204" pitchFamily="34" charset="-122"/>
                      </a:endParaRPr>
                    </a:p>
                  </a:txBody>
                  <a:tcPr marL="0" marR="0" marT="0" marB="0" anchor="ctr">
                    <a:lnL>
                      <a:noFill/>
                    </a:lnL>
                    <a:lnR>
                      <a:noFill/>
                    </a:lnR>
                    <a:lnT>
                      <a:noFill/>
                    </a:lnT>
                    <a:lnB>
                      <a:noFill/>
                    </a:lnB>
                    <a:solidFill>
                      <a:schemeClr val="bg1"/>
                    </a:solidFill>
                  </a:tcPr>
                </a:tc>
                <a:tc>
                  <a:txBody>
                    <a:bodyPr/>
                    <a:lstStyle/>
                    <a:p>
                      <a:pPr algn="l" fontAlgn="ctr"/>
                      <a:endParaRPr lang="zh-CN" altLang="en-US" sz="1050" b="0" i="0" u="none" strike="noStrike">
                        <a:solidFill>
                          <a:srgbClr val="000000"/>
                        </a:solidFill>
                        <a:latin typeface="微软雅黑" panose="020B0503020204020204" pitchFamily="34" charset="-122"/>
                      </a:endParaRPr>
                    </a:p>
                  </a:txBody>
                  <a:tcPr marL="0" marR="0" marT="0" marB="0" anchor="ctr">
                    <a:lnL>
                      <a:noFill/>
                    </a:lnL>
                    <a:lnR>
                      <a:noFill/>
                    </a:lnR>
                    <a:lnT>
                      <a:noFill/>
                    </a:lnT>
                    <a:lnB>
                      <a:noFill/>
                    </a:lnB>
                    <a:solidFill>
                      <a:schemeClr val="bg1"/>
                    </a:solidFill>
                  </a:tcPr>
                </a:tc>
                <a:tc>
                  <a:txBody>
                    <a:bodyPr/>
                    <a:lstStyle/>
                    <a:p>
                      <a:pPr algn="l" fontAlgn="b"/>
                      <a:endParaRPr lang="zh-CN" altLang="en-US" sz="1050" b="0" i="0" u="none" strike="noStrike">
                        <a:solidFill>
                          <a:srgbClr val="000000"/>
                        </a:solidFill>
                        <a:latin typeface="宋体" panose="02010600030101010101" pitchFamily="2" charset="-122"/>
                      </a:endParaRPr>
                    </a:p>
                  </a:txBody>
                  <a:tcPr marL="0" marR="0" marT="0" marB="0" anchor="ctr">
                    <a:lnL>
                      <a:noFill/>
                    </a:lnL>
                    <a:lnR>
                      <a:noFill/>
                    </a:lnR>
                    <a:lnT>
                      <a:noFill/>
                    </a:lnT>
                    <a:lnB>
                      <a:noFill/>
                    </a:lnB>
                    <a:solidFill>
                      <a:schemeClr val="bg1"/>
                    </a:solidFill>
                  </a:tcPr>
                </a:tc>
                <a:tc>
                  <a:txBody>
                    <a:bodyPr/>
                    <a:lstStyle/>
                    <a:p>
                      <a:pPr algn="l" fontAlgn="ctr"/>
                      <a:endParaRPr lang="zh-CN" altLang="en-US" sz="1050" b="0" i="0" u="none" strike="noStrike">
                        <a:solidFill>
                          <a:srgbClr val="000000"/>
                        </a:solidFill>
                        <a:latin typeface="微软雅黑" panose="020B0503020204020204" pitchFamily="34" charset="-122"/>
                      </a:endParaRP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chemeClr val="bg1"/>
                    </a:solidFill>
                  </a:tcPr>
                </a:tc>
                <a:tc gridSpan="3">
                  <a:txBody>
                    <a:bodyPr/>
                    <a:lstStyle/>
                    <a:p>
                      <a:pPr algn="l" fontAlgn="ctr"/>
                      <a:r>
                        <a:rPr lang="zh-CN" altLang="en-US" sz="1050" b="0" i="0" u="none" strike="noStrike">
                          <a:solidFill>
                            <a:srgbClr val="000000"/>
                          </a:solidFill>
                          <a:latin typeface="微软雅黑" panose="020B0503020204020204" pitchFamily="34" charset="-122"/>
                        </a:rPr>
                        <a:t>确保他们有资格赢得</a:t>
                      </a:r>
                      <a:r>
                        <a:rPr lang="en-US" sz="1050" b="0" i="0" u="none" strike="noStrike">
                          <a:solidFill>
                            <a:srgbClr val="000000"/>
                          </a:solidFill>
                          <a:latin typeface="微软雅黑" panose="020B0503020204020204" pitchFamily="34" charset="-122"/>
                        </a:rPr>
                        <a:t>Buy Box</a:t>
                      </a:r>
                      <a:endParaRPr lang="en-US" sz="1050" b="0" i="0" u="none" strike="noStrike">
                        <a:solidFill>
                          <a:srgbClr val="000000"/>
                        </a:solidFill>
                        <a:latin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hMerge="1">
                  <a:tcPr/>
                </a:tc>
                <a:tc hMerge="1">
                  <a:tcPr/>
                </a:tc>
                <a:tc>
                  <a:txBody>
                    <a:bodyPr/>
                    <a:lstStyle/>
                    <a:p>
                      <a:pPr algn="l" fontAlgn="ctr"/>
                      <a:endParaRPr lang="zh-CN" altLang="en-US" sz="1050" b="0" i="0" u="none" strike="noStrike">
                        <a:solidFill>
                          <a:srgbClr val="000000"/>
                        </a:solidFill>
                        <a:latin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chemeClr val="bg1"/>
                    </a:solidFill>
                  </a:tcPr>
                </a:tc>
                <a:tc>
                  <a:txBody>
                    <a:bodyPr/>
                    <a:lstStyle/>
                    <a:p>
                      <a:pPr algn="l" fontAlgn="ctr"/>
                      <a:endParaRPr lang="zh-CN" altLang="en-US" sz="1050" b="0" i="0" u="none" strike="noStrike" dirty="0">
                        <a:solidFill>
                          <a:srgbClr val="000000"/>
                        </a:solidFill>
                        <a:latin typeface="微软雅黑" panose="020B0503020204020204" pitchFamily="34" charset="-122"/>
                      </a:endParaRPr>
                    </a:p>
                  </a:txBody>
                  <a:tcPr marL="0" marR="0" marT="0" marB="0" anchor="ctr">
                    <a:lnL>
                      <a:noFill/>
                    </a:lnL>
                    <a:lnR>
                      <a:noFill/>
                    </a:lnR>
                    <a:lnT>
                      <a:noFill/>
                    </a:lnT>
                    <a:lnB>
                      <a:noFill/>
                    </a:lnB>
                    <a:solidFill>
                      <a:schemeClr val="bg1"/>
                    </a:solidFill>
                  </a:tcPr>
                </a:tc>
              </a:tr>
              <a:tr h="301950">
                <a:tc>
                  <a:txBody>
                    <a:bodyPr/>
                    <a:lstStyle/>
                    <a:p>
                      <a:pPr algn="l" fontAlgn="ctr"/>
                      <a:endParaRPr lang="zh-CN" altLang="en-US" sz="2000" b="0" i="0" u="none" strike="noStrike" dirty="0">
                        <a:solidFill>
                          <a:srgbClr val="000000"/>
                        </a:solidFill>
                        <a:latin typeface="微软雅黑" panose="020B0503020204020204" pitchFamily="34" charset="-122"/>
                      </a:endParaRPr>
                    </a:p>
                  </a:txBody>
                  <a:tcPr marL="0" marR="0" marT="0" marB="0" anchor="ctr">
                    <a:lnL>
                      <a:noFill/>
                    </a:lnL>
                    <a:lnR>
                      <a:noFill/>
                    </a:lnR>
                    <a:lnT>
                      <a:noFill/>
                    </a:lnT>
                    <a:lnB>
                      <a:noFill/>
                    </a:lnB>
                    <a:solidFill>
                      <a:schemeClr val="bg1"/>
                    </a:solidFill>
                  </a:tcPr>
                </a:tc>
                <a:tc>
                  <a:txBody>
                    <a:bodyPr/>
                    <a:lstStyle/>
                    <a:p>
                      <a:pPr algn="l" fontAlgn="ctr"/>
                      <a:endParaRPr lang="zh-CN" altLang="en-US" sz="1050" b="0" i="0" u="none" strike="noStrike">
                        <a:solidFill>
                          <a:srgbClr val="000000"/>
                        </a:solidFill>
                        <a:latin typeface="微软雅黑" panose="020B0503020204020204" pitchFamily="34" charset="-122"/>
                      </a:endParaRPr>
                    </a:p>
                  </a:txBody>
                  <a:tcPr marL="0" marR="0" marT="0" marB="0" anchor="ctr">
                    <a:lnL>
                      <a:noFill/>
                    </a:lnL>
                    <a:lnR>
                      <a:noFill/>
                    </a:lnR>
                    <a:lnT>
                      <a:noFill/>
                    </a:lnT>
                    <a:lnB>
                      <a:noFill/>
                    </a:lnB>
                    <a:solidFill>
                      <a:schemeClr val="bg1"/>
                    </a:solidFill>
                  </a:tcPr>
                </a:tc>
                <a:tc>
                  <a:txBody>
                    <a:bodyPr/>
                    <a:lstStyle/>
                    <a:p>
                      <a:pPr algn="l" fontAlgn="ctr"/>
                      <a:endParaRPr lang="zh-CN" altLang="en-US" sz="1050" b="0" i="0" u="none" strike="noStrike">
                        <a:solidFill>
                          <a:srgbClr val="000000"/>
                        </a:solidFill>
                        <a:latin typeface="微软雅黑" panose="020B0503020204020204" pitchFamily="34" charset="-122"/>
                      </a:endParaRP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endParaRPr lang="zh-CN" altLang="en-US" sz="1050" b="0" i="0" u="none" strike="noStrike">
                        <a:solidFill>
                          <a:srgbClr val="000000"/>
                        </a:solidFill>
                        <a:latin typeface="微软雅黑" panose="020B0503020204020204" pitchFamily="34" charset="-122"/>
                      </a:endParaRP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chemeClr val="bg1"/>
                    </a:solidFill>
                  </a:tcPr>
                </a:tc>
                <a:tc gridSpan="3">
                  <a:txBody>
                    <a:bodyPr/>
                    <a:lstStyle/>
                    <a:p>
                      <a:pPr algn="l" fontAlgn="ctr"/>
                      <a:r>
                        <a:rPr lang="zh-CN" altLang="en-US" sz="1050" b="0" i="0" u="none" strike="noStrike">
                          <a:solidFill>
                            <a:srgbClr val="000000"/>
                          </a:solidFill>
                          <a:latin typeface="微软雅黑" panose="020B0503020204020204" pitchFamily="34" charset="-122"/>
                        </a:rPr>
                        <a:t>使用相关的关键词</a:t>
                      </a:r>
                      <a:endParaRPr lang="zh-CN" altLang="en-US" sz="1050" b="0" i="0" u="none" strike="noStrike">
                        <a:solidFill>
                          <a:srgbClr val="000000"/>
                        </a:solidFill>
                        <a:latin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hMerge="1">
                  <a:tcPr/>
                </a:tc>
                <a:tc hMerge="1">
                  <a:tcPr/>
                </a:tc>
                <a:tc>
                  <a:txBody>
                    <a:bodyPr/>
                    <a:lstStyle/>
                    <a:p>
                      <a:pPr algn="l" fontAlgn="ctr"/>
                      <a:endParaRPr lang="zh-CN" altLang="en-US" sz="1050" b="0" i="0" u="none" strike="noStrike">
                        <a:solidFill>
                          <a:srgbClr val="000000"/>
                        </a:solidFill>
                        <a:latin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chemeClr val="bg1"/>
                    </a:solidFill>
                  </a:tcPr>
                </a:tc>
                <a:tc>
                  <a:txBody>
                    <a:bodyPr/>
                    <a:lstStyle/>
                    <a:p>
                      <a:pPr algn="l" fontAlgn="ctr"/>
                      <a:endParaRPr lang="zh-CN" altLang="en-US" sz="1050" b="0" i="0" u="none" strike="noStrike">
                        <a:solidFill>
                          <a:srgbClr val="000000"/>
                        </a:solidFill>
                        <a:latin typeface="微软雅黑" panose="020B0503020204020204" pitchFamily="34" charset="-122"/>
                      </a:endParaRPr>
                    </a:p>
                  </a:txBody>
                  <a:tcPr marL="0" marR="0" marT="0" marB="0" anchor="ctr">
                    <a:lnL>
                      <a:noFill/>
                    </a:lnL>
                    <a:lnR>
                      <a:noFill/>
                    </a:lnR>
                    <a:lnT>
                      <a:noFill/>
                    </a:lnT>
                    <a:lnB>
                      <a:noFill/>
                    </a:lnB>
                    <a:solidFill>
                      <a:schemeClr val="bg1"/>
                    </a:solidFill>
                  </a:tcPr>
                </a:tc>
              </a:tr>
              <a:tr h="301950">
                <a:tc>
                  <a:txBody>
                    <a:bodyPr/>
                    <a:lstStyle/>
                    <a:p>
                      <a:pPr algn="l" fontAlgn="ctr"/>
                      <a:endParaRPr lang="zh-CN" altLang="en-US" sz="2000" b="0" i="0" u="none" strike="noStrike" dirty="0">
                        <a:solidFill>
                          <a:srgbClr val="000000"/>
                        </a:solidFill>
                        <a:latin typeface="微软雅黑" panose="020B0503020204020204" pitchFamily="34" charset="-122"/>
                      </a:endParaRPr>
                    </a:p>
                  </a:txBody>
                  <a:tcPr marL="0" marR="0" marT="0" marB="0" anchor="ctr">
                    <a:lnL>
                      <a:noFill/>
                    </a:lnL>
                    <a:lnR>
                      <a:noFill/>
                    </a:lnR>
                    <a:lnT>
                      <a:noFill/>
                    </a:lnT>
                    <a:lnB>
                      <a:noFill/>
                    </a:lnB>
                    <a:solidFill>
                      <a:schemeClr val="bg1"/>
                    </a:solidFill>
                  </a:tcPr>
                </a:tc>
                <a:tc>
                  <a:txBody>
                    <a:bodyPr/>
                    <a:lstStyle/>
                    <a:p>
                      <a:pPr algn="l" fontAlgn="ctr"/>
                      <a:endParaRPr lang="zh-CN" altLang="en-US" sz="1050" b="0" i="0" u="none" strike="noStrike">
                        <a:solidFill>
                          <a:srgbClr val="000000"/>
                        </a:solidFill>
                        <a:latin typeface="微软雅黑" panose="020B0503020204020204" pitchFamily="34" charset="-122"/>
                      </a:endParaRP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chemeClr val="bg1"/>
                    </a:solidFill>
                  </a:tcPr>
                </a:tc>
                <a:tc>
                  <a:txBody>
                    <a:bodyPr/>
                    <a:lstStyle/>
                    <a:p>
                      <a:pPr algn="ctr" fontAlgn="ctr"/>
                      <a:r>
                        <a:rPr lang="zh-CN" altLang="en-US" sz="1050" b="1" i="0" u="none" strike="noStrike" dirty="0">
                          <a:solidFill>
                            <a:srgbClr val="000000"/>
                          </a:solidFill>
                          <a:latin typeface="微软雅黑" panose="020B0503020204020204" pitchFamily="34" charset="-122"/>
                        </a:rPr>
                        <a:t>影响因素</a:t>
                      </a:r>
                      <a:endParaRPr lang="zh-CN" altLang="en-US" sz="1050" b="1" i="0" u="none" strike="noStrike" dirty="0">
                        <a:solidFill>
                          <a:srgbClr val="000000"/>
                        </a:solidFill>
                        <a:latin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endParaRPr lang="zh-CN" altLang="en-US" sz="1050" b="0" i="0" u="none" strike="noStrike">
                        <a:solidFill>
                          <a:srgbClr val="000000"/>
                        </a:solidFill>
                        <a:latin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bg1"/>
                    </a:solidFill>
                  </a:tcPr>
                </a:tc>
                <a:tc gridSpan="3">
                  <a:txBody>
                    <a:bodyPr/>
                    <a:lstStyle/>
                    <a:p>
                      <a:pPr algn="l" fontAlgn="ctr"/>
                      <a:r>
                        <a:rPr lang="zh-CN" altLang="en-US" sz="1050" b="0" i="0" u="none" strike="noStrike">
                          <a:solidFill>
                            <a:srgbClr val="000000"/>
                          </a:solidFill>
                          <a:latin typeface="微软雅黑" panose="020B0503020204020204" pitchFamily="34" charset="-122"/>
                        </a:rPr>
                        <a:t>竞价分析</a:t>
                      </a:r>
                      <a:endParaRPr lang="zh-CN" altLang="en-US" sz="1050" b="0" i="0" u="none" strike="noStrike">
                        <a:solidFill>
                          <a:srgbClr val="000000"/>
                        </a:solidFill>
                        <a:latin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hMerge="1">
                  <a:tcPr/>
                </a:tc>
                <a:tc hMerge="1">
                  <a:tcPr/>
                </a:tc>
                <a:tc>
                  <a:txBody>
                    <a:bodyPr/>
                    <a:lstStyle/>
                    <a:p>
                      <a:pPr algn="l" fontAlgn="ctr"/>
                      <a:endParaRPr lang="zh-CN" altLang="en-US" sz="1050" b="0" i="0" u="none" strike="noStrike">
                        <a:solidFill>
                          <a:srgbClr val="000000"/>
                        </a:solidFill>
                        <a:latin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chemeClr val="bg1"/>
                    </a:solidFill>
                  </a:tcPr>
                </a:tc>
                <a:tc>
                  <a:txBody>
                    <a:bodyPr/>
                    <a:lstStyle/>
                    <a:p>
                      <a:pPr algn="l" fontAlgn="ctr"/>
                      <a:endParaRPr lang="zh-CN" altLang="en-US" sz="1050" b="0" i="0" u="none" strike="noStrike">
                        <a:solidFill>
                          <a:srgbClr val="000000"/>
                        </a:solidFill>
                        <a:latin typeface="微软雅黑" panose="020B0503020204020204" pitchFamily="34" charset="-122"/>
                      </a:endParaRPr>
                    </a:p>
                  </a:txBody>
                  <a:tcPr marL="0" marR="0" marT="0" marB="0" anchor="ctr">
                    <a:lnL>
                      <a:noFill/>
                    </a:lnL>
                    <a:lnR>
                      <a:noFill/>
                    </a:lnR>
                    <a:lnT>
                      <a:noFill/>
                    </a:lnT>
                    <a:lnB>
                      <a:noFill/>
                    </a:lnB>
                    <a:solidFill>
                      <a:schemeClr val="bg1"/>
                    </a:solidFill>
                  </a:tcPr>
                </a:tc>
              </a:tr>
              <a:tr h="301950">
                <a:tc>
                  <a:txBody>
                    <a:bodyPr/>
                    <a:lstStyle/>
                    <a:p>
                      <a:pPr algn="l" fontAlgn="ctr"/>
                      <a:endParaRPr lang="zh-CN" altLang="en-US" sz="2000" b="0" i="0" u="none" strike="noStrike" dirty="0">
                        <a:solidFill>
                          <a:srgbClr val="000000"/>
                        </a:solidFill>
                        <a:latin typeface="微软雅黑" panose="020B0503020204020204" pitchFamily="34" charset="-122"/>
                      </a:endParaRPr>
                    </a:p>
                  </a:txBody>
                  <a:tcPr marL="0" marR="0" marT="0" marB="0" anchor="ctr">
                    <a:lnL>
                      <a:noFill/>
                    </a:lnL>
                    <a:lnR>
                      <a:noFill/>
                    </a:lnR>
                    <a:lnT>
                      <a:noFill/>
                    </a:lnT>
                    <a:lnB>
                      <a:noFill/>
                    </a:lnB>
                    <a:solidFill>
                      <a:schemeClr val="bg1"/>
                    </a:solidFill>
                  </a:tcPr>
                </a:tc>
                <a:tc>
                  <a:txBody>
                    <a:bodyPr/>
                    <a:lstStyle/>
                    <a:p>
                      <a:pPr algn="l" fontAlgn="ctr"/>
                      <a:endParaRPr lang="zh-CN" altLang="en-US" sz="1050" b="0" i="0" u="none" strike="noStrike">
                        <a:solidFill>
                          <a:srgbClr val="000000"/>
                        </a:solidFill>
                        <a:latin typeface="微软雅黑" panose="020B0503020204020204" pitchFamily="34" charset="-122"/>
                      </a:endParaRPr>
                    </a:p>
                  </a:txBody>
                  <a:tcPr marL="0" marR="0" marT="0" marB="0" anchor="ctr">
                    <a:lnL>
                      <a:noFill/>
                    </a:lnL>
                    <a:lnR>
                      <a:noFill/>
                    </a:lnR>
                    <a:lnT>
                      <a:noFill/>
                    </a:lnT>
                    <a:lnB>
                      <a:noFill/>
                    </a:lnB>
                    <a:solidFill>
                      <a:schemeClr val="bg1"/>
                    </a:solidFill>
                  </a:tcPr>
                </a:tc>
                <a:tc>
                  <a:txBody>
                    <a:bodyPr/>
                    <a:lstStyle/>
                    <a:p>
                      <a:pPr algn="l" fontAlgn="ctr"/>
                      <a:endParaRPr lang="zh-CN" altLang="en-US" sz="1050" b="0" i="0" u="none" strike="noStrike">
                        <a:solidFill>
                          <a:srgbClr val="000000"/>
                        </a:solidFill>
                        <a:latin typeface="微软雅黑" panose="020B0503020204020204" pitchFamily="34" charset="-122"/>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l" fontAlgn="ctr"/>
                      <a:endParaRPr lang="zh-CN" altLang="en-US" sz="1050" b="0" i="0" u="none" strike="noStrike">
                        <a:solidFill>
                          <a:srgbClr val="000000"/>
                        </a:solidFill>
                        <a:latin typeface="微软雅黑" panose="020B0503020204020204" pitchFamily="34" charset="-122"/>
                      </a:endParaRP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chemeClr val="bg1"/>
                    </a:solidFill>
                  </a:tcPr>
                </a:tc>
                <a:tc gridSpan="3">
                  <a:txBody>
                    <a:bodyPr/>
                    <a:lstStyle/>
                    <a:p>
                      <a:pPr algn="l" fontAlgn="ctr"/>
                      <a:r>
                        <a:rPr lang="zh-CN" altLang="en-US" sz="1050" b="0" i="0" u="none" strike="noStrike">
                          <a:solidFill>
                            <a:srgbClr val="000000"/>
                          </a:solidFill>
                          <a:latin typeface="微软雅黑" panose="020B0503020204020204" pitchFamily="34" charset="-122"/>
                        </a:rPr>
                        <a:t>设置预算确保每日的预算不会被用尽</a:t>
                      </a:r>
                      <a:endParaRPr lang="zh-CN" altLang="en-US" sz="1050" b="0" i="0" u="none" strike="noStrike">
                        <a:solidFill>
                          <a:srgbClr val="000000"/>
                        </a:solidFill>
                        <a:latin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hMerge="1">
                  <a:tcPr/>
                </a:tc>
                <a:tc hMerge="1">
                  <a:tcPr/>
                </a:tc>
                <a:tc>
                  <a:txBody>
                    <a:bodyPr/>
                    <a:lstStyle/>
                    <a:p>
                      <a:pPr algn="l" fontAlgn="ctr"/>
                      <a:endParaRPr lang="zh-CN" altLang="en-US" sz="1050" b="0" i="0" u="none" strike="noStrike">
                        <a:solidFill>
                          <a:srgbClr val="000000"/>
                        </a:solidFill>
                        <a:latin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chemeClr val="bg1"/>
                    </a:solidFill>
                  </a:tcPr>
                </a:tc>
                <a:tc>
                  <a:txBody>
                    <a:bodyPr/>
                    <a:lstStyle/>
                    <a:p>
                      <a:pPr algn="l" fontAlgn="ctr"/>
                      <a:endParaRPr lang="zh-CN" altLang="en-US" sz="1050" b="0" i="0" u="none" strike="noStrike" dirty="0">
                        <a:solidFill>
                          <a:srgbClr val="000000"/>
                        </a:solidFill>
                        <a:latin typeface="微软雅黑" panose="020B0503020204020204" pitchFamily="34" charset="-122"/>
                      </a:endParaRPr>
                    </a:p>
                  </a:txBody>
                  <a:tcPr marL="0" marR="0" marT="0" marB="0" anchor="ctr">
                    <a:lnL>
                      <a:noFill/>
                    </a:lnL>
                    <a:lnR>
                      <a:noFill/>
                    </a:lnR>
                    <a:lnT>
                      <a:noFill/>
                    </a:lnT>
                    <a:lnB>
                      <a:noFill/>
                    </a:lnB>
                    <a:solidFill>
                      <a:schemeClr val="bg1"/>
                    </a:solidFill>
                  </a:tcPr>
                </a:tc>
              </a:tr>
              <a:tr h="301950">
                <a:tc>
                  <a:txBody>
                    <a:bodyPr/>
                    <a:lstStyle/>
                    <a:p>
                      <a:pPr algn="l" fontAlgn="ctr"/>
                      <a:endParaRPr lang="zh-CN" altLang="en-US" sz="2000" b="0" i="0" u="none" strike="noStrike" dirty="0">
                        <a:solidFill>
                          <a:srgbClr val="000000"/>
                        </a:solidFill>
                        <a:latin typeface="微软雅黑" panose="020B0503020204020204" pitchFamily="34" charset="-122"/>
                      </a:endParaRPr>
                    </a:p>
                  </a:txBody>
                  <a:tcPr marL="0" marR="0" marT="0" marB="0" anchor="ctr">
                    <a:lnL>
                      <a:noFill/>
                    </a:lnL>
                    <a:lnR>
                      <a:noFill/>
                    </a:lnR>
                    <a:lnT>
                      <a:noFill/>
                    </a:lnT>
                    <a:lnB>
                      <a:noFill/>
                    </a:lnB>
                    <a:solidFill>
                      <a:schemeClr val="bg1"/>
                    </a:solidFill>
                  </a:tcPr>
                </a:tc>
                <a:tc>
                  <a:txBody>
                    <a:bodyPr/>
                    <a:lstStyle/>
                    <a:p>
                      <a:pPr algn="l" fontAlgn="ctr"/>
                      <a:endParaRPr lang="zh-CN" altLang="en-US" sz="1050" b="0" i="0" u="none" strike="noStrike">
                        <a:solidFill>
                          <a:srgbClr val="000000"/>
                        </a:solidFill>
                        <a:latin typeface="微软雅黑" panose="020B0503020204020204" pitchFamily="34" charset="-122"/>
                      </a:endParaRPr>
                    </a:p>
                  </a:txBody>
                  <a:tcPr marL="0" marR="0" marT="0" marB="0" anchor="ctr">
                    <a:lnL>
                      <a:noFill/>
                    </a:lnL>
                    <a:lnR>
                      <a:noFill/>
                    </a:lnR>
                    <a:lnT>
                      <a:noFill/>
                    </a:lnT>
                    <a:lnB>
                      <a:noFill/>
                    </a:lnB>
                    <a:solidFill>
                      <a:schemeClr val="bg1"/>
                    </a:solidFill>
                  </a:tcPr>
                </a:tc>
                <a:tc>
                  <a:txBody>
                    <a:bodyPr/>
                    <a:lstStyle/>
                    <a:p>
                      <a:pPr algn="l" fontAlgn="ctr"/>
                      <a:endParaRPr lang="zh-CN" altLang="en-US" sz="1050" b="0" i="0" u="none" strike="noStrike">
                        <a:solidFill>
                          <a:srgbClr val="000000"/>
                        </a:solidFill>
                        <a:latin typeface="微软雅黑" panose="020B0503020204020204" pitchFamily="34" charset="-122"/>
                      </a:endParaRPr>
                    </a:p>
                  </a:txBody>
                  <a:tcPr marL="0" marR="0" marT="0" marB="0" anchor="ctr">
                    <a:lnL>
                      <a:noFill/>
                    </a:lnL>
                    <a:lnR>
                      <a:noFill/>
                    </a:lnR>
                    <a:lnT>
                      <a:noFill/>
                    </a:lnT>
                    <a:lnB>
                      <a:noFill/>
                    </a:lnB>
                    <a:solidFill>
                      <a:schemeClr val="bg1"/>
                    </a:solidFill>
                  </a:tcPr>
                </a:tc>
                <a:tc>
                  <a:txBody>
                    <a:bodyPr/>
                    <a:lstStyle/>
                    <a:p>
                      <a:pPr algn="l" fontAlgn="ctr"/>
                      <a:endParaRPr lang="zh-CN" altLang="en-US" sz="1050" b="0" i="0" u="none" strike="noStrike">
                        <a:solidFill>
                          <a:srgbClr val="000000"/>
                        </a:solidFill>
                        <a:latin typeface="微软雅黑" panose="020B0503020204020204" pitchFamily="34" charset="-122"/>
                      </a:endParaRP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chemeClr val="bg1"/>
                    </a:solidFill>
                  </a:tcPr>
                </a:tc>
                <a:tc gridSpan="3">
                  <a:txBody>
                    <a:bodyPr/>
                    <a:lstStyle/>
                    <a:p>
                      <a:pPr algn="l" fontAlgn="ctr"/>
                      <a:r>
                        <a:rPr lang="zh-CN" altLang="en-US" sz="1050" b="0" i="0" u="none" strike="noStrike">
                          <a:solidFill>
                            <a:srgbClr val="000000"/>
                          </a:solidFill>
                          <a:latin typeface="微软雅黑" panose="020B0503020204020204" pitchFamily="34" charset="-122"/>
                        </a:rPr>
                        <a:t>确保</a:t>
                      </a:r>
                      <a:r>
                        <a:rPr lang="en-US" sz="1050" b="0" i="0" u="none" strike="noStrike">
                          <a:solidFill>
                            <a:srgbClr val="000000"/>
                          </a:solidFill>
                          <a:latin typeface="微软雅黑" panose="020B0503020204020204" pitchFamily="34" charset="-122"/>
                        </a:rPr>
                        <a:t>listing</a:t>
                      </a:r>
                      <a:r>
                        <a:rPr lang="zh-CN" altLang="en-US" sz="1050" b="0" i="0" u="none" strike="noStrike">
                          <a:solidFill>
                            <a:srgbClr val="000000"/>
                          </a:solidFill>
                          <a:latin typeface="微软雅黑" panose="020B0503020204020204" pitchFamily="34" charset="-122"/>
                        </a:rPr>
                        <a:t>是完整的，包括标题、品牌、描述、</a:t>
                      </a:r>
                      <a:r>
                        <a:rPr lang="en-US" sz="1050" b="0" i="0" u="none" strike="noStrike">
                          <a:solidFill>
                            <a:srgbClr val="000000"/>
                          </a:solidFill>
                          <a:latin typeface="微软雅黑" panose="020B0503020204020204" pitchFamily="34" charset="-122"/>
                        </a:rPr>
                        <a:t>bullet point、</a:t>
                      </a:r>
                      <a:r>
                        <a:rPr lang="zh-CN" altLang="en-US" sz="1050" b="0" i="0" u="none" strike="noStrike">
                          <a:solidFill>
                            <a:srgbClr val="000000"/>
                          </a:solidFill>
                          <a:latin typeface="微软雅黑" panose="020B0503020204020204" pitchFamily="34" charset="-122"/>
                        </a:rPr>
                        <a:t>以及宽泛的关键词</a:t>
                      </a:r>
                      <a:endParaRPr lang="zh-CN" altLang="en-US" sz="1050" b="0" i="0" u="none" strike="noStrike">
                        <a:solidFill>
                          <a:srgbClr val="000000"/>
                        </a:solidFill>
                        <a:latin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hMerge="1">
                  <a:tcPr/>
                </a:tc>
                <a:tc hMerge="1">
                  <a:tcPr/>
                </a:tc>
                <a:tc>
                  <a:txBody>
                    <a:bodyPr/>
                    <a:lstStyle/>
                    <a:p>
                      <a:pPr algn="l" fontAlgn="ctr"/>
                      <a:endParaRPr lang="zh-CN" altLang="en-US" sz="1050" b="0" i="0" u="none" strike="noStrike">
                        <a:solidFill>
                          <a:srgbClr val="000000"/>
                        </a:solidFill>
                        <a:latin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chemeClr val="bg1"/>
                    </a:solidFill>
                  </a:tcPr>
                </a:tc>
                <a:tc>
                  <a:txBody>
                    <a:bodyPr/>
                    <a:lstStyle/>
                    <a:p>
                      <a:pPr algn="l" fontAlgn="ctr"/>
                      <a:endParaRPr lang="zh-CN" altLang="en-US" sz="1050" b="0" i="0" u="none" strike="noStrike">
                        <a:solidFill>
                          <a:srgbClr val="000000"/>
                        </a:solidFill>
                        <a:latin typeface="微软雅黑" panose="020B0503020204020204" pitchFamily="34" charset="-122"/>
                      </a:endParaRPr>
                    </a:p>
                  </a:txBody>
                  <a:tcPr marL="0" marR="0" marT="0" marB="0" anchor="ctr">
                    <a:lnL>
                      <a:noFill/>
                    </a:lnL>
                    <a:lnR>
                      <a:noFill/>
                    </a:lnR>
                    <a:lnT>
                      <a:noFill/>
                    </a:lnT>
                    <a:lnB>
                      <a:noFill/>
                    </a:lnB>
                    <a:solidFill>
                      <a:schemeClr val="bg1"/>
                    </a:solidFill>
                  </a:tcPr>
                </a:tc>
              </a:tr>
              <a:tr h="301950">
                <a:tc>
                  <a:txBody>
                    <a:bodyPr/>
                    <a:lstStyle/>
                    <a:p>
                      <a:pPr algn="l" fontAlgn="ctr"/>
                      <a:endParaRPr lang="zh-CN" altLang="en-US" sz="2000" b="0" i="0" u="none" strike="noStrike" dirty="0">
                        <a:solidFill>
                          <a:srgbClr val="000000"/>
                        </a:solidFill>
                        <a:latin typeface="微软雅黑" panose="020B0503020204020204" pitchFamily="34" charset="-122"/>
                      </a:endParaRP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endParaRPr lang="zh-CN" altLang="en-US" sz="1050" b="0" i="0" u="none" strike="noStrike">
                        <a:solidFill>
                          <a:srgbClr val="000000"/>
                        </a:solidFill>
                        <a:latin typeface="微软雅黑" panose="020B0503020204020204" pitchFamily="34" charset="-122"/>
                      </a:endParaRPr>
                    </a:p>
                  </a:txBody>
                  <a:tcPr marL="0" marR="0" marT="0" marB="0" anchor="ctr">
                    <a:lnL>
                      <a:noFill/>
                    </a:lnL>
                    <a:lnR>
                      <a:noFill/>
                    </a:lnR>
                    <a:lnT>
                      <a:noFill/>
                    </a:lnT>
                    <a:lnB>
                      <a:noFill/>
                    </a:lnB>
                    <a:solidFill>
                      <a:schemeClr val="bg1"/>
                    </a:solidFill>
                  </a:tcPr>
                </a:tc>
                <a:tc gridSpan="5">
                  <a:txBody>
                    <a:bodyPr/>
                    <a:lstStyle/>
                    <a:p>
                      <a:pPr algn="ctr" fontAlgn="ctr"/>
                      <a:endParaRPr lang="zh-CN" altLang="en-US" sz="1050" b="0" i="0" u="none" strike="noStrike">
                        <a:solidFill>
                          <a:srgbClr val="000000"/>
                        </a:solidFill>
                        <a:latin typeface="微软雅黑" panose="020B0503020204020204" pitchFamily="34" charset="-122"/>
                      </a:endParaRPr>
                    </a:p>
                  </a:txBody>
                  <a:tcPr marL="0" marR="0" marT="0" marB="0" anchor="ctr">
                    <a:lnL>
                      <a:noFill/>
                    </a:lnL>
                    <a:lnR>
                      <a:noFill/>
                    </a:lnR>
                    <a:lnT>
                      <a:noFill/>
                    </a:lnT>
                    <a:lnB>
                      <a:noFill/>
                    </a:lnB>
                    <a:solidFill>
                      <a:schemeClr val="bg1"/>
                    </a:solidFill>
                  </a:tcPr>
                </a:tc>
                <a:tc hMerge="1">
                  <a:tcPr/>
                </a:tc>
                <a:tc hMerge="1">
                  <a:tcPr/>
                </a:tc>
                <a:tc hMerge="1">
                  <a:tcPr/>
                </a:tc>
                <a:tc hMerge="1">
                  <a:tcPr/>
                </a:tc>
                <a:tc>
                  <a:txBody>
                    <a:bodyPr/>
                    <a:lstStyle/>
                    <a:p>
                      <a:pPr algn="l" fontAlgn="ctr"/>
                      <a:endParaRPr lang="zh-CN" altLang="en-US" sz="1050" b="0" i="0" u="none" strike="noStrike">
                        <a:solidFill>
                          <a:srgbClr val="000000"/>
                        </a:solidFill>
                        <a:latin typeface="微软雅黑" panose="020B0503020204020204" pitchFamily="34" charset="-122"/>
                      </a:endParaRPr>
                    </a:p>
                  </a:txBody>
                  <a:tcPr marL="0" marR="0" marT="0" marB="0" anchor="ctr">
                    <a:lnL>
                      <a:noFill/>
                    </a:lnL>
                    <a:lnR>
                      <a:noFill/>
                    </a:lnR>
                    <a:lnT>
                      <a:noFill/>
                    </a:lnT>
                    <a:lnB>
                      <a:noFill/>
                    </a:lnB>
                    <a:solidFill>
                      <a:schemeClr val="bg1"/>
                    </a:solidFill>
                  </a:tcPr>
                </a:tc>
                <a:tc>
                  <a:txBody>
                    <a:bodyPr/>
                    <a:lstStyle/>
                    <a:p>
                      <a:pPr algn="l" fontAlgn="ctr"/>
                      <a:endParaRPr lang="zh-CN" altLang="en-US" sz="1050" b="0" i="0" u="none" strike="noStrike">
                        <a:solidFill>
                          <a:srgbClr val="000000"/>
                        </a:solidFill>
                        <a:latin typeface="微软雅黑" panose="020B0503020204020204" pitchFamily="34" charset="-122"/>
                      </a:endParaRPr>
                    </a:p>
                  </a:txBody>
                  <a:tcPr marL="0" marR="0" marT="0" marB="0" anchor="ctr">
                    <a:lnL>
                      <a:noFill/>
                    </a:lnL>
                    <a:lnR>
                      <a:noFill/>
                    </a:lnR>
                    <a:lnT>
                      <a:noFill/>
                    </a:lnT>
                    <a:lnB>
                      <a:noFill/>
                    </a:lnB>
                    <a:solidFill>
                      <a:schemeClr val="bg1"/>
                    </a:solidFill>
                  </a:tcPr>
                </a:tc>
              </a:tr>
              <a:tr h="211961">
                <a:tc rowSpan="7">
                  <a:txBody>
                    <a:bodyPr/>
                    <a:lstStyle/>
                    <a:p>
                      <a:pPr algn="ctr" fontAlgn="ctr"/>
                      <a:r>
                        <a:rPr lang="zh-CN" altLang="en-US" sz="2000" b="1" i="0" u="none" strike="noStrike" dirty="0">
                          <a:solidFill>
                            <a:srgbClr val="000000"/>
                          </a:solidFill>
                          <a:latin typeface="微软雅黑" panose="020B0503020204020204" pitchFamily="34" charset="-122"/>
                        </a:rPr>
                        <a:t>站内广告</a:t>
                      </a:r>
                      <a:endParaRPr lang="zh-CN" altLang="en-US" sz="2000" b="1" i="0" u="none" strike="noStrike" dirty="0">
                        <a:solidFill>
                          <a:srgbClr val="000000"/>
                        </a:solidFill>
                        <a:latin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solidFill>
                  </a:tcPr>
                </a:tc>
                <a:tc>
                  <a:txBody>
                    <a:bodyPr/>
                    <a:lstStyle/>
                    <a:p>
                      <a:pPr algn="l" fontAlgn="ctr"/>
                      <a:endParaRPr lang="zh-CN" altLang="en-US" sz="1050" b="0" i="0" u="none" strike="noStrike">
                        <a:solidFill>
                          <a:srgbClr val="000000"/>
                        </a:solidFill>
                        <a:latin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chemeClr val="bg1"/>
                    </a:solidFill>
                  </a:tcPr>
                </a:tc>
                <a:tc>
                  <a:txBody>
                    <a:bodyPr/>
                    <a:lstStyle/>
                    <a:p>
                      <a:pPr algn="l" fontAlgn="b"/>
                      <a:endParaRPr lang="zh-CN" altLang="en-US" sz="1050" b="0" i="0" u="none" strike="noStrike">
                        <a:solidFill>
                          <a:srgbClr val="000000"/>
                        </a:solidFill>
                        <a:latin typeface="宋体" panose="02010600030101010101" pitchFamily="2" charset="-122"/>
                      </a:endParaRPr>
                    </a:p>
                  </a:txBody>
                  <a:tcPr marL="0" marR="0" marT="0" marB="0" anchor="ctr">
                    <a:lnL>
                      <a:noFill/>
                    </a:lnL>
                    <a:lnR>
                      <a:noFill/>
                    </a:lnR>
                    <a:lnT>
                      <a:noFill/>
                    </a:lnT>
                    <a:lnB>
                      <a:noFill/>
                    </a:lnB>
                    <a:solidFill>
                      <a:schemeClr val="bg1"/>
                    </a:solidFill>
                  </a:tcPr>
                </a:tc>
                <a:tc>
                  <a:txBody>
                    <a:bodyPr/>
                    <a:lstStyle/>
                    <a:p>
                      <a:pPr algn="l" fontAlgn="ctr"/>
                      <a:endParaRPr lang="zh-CN" altLang="en-US" sz="1050" b="0" i="0" u="none" strike="noStrike">
                        <a:solidFill>
                          <a:srgbClr val="000000"/>
                        </a:solidFill>
                        <a:latin typeface="微软雅黑" panose="020B0503020204020204" pitchFamily="34" charset="-122"/>
                      </a:endParaRP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chemeClr val="bg1"/>
                    </a:solidFill>
                  </a:tcPr>
                </a:tc>
                <a:tc rowSpan="2" gridSpan="3">
                  <a:txBody>
                    <a:bodyPr/>
                    <a:lstStyle/>
                    <a:p>
                      <a:pPr algn="l" fontAlgn="t"/>
                      <a:r>
                        <a:rPr lang="zh-CN" altLang="en-US" sz="1050" b="0" i="0" u="none" strike="noStrike" dirty="0">
                          <a:solidFill>
                            <a:srgbClr val="000000"/>
                          </a:solidFill>
                          <a:latin typeface="微软雅黑" panose="020B0503020204020204" pitchFamily="34" charset="-122"/>
                        </a:rPr>
                        <a:t>开自动动广告一周后开始开手动广告，按照相关性来自动匹配，如果自动广告报表中出现很多和自己产品不太相干的词语，曝光很高但点击很差，说明自己产品发布过程中使用了不太精准的或者和产品匹配度不高的词语，建议对</a:t>
                      </a:r>
                      <a:r>
                        <a:rPr lang="en-US" sz="1050" b="0" i="0" u="none" strike="noStrike" dirty="0">
                          <a:solidFill>
                            <a:srgbClr val="000000"/>
                          </a:solidFill>
                          <a:latin typeface="微软雅黑" panose="020B0503020204020204" pitchFamily="34" charset="-122"/>
                        </a:rPr>
                        <a:t>Listing</a:t>
                      </a:r>
                      <a:r>
                        <a:rPr lang="zh-CN" altLang="en-US" sz="1050" b="0" i="0" u="none" strike="noStrike" dirty="0">
                          <a:solidFill>
                            <a:srgbClr val="000000"/>
                          </a:solidFill>
                          <a:latin typeface="微软雅黑" panose="020B0503020204020204" pitchFamily="34" charset="-122"/>
                        </a:rPr>
                        <a:t>进行优化，包括标题，五行特性，产品描述，</a:t>
                      </a:r>
                      <a:r>
                        <a:rPr lang="en-US" sz="1050" b="0" i="0" u="none" strike="noStrike" dirty="0">
                          <a:solidFill>
                            <a:srgbClr val="000000"/>
                          </a:solidFill>
                          <a:latin typeface="微软雅黑" panose="020B0503020204020204" pitchFamily="34" charset="-122"/>
                        </a:rPr>
                        <a:t>Search Terms</a:t>
                      </a:r>
                      <a:r>
                        <a:rPr lang="zh-CN" altLang="en-US" sz="1050" b="0" i="0" u="none" strike="noStrike" dirty="0">
                          <a:solidFill>
                            <a:srgbClr val="000000"/>
                          </a:solidFill>
                          <a:latin typeface="微软雅黑" panose="020B0503020204020204" pitchFamily="34" charset="-122"/>
                        </a:rPr>
                        <a:t>关键词以及产品属性列表，都属于需要优化调整的内容</a:t>
                      </a:r>
                      <a:endParaRPr lang="zh-CN" altLang="en-US" sz="1050" b="0" i="0" u="none" strike="noStrike" dirty="0">
                        <a:solidFill>
                          <a:srgbClr val="000000"/>
                        </a:solidFill>
                        <a:latin typeface="微软雅黑" panose="020B0503020204020204" pitchFamily="34" charset="-122"/>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rowSpan="2" hMerge="1">
                  <a:tcPr/>
                </a:tc>
                <a:tc rowSpan="2" hMerge="1">
                  <a:tcPr/>
                </a:tc>
                <a:tc>
                  <a:txBody>
                    <a:bodyPr/>
                    <a:lstStyle/>
                    <a:p>
                      <a:pPr algn="l" fontAlgn="ctr"/>
                      <a:endParaRPr lang="zh-CN" altLang="en-US" sz="1050" b="0" i="0" u="none" strike="noStrike">
                        <a:solidFill>
                          <a:srgbClr val="000000"/>
                        </a:solidFill>
                        <a:latin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chemeClr val="bg1"/>
                    </a:solidFill>
                  </a:tcPr>
                </a:tc>
                <a:tc>
                  <a:txBody>
                    <a:bodyPr/>
                    <a:lstStyle/>
                    <a:p>
                      <a:pPr algn="l" fontAlgn="ctr"/>
                      <a:endParaRPr lang="zh-CN" altLang="en-US" sz="1050" b="0" i="0" u="none" strike="noStrike">
                        <a:solidFill>
                          <a:srgbClr val="000000"/>
                        </a:solidFill>
                        <a:latin typeface="微软雅黑" panose="020B0503020204020204" pitchFamily="34" charset="-122"/>
                      </a:endParaRPr>
                    </a:p>
                  </a:txBody>
                  <a:tcPr marL="0" marR="0" marT="0" marB="0" anchor="ctr">
                    <a:lnL>
                      <a:noFill/>
                    </a:lnL>
                    <a:lnR>
                      <a:noFill/>
                    </a:lnR>
                    <a:lnT>
                      <a:noFill/>
                    </a:lnT>
                    <a:lnB>
                      <a:noFill/>
                    </a:lnB>
                    <a:solidFill>
                      <a:schemeClr val="bg1"/>
                    </a:solidFill>
                  </a:tcPr>
                </a:tc>
              </a:tr>
              <a:tr h="480142">
                <a:tc vMerge="1">
                  <a:tcPr/>
                </a:tc>
                <a:tc>
                  <a:txBody>
                    <a:bodyPr/>
                    <a:lstStyle/>
                    <a:p>
                      <a:pPr algn="l" fontAlgn="ctr"/>
                      <a:endParaRPr lang="zh-CN" altLang="en-US" sz="1050" b="0" i="0" u="none" strike="noStrike">
                        <a:solidFill>
                          <a:srgbClr val="000000"/>
                        </a:solidFill>
                        <a:latin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chemeClr val="bg1"/>
                    </a:solidFill>
                  </a:tcPr>
                </a:tc>
                <a:tc>
                  <a:txBody>
                    <a:bodyPr/>
                    <a:lstStyle/>
                    <a:p>
                      <a:pPr algn="l" fontAlgn="ctr"/>
                      <a:endParaRPr lang="zh-CN" altLang="en-US" sz="1050" b="0" i="0" u="none" strike="noStrike">
                        <a:solidFill>
                          <a:srgbClr val="000000"/>
                        </a:solidFill>
                        <a:latin typeface="微软雅黑" panose="020B0503020204020204" pitchFamily="34" charset="-122"/>
                      </a:endParaRP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endParaRPr lang="zh-CN" altLang="en-US" sz="1050" b="0" i="0" u="none" strike="noStrike">
                        <a:solidFill>
                          <a:srgbClr val="000000"/>
                        </a:solidFill>
                        <a:latin typeface="微软雅黑" panose="020B0503020204020204" pitchFamily="34" charset="-122"/>
                      </a:endParaRP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chemeClr val="bg1"/>
                    </a:solidFill>
                  </a:tcPr>
                </a:tc>
                <a:tc vMerge="1" gridSpan="3">
                  <a:tcPr/>
                </a:tc>
                <a:tc vMerge="1" hMerge="1">
                  <a:tcPr/>
                </a:tc>
                <a:tc vMerge="1" hMerge="1">
                  <a:tcPr/>
                </a:tc>
                <a:tc>
                  <a:txBody>
                    <a:bodyPr/>
                    <a:lstStyle/>
                    <a:p>
                      <a:pPr algn="l" fontAlgn="ctr"/>
                      <a:endParaRPr lang="zh-CN" altLang="en-US" sz="1050" b="0" i="0" u="none" strike="noStrike">
                        <a:solidFill>
                          <a:srgbClr val="000000"/>
                        </a:solidFill>
                        <a:latin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endParaRPr lang="zh-CN" altLang="en-US" sz="1050" b="0" i="0" u="none" strike="noStrike">
                        <a:solidFill>
                          <a:srgbClr val="000000"/>
                        </a:solidFill>
                        <a:latin typeface="微软雅黑" panose="020B0503020204020204" pitchFamily="34" charset="-122"/>
                      </a:endParaRP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chemeClr val="bg1"/>
                    </a:solidFill>
                  </a:tcPr>
                </a:tc>
              </a:tr>
              <a:tr h="206527">
                <a:tc vMerge="1">
                  <a:tcPr/>
                </a:tc>
                <a:tc>
                  <a:txBody>
                    <a:bodyPr/>
                    <a:lstStyle/>
                    <a:p>
                      <a:pPr algn="l" fontAlgn="ctr"/>
                      <a:endParaRPr lang="zh-CN" altLang="en-US" sz="1050" b="0" i="0" u="none" strike="noStrike" dirty="0">
                        <a:solidFill>
                          <a:srgbClr val="000000"/>
                        </a:solidFill>
                        <a:latin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bg1"/>
                    </a:solidFill>
                  </a:tcPr>
                </a:tc>
                <a:tc>
                  <a:txBody>
                    <a:bodyPr/>
                    <a:lstStyle/>
                    <a:p>
                      <a:pPr algn="ctr" fontAlgn="ctr"/>
                      <a:r>
                        <a:rPr lang="zh-CN" altLang="en-US" sz="1050" b="1" i="0" u="none" strike="noStrike">
                          <a:solidFill>
                            <a:srgbClr val="000000"/>
                          </a:solidFill>
                          <a:latin typeface="微软雅黑" panose="020B0503020204020204" pitchFamily="34" charset="-122"/>
                        </a:rPr>
                        <a:t>基本策略</a:t>
                      </a:r>
                      <a:endParaRPr lang="zh-CN" altLang="en-US" sz="1050" b="1" i="0" u="none" strike="noStrike">
                        <a:solidFill>
                          <a:srgbClr val="000000"/>
                        </a:solidFill>
                        <a:latin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endParaRPr lang="zh-CN" altLang="en-US" sz="1050" b="0" i="0" u="none" strike="noStrike">
                        <a:solidFill>
                          <a:srgbClr val="000000"/>
                        </a:solidFill>
                        <a:latin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bg1"/>
                    </a:solidFill>
                  </a:tcPr>
                </a:tc>
                <a:tc rowSpan="2" gridSpan="3">
                  <a:txBody>
                    <a:bodyPr/>
                    <a:lstStyle/>
                    <a:p>
                      <a:pPr algn="l" fontAlgn="ctr"/>
                      <a:r>
                        <a:rPr lang="zh-CN" altLang="en-US" sz="1050" b="0" i="0" u="none" strike="noStrike">
                          <a:solidFill>
                            <a:srgbClr val="000000"/>
                          </a:solidFill>
                          <a:latin typeface="微软雅黑" panose="020B0503020204020204" pitchFamily="34" charset="-122"/>
                        </a:rPr>
                        <a:t>将自动广告以及其他软件统计出来的亚马逊关键词进行分析，核心词做词组和广泛匹配，短尾词做广泛、词组、精准匹配、长尾词精准（词组否定精准、精准否定词组、广泛否定精准）</a:t>
                      </a:r>
                      <a:endParaRPr lang="zh-CN" altLang="en-US" sz="1050" b="0" i="0" u="none" strike="noStrike">
                        <a:solidFill>
                          <a:srgbClr val="000000"/>
                        </a:solidFill>
                        <a:latin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rowSpan="2" hMerge="1">
                  <a:tcPr/>
                </a:tc>
                <a:tc rowSpan="2" hMerge="1">
                  <a:tcPr/>
                </a:tc>
                <a:tc rowSpan="9" gridSpan="2">
                  <a:txBody>
                    <a:bodyPr/>
                    <a:lstStyle/>
                    <a:p>
                      <a:pPr algn="l" fontAlgn="ctr"/>
                      <a:r>
                        <a:rPr lang="en-US" altLang="zh-CN" sz="1050" b="1" i="0" u="none" strike="noStrike" dirty="0">
                          <a:solidFill>
                            <a:srgbClr val="000000"/>
                          </a:solidFill>
                          <a:latin typeface="微软雅黑" panose="020B0503020204020204" pitchFamily="34" charset="-122"/>
                        </a:rPr>
                        <a:t>5</a:t>
                      </a:r>
                      <a:r>
                        <a:rPr lang="zh-CN" altLang="en-US" sz="1050" b="1" i="0" u="none" strike="noStrike" dirty="0">
                          <a:solidFill>
                            <a:srgbClr val="000000"/>
                          </a:solidFill>
                          <a:latin typeface="微软雅黑" panose="020B0503020204020204" pitchFamily="34" charset="-122"/>
                        </a:rPr>
                        <a:t>个组同时运行 </a:t>
                      </a:r>
                      <a:r>
                        <a:rPr lang="en-US" sz="1050" b="1" i="0" u="none" strike="noStrike" dirty="0">
                          <a:solidFill>
                            <a:srgbClr val="000000"/>
                          </a:solidFill>
                          <a:latin typeface="微软雅黑" panose="020B0503020204020204" pitchFamily="34" charset="-122"/>
                        </a:rPr>
                        <a:t>Keyword</a:t>
                      </a:r>
                      <a:r>
                        <a:rPr lang="zh-CN" altLang="en-US" sz="1050" b="1" i="0" u="none" strike="noStrike" dirty="0">
                          <a:solidFill>
                            <a:srgbClr val="000000"/>
                          </a:solidFill>
                          <a:latin typeface="微软雅黑" panose="020B0503020204020204" pitchFamily="34" charset="-122"/>
                        </a:rPr>
                        <a:t>升级后要在之前组里</a:t>
                      </a:r>
                      <a:r>
                        <a:rPr lang="en-US" sz="1050" b="1" i="0" u="none" strike="noStrike" dirty="0">
                          <a:solidFill>
                            <a:srgbClr val="000000"/>
                          </a:solidFill>
                          <a:latin typeface="微软雅黑" panose="020B0503020204020204" pitchFamily="34" charset="-122"/>
                        </a:rPr>
                        <a:t>Negative</a:t>
                      </a:r>
                      <a:r>
                        <a:rPr lang="zh-CN" altLang="en-US" sz="1050" b="1" i="0" u="none" strike="noStrike" dirty="0">
                          <a:solidFill>
                            <a:srgbClr val="000000"/>
                          </a:solidFill>
                          <a:latin typeface="微软雅黑" panose="020B0503020204020204" pitchFamily="34" charset="-122"/>
                        </a:rPr>
                        <a:t>掉</a:t>
                      </a:r>
                      <a:br>
                        <a:rPr lang="zh-CN" altLang="en-US" sz="1050" b="1" i="0" u="none" strike="noStrike" dirty="0">
                          <a:solidFill>
                            <a:srgbClr val="000000"/>
                          </a:solidFill>
                          <a:latin typeface="微软雅黑" panose="020B0503020204020204" pitchFamily="34" charset="-122"/>
                        </a:rPr>
                      </a:br>
                      <a:r>
                        <a:rPr lang="zh-CN" altLang="en-US" sz="1050" b="1" i="0" u="none" strike="noStrike" dirty="0">
                          <a:solidFill>
                            <a:srgbClr val="000000"/>
                          </a:solidFill>
                          <a:latin typeface="微软雅黑" panose="020B0503020204020204" pitchFamily="34" charset="-122"/>
                        </a:rPr>
                        <a:t>把表现不好的词放回原来的组 不断调整，最终实现</a:t>
                      </a:r>
                      <a:r>
                        <a:rPr lang="en-US" sz="1050" b="1" i="0" u="none" strike="noStrike" dirty="0">
                          <a:solidFill>
                            <a:srgbClr val="000000"/>
                          </a:solidFill>
                          <a:latin typeface="微软雅黑" panose="020B0503020204020204" pitchFamily="34" charset="-122"/>
                        </a:rPr>
                        <a:t>ACOS、CR</a:t>
                      </a:r>
                      <a:r>
                        <a:rPr lang="zh-CN" altLang="en-US" sz="1050" b="1" i="0" u="none" strike="noStrike" dirty="0">
                          <a:solidFill>
                            <a:srgbClr val="000000"/>
                          </a:solidFill>
                          <a:latin typeface="微软雅黑" panose="020B0503020204020204" pitchFamily="34" charset="-122"/>
                        </a:rPr>
                        <a:t>和</a:t>
                      </a:r>
                      <a:br>
                        <a:rPr lang="zh-CN" altLang="en-US" sz="1050" b="1" i="0" u="none" strike="noStrike" dirty="0">
                          <a:solidFill>
                            <a:srgbClr val="000000"/>
                          </a:solidFill>
                          <a:latin typeface="微软雅黑" panose="020B0503020204020204" pitchFamily="34" charset="-122"/>
                        </a:rPr>
                      </a:br>
                      <a:r>
                        <a:rPr lang="en-US" sz="1050" b="1" i="0" u="none" strike="noStrike" dirty="0">
                          <a:solidFill>
                            <a:srgbClr val="000000"/>
                          </a:solidFill>
                          <a:latin typeface="微软雅黑" panose="020B0503020204020204" pitchFamily="34" charset="-122"/>
                        </a:rPr>
                        <a:t>CTR</a:t>
                      </a:r>
                      <a:r>
                        <a:rPr lang="zh-CN" altLang="en-US" sz="1050" b="1" i="0" u="none" strike="noStrike" dirty="0">
                          <a:solidFill>
                            <a:srgbClr val="000000"/>
                          </a:solidFill>
                          <a:latin typeface="微软雅黑" panose="020B0503020204020204" pitchFamily="34" charset="-122"/>
                        </a:rPr>
                        <a:t>在</a:t>
                      </a:r>
                      <a:r>
                        <a:rPr lang="en-US" sz="1050" b="1" i="0" u="none" strike="noStrike" dirty="0">
                          <a:solidFill>
                            <a:srgbClr val="000000"/>
                          </a:solidFill>
                          <a:latin typeface="微软雅黑" panose="020B0503020204020204" pitchFamily="34" charset="-122"/>
                        </a:rPr>
                        <a:t>BROAD-PHRASE-EXACT</a:t>
                      </a:r>
                      <a:r>
                        <a:rPr lang="zh-CN" altLang="en-US" sz="1050" b="1" i="0" u="none" strike="noStrike" dirty="0">
                          <a:solidFill>
                            <a:srgbClr val="000000"/>
                          </a:solidFill>
                          <a:latin typeface="微软雅黑" panose="020B0503020204020204" pitchFamily="34" charset="-122"/>
                        </a:rPr>
                        <a:t>上不断优化的层级结构 当</a:t>
                      </a:r>
                      <a:r>
                        <a:rPr lang="en-US" sz="1050" b="1" i="0" u="none" strike="noStrike" dirty="0">
                          <a:solidFill>
                            <a:srgbClr val="000000"/>
                          </a:solidFill>
                          <a:latin typeface="微软雅黑" panose="020B0503020204020204" pitchFamily="34" charset="-122"/>
                        </a:rPr>
                        <a:t>AUTO</a:t>
                      </a:r>
                      <a:br>
                        <a:rPr lang="en-US" sz="1050" b="1" i="0" u="none" strike="noStrike" dirty="0">
                          <a:solidFill>
                            <a:srgbClr val="000000"/>
                          </a:solidFill>
                          <a:latin typeface="微软雅黑" panose="020B0503020204020204" pitchFamily="34" charset="-122"/>
                        </a:rPr>
                      </a:br>
                      <a:r>
                        <a:rPr lang="zh-CN" altLang="en-US" sz="1050" b="1" i="0" u="none" strike="noStrike" dirty="0">
                          <a:solidFill>
                            <a:srgbClr val="000000"/>
                          </a:solidFill>
                          <a:latin typeface="微软雅黑" panose="020B0503020204020204" pitchFamily="34" charset="-122"/>
                        </a:rPr>
                        <a:t>组没有新的词产生，才可以关闭，至少运行</a:t>
                      </a:r>
                      <a:r>
                        <a:rPr lang="en-US" altLang="zh-CN" sz="1050" b="1" i="0" u="none" strike="noStrike" dirty="0">
                          <a:solidFill>
                            <a:srgbClr val="000000"/>
                          </a:solidFill>
                          <a:latin typeface="微软雅黑" panose="020B0503020204020204" pitchFamily="34" charset="-122"/>
                        </a:rPr>
                        <a:t>3</a:t>
                      </a:r>
                      <a:r>
                        <a:rPr lang="zh-CN" altLang="en-US" sz="1050" b="1" i="0" u="none" strike="noStrike" dirty="0">
                          <a:solidFill>
                            <a:srgbClr val="000000"/>
                          </a:solidFill>
                          <a:latin typeface="微软雅黑" panose="020B0503020204020204" pitchFamily="34" charset="-122"/>
                        </a:rPr>
                        <a:t>个月， 广告前期提高</a:t>
                      </a:r>
                      <a:br>
                        <a:rPr lang="zh-CN" altLang="en-US" sz="1050" b="1" i="0" u="none" strike="noStrike" dirty="0">
                          <a:solidFill>
                            <a:srgbClr val="000000"/>
                          </a:solidFill>
                          <a:latin typeface="微软雅黑" panose="020B0503020204020204" pitchFamily="34" charset="-122"/>
                        </a:rPr>
                      </a:br>
                      <a:r>
                        <a:rPr lang="zh-CN" altLang="en-US" sz="1050" b="1" i="0" u="none" strike="noStrike" dirty="0">
                          <a:solidFill>
                            <a:srgbClr val="000000"/>
                          </a:solidFill>
                          <a:latin typeface="微软雅黑" panose="020B0503020204020204" pitchFamily="34" charset="-122"/>
                        </a:rPr>
                        <a:t>曝光，中期提高转化率，后期挣钱</a:t>
                      </a:r>
                      <a:endParaRPr lang="zh-CN" altLang="en-US" sz="1050" b="1" i="0" u="none" strike="noStrike" dirty="0">
                        <a:solidFill>
                          <a:srgbClr val="000000"/>
                        </a:solidFill>
                        <a:latin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rowSpan="9" hMerge="1">
                  <a:tcPr/>
                </a:tc>
              </a:tr>
              <a:tr h="208735">
                <a:tc vMerge="1">
                  <a:tcPr/>
                </a:tc>
                <a:tc>
                  <a:txBody>
                    <a:bodyPr/>
                    <a:lstStyle/>
                    <a:p>
                      <a:pPr algn="l" fontAlgn="ctr"/>
                      <a:endParaRPr lang="zh-CN" altLang="en-US" sz="1050" b="0" i="0" u="none" strike="noStrike" dirty="0">
                        <a:solidFill>
                          <a:srgbClr val="000000"/>
                        </a:solidFill>
                        <a:latin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chemeClr val="bg1"/>
                    </a:solidFill>
                  </a:tcPr>
                </a:tc>
                <a:tc>
                  <a:txBody>
                    <a:bodyPr/>
                    <a:lstStyle/>
                    <a:p>
                      <a:pPr algn="l" fontAlgn="ctr"/>
                      <a:endParaRPr lang="zh-CN" altLang="en-US" sz="1050" b="0" i="0" u="none" strike="noStrike" dirty="0">
                        <a:solidFill>
                          <a:srgbClr val="000000"/>
                        </a:solidFill>
                        <a:latin typeface="微软雅黑" panose="020B0503020204020204" pitchFamily="34" charset="-122"/>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l" fontAlgn="ctr"/>
                      <a:endParaRPr lang="zh-CN" altLang="en-US" sz="1050" b="0" i="0" u="none" strike="noStrike">
                        <a:solidFill>
                          <a:srgbClr val="000000"/>
                        </a:solidFill>
                        <a:latin typeface="微软雅黑" panose="020B0503020204020204" pitchFamily="34" charset="-122"/>
                      </a:endParaRP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chemeClr val="bg1"/>
                    </a:solidFill>
                  </a:tcPr>
                </a:tc>
                <a:tc vMerge="1" gridSpan="3">
                  <a:tcPr/>
                </a:tc>
                <a:tc vMerge="1" hMerge="1">
                  <a:tcPr/>
                </a:tc>
                <a:tc vMerge="1" hMerge="1">
                  <a:tcPr/>
                </a:tc>
                <a:tc vMerge="1" gridSpan="2">
                  <a:tcPr/>
                </a:tc>
                <a:tc vMerge="1" hMerge="1">
                  <a:tcPr/>
                </a:tc>
              </a:tr>
              <a:tr h="260874">
                <a:tc vMerge="1">
                  <a:tcPr/>
                </a:tc>
                <a:tc>
                  <a:txBody>
                    <a:bodyPr/>
                    <a:lstStyle/>
                    <a:p>
                      <a:pPr algn="l" fontAlgn="ctr"/>
                      <a:endParaRPr lang="zh-CN" altLang="en-US" sz="1050" b="0" i="0" u="none" strike="noStrike">
                        <a:solidFill>
                          <a:srgbClr val="000000"/>
                        </a:solidFill>
                        <a:latin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chemeClr val="bg1"/>
                    </a:solidFill>
                  </a:tcPr>
                </a:tc>
                <a:tc>
                  <a:txBody>
                    <a:bodyPr/>
                    <a:lstStyle/>
                    <a:p>
                      <a:pPr algn="l" fontAlgn="ctr"/>
                      <a:endParaRPr lang="zh-CN" altLang="en-US" sz="1050" b="0" i="0" u="none" strike="noStrike">
                        <a:solidFill>
                          <a:srgbClr val="000000"/>
                        </a:solidFill>
                        <a:latin typeface="微软雅黑" panose="020B0503020204020204" pitchFamily="34" charset="-122"/>
                      </a:endParaRPr>
                    </a:p>
                  </a:txBody>
                  <a:tcPr marL="0" marR="0" marT="0" marB="0" anchor="ctr">
                    <a:lnL>
                      <a:noFill/>
                    </a:lnL>
                    <a:lnR>
                      <a:noFill/>
                    </a:lnR>
                    <a:lnT>
                      <a:noFill/>
                    </a:lnT>
                    <a:lnB>
                      <a:noFill/>
                    </a:lnB>
                    <a:solidFill>
                      <a:schemeClr val="bg1"/>
                    </a:solidFill>
                  </a:tcPr>
                </a:tc>
                <a:tc>
                  <a:txBody>
                    <a:bodyPr/>
                    <a:lstStyle/>
                    <a:p>
                      <a:pPr algn="l" fontAlgn="ctr"/>
                      <a:endParaRPr lang="zh-CN" altLang="en-US" sz="1050" b="0" i="0" u="none" strike="noStrike">
                        <a:solidFill>
                          <a:srgbClr val="000000"/>
                        </a:solidFill>
                        <a:latin typeface="微软雅黑" panose="020B0503020204020204" pitchFamily="34" charset="-122"/>
                      </a:endParaRP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chemeClr val="bg1"/>
                    </a:solidFill>
                  </a:tcPr>
                </a:tc>
                <a:tc rowSpan="2" gridSpan="3">
                  <a:txBody>
                    <a:bodyPr/>
                    <a:lstStyle/>
                    <a:p>
                      <a:pPr algn="l" fontAlgn="ctr"/>
                      <a:r>
                        <a:rPr lang="zh-CN" altLang="en-US" sz="1050" b="0" i="0" u="none" strike="noStrike" dirty="0">
                          <a:solidFill>
                            <a:srgbClr val="000000"/>
                          </a:solidFill>
                          <a:latin typeface="微软雅黑" panose="020B0503020204020204" pitchFamily="34" charset="-122"/>
                        </a:rPr>
                        <a:t>长尾词做精准匹配，广泛：词组：精准</a:t>
                      </a:r>
                      <a:r>
                        <a:rPr lang="en-US" altLang="zh-CN" sz="1050" b="0" i="0" u="none" strike="noStrike" dirty="0">
                          <a:solidFill>
                            <a:srgbClr val="000000"/>
                          </a:solidFill>
                          <a:latin typeface="微软雅黑" panose="020B0503020204020204" pitchFamily="34" charset="-122"/>
                        </a:rPr>
                        <a:t>=1:1.5:2.25, </a:t>
                      </a:r>
                      <a:r>
                        <a:rPr lang="zh-CN" altLang="en-US" sz="1050" b="0" i="0" u="none" strike="noStrike" dirty="0">
                          <a:solidFill>
                            <a:srgbClr val="000000"/>
                          </a:solidFill>
                          <a:latin typeface="微软雅黑" panose="020B0503020204020204" pitchFamily="34" charset="-122"/>
                        </a:rPr>
                        <a:t>比建议竞价高</a:t>
                      </a:r>
                      <a:r>
                        <a:rPr lang="en-US" altLang="zh-CN" sz="1050" b="0" i="0" u="none" strike="noStrike" dirty="0">
                          <a:solidFill>
                            <a:srgbClr val="000000"/>
                          </a:solidFill>
                          <a:latin typeface="微软雅黑" panose="020B0503020204020204" pitchFamily="34" charset="-122"/>
                        </a:rPr>
                        <a:t>10-20%</a:t>
                      </a:r>
                      <a:endParaRPr lang="en-US" altLang="zh-CN" sz="1050" b="0" i="0" u="none" strike="noStrike" dirty="0">
                        <a:solidFill>
                          <a:srgbClr val="000000"/>
                        </a:solidFill>
                        <a:latin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rowSpan="2" hMerge="1">
                  <a:tcPr/>
                </a:tc>
                <a:tc rowSpan="2" hMerge="1">
                  <a:tcPr/>
                </a:tc>
                <a:tc vMerge="1" gridSpan="2">
                  <a:tcPr/>
                </a:tc>
                <a:tc vMerge="1" hMerge="1">
                  <a:tcPr/>
                </a:tc>
              </a:tr>
              <a:tr h="206527">
                <a:tc vMerge="1">
                  <a:tcPr/>
                </a:tc>
                <a:tc>
                  <a:txBody>
                    <a:bodyPr/>
                    <a:lstStyle/>
                    <a:p>
                      <a:pPr algn="l" fontAlgn="ctr"/>
                      <a:endParaRPr lang="zh-CN" altLang="en-US" sz="1050" b="0" i="0" u="none" strike="noStrike">
                        <a:solidFill>
                          <a:srgbClr val="000000"/>
                        </a:solidFill>
                        <a:latin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chemeClr val="bg1"/>
                    </a:solidFill>
                  </a:tcPr>
                </a:tc>
                <a:tc>
                  <a:txBody>
                    <a:bodyPr/>
                    <a:lstStyle/>
                    <a:p>
                      <a:pPr algn="l" fontAlgn="ctr"/>
                      <a:endParaRPr lang="zh-CN" altLang="en-US" sz="1050" b="0" i="0" u="none" strike="noStrike">
                        <a:solidFill>
                          <a:srgbClr val="000000"/>
                        </a:solidFill>
                        <a:latin typeface="微软雅黑" panose="020B0503020204020204" pitchFamily="34" charset="-122"/>
                      </a:endParaRPr>
                    </a:p>
                  </a:txBody>
                  <a:tcPr marL="0" marR="0" marT="0" marB="0" anchor="ctr">
                    <a:lnL>
                      <a:noFill/>
                    </a:lnL>
                    <a:lnR>
                      <a:noFill/>
                    </a:lnR>
                    <a:lnT>
                      <a:noFill/>
                    </a:lnT>
                    <a:lnB>
                      <a:noFill/>
                    </a:lnB>
                    <a:solidFill>
                      <a:schemeClr val="bg1"/>
                    </a:solidFill>
                  </a:tcPr>
                </a:tc>
                <a:tc>
                  <a:txBody>
                    <a:bodyPr/>
                    <a:lstStyle/>
                    <a:p>
                      <a:pPr algn="l" fontAlgn="ctr"/>
                      <a:endParaRPr lang="zh-CN" altLang="en-US" sz="1050" b="0" i="0" u="none" strike="noStrike">
                        <a:solidFill>
                          <a:srgbClr val="000000"/>
                        </a:solidFill>
                        <a:latin typeface="微软雅黑" panose="020B0503020204020204" pitchFamily="34" charset="-122"/>
                      </a:endParaRP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chemeClr val="bg1"/>
                    </a:solidFill>
                  </a:tcPr>
                </a:tc>
                <a:tc vMerge="1" gridSpan="3">
                  <a:tcPr/>
                </a:tc>
                <a:tc vMerge="1" hMerge="1">
                  <a:tcPr/>
                </a:tc>
                <a:tc vMerge="1" hMerge="1">
                  <a:tcPr/>
                </a:tc>
                <a:tc vMerge="1" gridSpan="2">
                  <a:tcPr/>
                </a:tc>
                <a:tc vMerge="1" hMerge="1">
                  <a:tcPr/>
                </a:tc>
              </a:tr>
              <a:tr h="206527">
                <a:tc vMerge="1">
                  <a:tcPr/>
                </a:tc>
                <a:tc>
                  <a:txBody>
                    <a:bodyPr/>
                    <a:lstStyle/>
                    <a:p>
                      <a:pPr algn="l" fontAlgn="ctr"/>
                      <a:endParaRPr lang="zh-CN" altLang="en-US" sz="1050" b="0" i="0" u="none" strike="noStrike">
                        <a:solidFill>
                          <a:srgbClr val="000000"/>
                        </a:solidFill>
                        <a:latin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chemeClr val="bg1"/>
                    </a:solidFill>
                  </a:tcPr>
                </a:tc>
                <a:tc>
                  <a:txBody>
                    <a:bodyPr/>
                    <a:lstStyle/>
                    <a:p>
                      <a:pPr algn="l" fontAlgn="ctr"/>
                      <a:endParaRPr lang="zh-CN" altLang="en-US" sz="1050" b="0" i="0" u="none" strike="noStrike">
                        <a:solidFill>
                          <a:srgbClr val="000000"/>
                        </a:solidFill>
                        <a:latin typeface="微软雅黑" panose="020B0503020204020204" pitchFamily="34" charset="-122"/>
                      </a:endParaRPr>
                    </a:p>
                  </a:txBody>
                  <a:tcPr marL="0" marR="0" marT="0" marB="0" anchor="ctr">
                    <a:lnL>
                      <a:noFill/>
                    </a:lnL>
                    <a:lnR>
                      <a:noFill/>
                    </a:lnR>
                    <a:lnT>
                      <a:noFill/>
                    </a:lnT>
                    <a:lnB>
                      <a:noFill/>
                    </a:lnB>
                    <a:solidFill>
                      <a:schemeClr val="bg1"/>
                    </a:solidFill>
                  </a:tcPr>
                </a:tc>
                <a:tc rowSpan="6">
                  <a:txBody>
                    <a:bodyPr/>
                    <a:lstStyle/>
                    <a:p>
                      <a:pPr algn="l" fontAlgn="ctr"/>
                      <a:endParaRPr lang="zh-CN" altLang="en-US" sz="1050" b="0" i="0" u="none" strike="noStrike" dirty="0">
                        <a:solidFill>
                          <a:srgbClr val="000000"/>
                        </a:solidFill>
                        <a:latin typeface="微软雅黑" panose="020B0503020204020204" pitchFamily="34" charset="-122"/>
                      </a:endParaRP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chemeClr val="bg1"/>
                    </a:solidFill>
                  </a:tcPr>
                </a:tc>
                <a:tc gridSpan="2">
                  <a:txBody>
                    <a:bodyPr/>
                    <a:lstStyle/>
                    <a:p>
                      <a:pPr algn="l" fontAlgn="ctr"/>
                      <a:r>
                        <a:rPr lang="zh-CN" altLang="en-US" sz="1050" b="0" i="0" u="none" strike="noStrike">
                          <a:solidFill>
                            <a:srgbClr val="000000"/>
                          </a:solidFill>
                          <a:latin typeface="微软雅黑" panose="020B0503020204020204" pitchFamily="34" charset="-122"/>
                        </a:rPr>
                        <a:t>核心大词</a:t>
                      </a:r>
                      <a:r>
                        <a:rPr lang="en-US" altLang="zh-CN" sz="1050" b="0" i="0" u="none" strike="noStrike">
                          <a:solidFill>
                            <a:srgbClr val="000000"/>
                          </a:solidFill>
                          <a:latin typeface="微软雅黑" panose="020B0503020204020204" pitchFamily="34" charset="-122"/>
                        </a:rPr>
                        <a:t>-</a:t>
                      </a:r>
                      <a:r>
                        <a:rPr lang="zh-CN" altLang="en-US" sz="1050" b="0" i="0" u="none" strike="noStrike">
                          <a:solidFill>
                            <a:srgbClr val="000000"/>
                          </a:solidFill>
                          <a:latin typeface="微软雅黑" panose="020B0503020204020204" pitchFamily="34" charset="-122"/>
                        </a:rPr>
                        <a:t>词组</a:t>
                      </a:r>
                      <a:endParaRPr lang="zh-CN" altLang="en-US" sz="1050" b="0" i="0" u="none" strike="noStrike">
                        <a:solidFill>
                          <a:srgbClr val="000000"/>
                        </a:solidFill>
                        <a:latin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hMerge="1">
                  <a:tcPr/>
                </a:tc>
                <a:tc rowSpan="6">
                  <a:txBody>
                    <a:bodyPr/>
                    <a:lstStyle/>
                    <a:p>
                      <a:pPr algn="l" fontAlgn="ctr"/>
                      <a:r>
                        <a:rPr lang="en-US" altLang="zh-CN" sz="1050" b="0" i="0" u="none" strike="noStrike">
                          <a:solidFill>
                            <a:srgbClr val="000000"/>
                          </a:solidFill>
                          <a:latin typeface="微软雅黑" panose="020B0503020204020204" pitchFamily="34" charset="-122"/>
                        </a:rPr>
                        <a:t>1</a:t>
                      </a:r>
                      <a:r>
                        <a:rPr lang="zh-CN" altLang="en-US" sz="1050" b="0" i="0" u="none" strike="noStrike">
                          <a:solidFill>
                            <a:srgbClr val="000000"/>
                          </a:solidFill>
                          <a:latin typeface="微软雅黑" panose="020B0503020204020204" pitchFamily="34" charset="-122"/>
                        </a:rPr>
                        <a:t>、有曝光无或者低流量，降低出价</a:t>
                      </a:r>
                      <a:br>
                        <a:rPr lang="zh-CN" altLang="en-US" sz="1050" b="0" i="0" u="none" strike="noStrike">
                          <a:solidFill>
                            <a:srgbClr val="000000"/>
                          </a:solidFill>
                          <a:latin typeface="微软雅黑" panose="020B0503020204020204" pitchFamily="34" charset="-122"/>
                        </a:rPr>
                      </a:br>
                      <a:r>
                        <a:rPr lang="en-US" altLang="zh-CN" sz="1050" b="0" i="0" u="none" strike="noStrike">
                          <a:solidFill>
                            <a:srgbClr val="000000"/>
                          </a:solidFill>
                          <a:latin typeface="微软雅黑" panose="020B0503020204020204" pitchFamily="34" charset="-122"/>
                        </a:rPr>
                        <a:t>2</a:t>
                      </a:r>
                      <a:r>
                        <a:rPr lang="zh-CN" altLang="en-US" sz="1050" b="0" i="0" u="none" strike="noStrike">
                          <a:solidFill>
                            <a:srgbClr val="000000"/>
                          </a:solidFill>
                          <a:latin typeface="微软雅黑" panose="020B0503020204020204" pitchFamily="34" charset="-122"/>
                        </a:rPr>
                        <a:t>、如果是有点击但是无转化就要修改产品图片，降低出价，或者否定该词，或者刷</a:t>
                      </a:r>
                      <a:r>
                        <a:rPr lang="en-US" sz="1050" b="0" i="0" u="none" strike="noStrike">
                          <a:solidFill>
                            <a:srgbClr val="000000"/>
                          </a:solidFill>
                          <a:latin typeface="微软雅黑" panose="020B0503020204020204" pitchFamily="34" charset="-122"/>
                        </a:rPr>
                        <a:t>review</a:t>
                      </a:r>
                      <a:br>
                        <a:rPr lang="en-US" sz="1050" b="0" i="0" u="none" strike="noStrike">
                          <a:solidFill>
                            <a:srgbClr val="000000"/>
                          </a:solidFill>
                          <a:latin typeface="微软雅黑" panose="020B0503020204020204" pitchFamily="34" charset="-122"/>
                        </a:rPr>
                      </a:br>
                      <a:r>
                        <a:rPr lang="en-US" sz="1050" b="0" i="0" u="none" strike="noStrike">
                          <a:solidFill>
                            <a:srgbClr val="000000"/>
                          </a:solidFill>
                          <a:latin typeface="微软雅黑" panose="020B0503020204020204" pitchFamily="34" charset="-122"/>
                        </a:rPr>
                        <a:t>3、</a:t>
                      </a:r>
                      <a:r>
                        <a:rPr lang="zh-CN" altLang="en-US" sz="1050" b="0" i="0" u="none" strike="noStrike">
                          <a:solidFill>
                            <a:srgbClr val="000000"/>
                          </a:solidFill>
                          <a:latin typeface="微软雅黑" panose="020B0503020204020204" pitchFamily="34" charset="-122"/>
                        </a:rPr>
                        <a:t>原则：提高精准流量 </a:t>
                      </a:r>
                      <a:r>
                        <a:rPr lang="en-US" sz="1050" b="0" i="0" u="none" strike="noStrike">
                          <a:solidFill>
                            <a:srgbClr val="000000"/>
                          </a:solidFill>
                          <a:latin typeface="微软雅黑" panose="020B0503020204020204" pitchFamily="34" charset="-122"/>
                        </a:rPr>
                        <a:t>CTR,</a:t>
                      </a:r>
                      <a:r>
                        <a:rPr lang="zh-CN" altLang="en-US" sz="1050" b="0" i="0" u="none" strike="noStrike">
                          <a:solidFill>
                            <a:srgbClr val="000000"/>
                          </a:solidFill>
                          <a:latin typeface="微软雅黑" panose="020B0503020204020204" pitchFamily="34" charset="-122"/>
                        </a:rPr>
                        <a:t>减少 </a:t>
                      </a:r>
                      <a:r>
                        <a:rPr lang="en-US" sz="1050" b="0" i="0" u="none" strike="noStrike">
                          <a:solidFill>
                            <a:srgbClr val="000000"/>
                          </a:solidFill>
                          <a:latin typeface="微软雅黑" panose="020B0503020204020204" pitchFamily="34" charset="-122"/>
                        </a:rPr>
                        <a:t>CPC</a:t>
                      </a:r>
                      <a:r>
                        <a:rPr lang="zh-CN" altLang="en-US" sz="1050" b="0" i="0" u="none" strike="noStrike">
                          <a:solidFill>
                            <a:srgbClr val="000000"/>
                          </a:solidFill>
                          <a:latin typeface="微软雅黑" panose="020B0503020204020204" pitchFamily="34" charset="-122"/>
                        </a:rPr>
                        <a:t>和</a:t>
                      </a:r>
                      <a:r>
                        <a:rPr lang="en-US" sz="1050" b="0" i="0" u="none" strike="noStrike">
                          <a:solidFill>
                            <a:srgbClr val="000000"/>
                          </a:solidFill>
                          <a:latin typeface="微软雅黑" panose="020B0503020204020204" pitchFamily="34" charset="-122"/>
                        </a:rPr>
                        <a:t>ACOS,</a:t>
                      </a:r>
                      <a:r>
                        <a:rPr lang="zh-CN" altLang="en-US" sz="1050" b="0" i="0" u="none" strike="noStrike">
                          <a:solidFill>
                            <a:srgbClr val="000000"/>
                          </a:solidFill>
                          <a:latin typeface="微软雅黑" panose="020B0503020204020204" pitchFamily="34" charset="-122"/>
                        </a:rPr>
                        <a:t>对于转化率高的词要进行加价</a:t>
                      </a:r>
                      <a:endParaRPr lang="zh-CN" altLang="en-US" sz="1050" b="0" i="0" u="none" strike="noStrike">
                        <a:solidFill>
                          <a:srgbClr val="000000"/>
                        </a:solidFill>
                        <a:latin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vMerge="1" gridSpan="2">
                  <a:tcPr/>
                </a:tc>
                <a:tc vMerge="1" hMerge="1">
                  <a:tcPr/>
                </a:tc>
              </a:tr>
              <a:tr h="206527">
                <a:tc>
                  <a:txBody>
                    <a:bodyPr/>
                    <a:lstStyle/>
                    <a:p>
                      <a:pPr algn="l" fontAlgn="ctr"/>
                      <a:endParaRPr lang="zh-CN" altLang="en-US" sz="1050" b="0" i="0" u="none" strike="noStrike">
                        <a:solidFill>
                          <a:srgbClr val="000000"/>
                        </a:solidFill>
                        <a:latin typeface="微软雅黑" panose="020B0503020204020204" pitchFamily="34" charset="-122"/>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l" fontAlgn="ctr"/>
                      <a:endParaRPr lang="zh-CN" altLang="en-US" sz="1050" b="0" i="0" u="none" strike="noStrike">
                        <a:solidFill>
                          <a:srgbClr val="000000"/>
                        </a:solidFill>
                        <a:latin typeface="微软雅黑" panose="020B0503020204020204" pitchFamily="34" charset="-122"/>
                      </a:endParaRPr>
                    </a:p>
                  </a:txBody>
                  <a:tcPr marL="0" marR="0" marT="0" marB="0" anchor="ctr">
                    <a:lnL>
                      <a:noFill/>
                    </a:lnL>
                    <a:lnR>
                      <a:noFill/>
                    </a:lnR>
                    <a:lnT>
                      <a:noFill/>
                    </a:lnT>
                    <a:lnB>
                      <a:noFill/>
                    </a:lnB>
                    <a:solidFill>
                      <a:schemeClr val="bg1"/>
                    </a:solidFill>
                  </a:tcPr>
                </a:tc>
                <a:tc>
                  <a:txBody>
                    <a:bodyPr/>
                    <a:lstStyle/>
                    <a:p>
                      <a:pPr algn="l" fontAlgn="ctr"/>
                      <a:endParaRPr lang="zh-CN" altLang="en-US" sz="1050" b="0" i="0" u="none" strike="noStrike">
                        <a:solidFill>
                          <a:srgbClr val="000000"/>
                        </a:solidFill>
                        <a:latin typeface="微软雅黑" panose="020B0503020204020204" pitchFamily="34" charset="-122"/>
                      </a:endParaRP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chemeClr val="bg1"/>
                    </a:solidFill>
                  </a:tcPr>
                </a:tc>
                <a:tc vMerge="1">
                  <a:tcPr/>
                </a:tc>
                <a:tc>
                  <a:txBody>
                    <a:bodyPr/>
                    <a:lstStyle/>
                    <a:p>
                      <a:pPr algn="l" fontAlgn="ctr"/>
                      <a:r>
                        <a:rPr lang="zh-CN" altLang="en-US" sz="1050" b="0" i="0" u="none" strike="noStrike">
                          <a:solidFill>
                            <a:srgbClr val="000000"/>
                          </a:solidFill>
                          <a:latin typeface="微软雅黑" panose="020B0503020204020204" pitchFamily="34" charset="-122"/>
                        </a:rPr>
                        <a:t>核心大词</a:t>
                      </a:r>
                      <a:r>
                        <a:rPr lang="en-US" altLang="zh-CN" sz="1050" b="0" i="0" u="none" strike="noStrike">
                          <a:solidFill>
                            <a:srgbClr val="000000"/>
                          </a:solidFill>
                          <a:latin typeface="微软雅黑" panose="020B0503020204020204" pitchFamily="34" charset="-122"/>
                        </a:rPr>
                        <a:t>-</a:t>
                      </a:r>
                      <a:r>
                        <a:rPr lang="zh-CN" altLang="en-US" sz="1050" b="0" i="0" u="none" strike="noStrike">
                          <a:solidFill>
                            <a:srgbClr val="000000"/>
                          </a:solidFill>
                          <a:latin typeface="微软雅黑" panose="020B0503020204020204" pitchFamily="34" charset="-122"/>
                        </a:rPr>
                        <a:t>广泛</a:t>
                      </a:r>
                      <a:endParaRPr lang="zh-CN" altLang="en-US" sz="1050" b="0" i="0" u="none" strike="noStrike">
                        <a:solidFill>
                          <a:srgbClr val="000000"/>
                        </a:solidFill>
                        <a:latin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zh-CN" altLang="en-US" sz="1050" b="0" i="0" u="none" strike="noStrike">
                          <a:solidFill>
                            <a:srgbClr val="000000"/>
                          </a:solidFill>
                          <a:latin typeface="微软雅黑" panose="020B0503020204020204" pitchFamily="34" charset="-122"/>
                        </a:rPr>
                        <a:t>　</a:t>
                      </a:r>
                      <a:endParaRPr lang="zh-CN" altLang="en-US" sz="1050" b="0" i="0" u="none" strike="noStrike">
                        <a:solidFill>
                          <a:srgbClr val="000000"/>
                        </a:solidFill>
                        <a:latin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vMerge="1">
                  <a:tcPr/>
                </a:tc>
                <a:tc vMerge="1" gridSpan="2">
                  <a:tcPr/>
                </a:tc>
                <a:tc vMerge="1" hMerge="1">
                  <a:tcPr/>
                </a:tc>
              </a:tr>
              <a:tr h="211961">
                <a:tc>
                  <a:txBody>
                    <a:bodyPr/>
                    <a:lstStyle/>
                    <a:p>
                      <a:pPr algn="l" fontAlgn="ctr"/>
                      <a:endParaRPr lang="zh-CN" altLang="en-US" sz="1050" b="0" i="0" u="none" strike="noStrike">
                        <a:solidFill>
                          <a:srgbClr val="000000"/>
                        </a:solidFill>
                        <a:latin typeface="微软雅黑" panose="020B0503020204020204" pitchFamily="34" charset="-122"/>
                      </a:endParaRPr>
                    </a:p>
                  </a:txBody>
                  <a:tcPr marL="0" marR="0" marT="0" marB="0" anchor="ctr">
                    <a:lnL>
                      <a:noFill/>
                    </a:lnL>
                    <a:lnR>
                      <a:noFill/>
                    </a:lnR>
                    <a:lnT>
                      <a:noFill/>
                    </a:lnT>
                    <a:lnB>
                      <a:noFill/>
                    </a:lnB>
                    <a:solidFill>
                      <a:schemeClr val="bg1"/>
                    </a:solidFill>
                  </a:tcPr>
                </a:tc>
                <a:tc>
                  <a:txBody>
                    <a:bodyPr/>
                    <a:lstStyle/>
                    <a:p>
                      <a:pPr algn="l" fontAlgn="ctr"/>
                      <a:endParaRPr lang="zh-CN" altLang="en-US" sz="1050" b="0" i="0" u="none" strike="noStrike">
                        <a:solidFill>
                          <a:srgbClr val="000000"/>
                        </a:solidFill>
                        <a:latin typeface="微软雅黑" panose="020B0503020204020204" pitchFamily="34" charset="-122"/>
                      </a:endParaRP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chemeClr val="bg1"/>
                    </a:solidFill>
                  </a:tcPr>
                </a:tc>
                <a:tc rowSpan="2">
                  <a:txBody>
                    <a:bodyPr/>
                    <a:lstStyle/>
                    <a:p>
                      <a:pPr algn="ctr" fontAlgn="ctr"/>
                      <a:r>
                        <a:rPr lang="zh-CN" altLang="en-US" sz="1050" b="1" i="0" u="none" strike="noStrike">
                          <a:solidFill>
                            <a:srgbClr val="000000"/>
                          </a:solidFill>
                          <a:latin typeface="微软雅黑" panose="020B0503020204020204" pitchFamily="34" charset="-122"/>
                        </a:rPr>
                        <a:t>匹配方式</a:t>
                      </a:r>
                      <a:endParaRPr lang="zh-CN" altLang="en-US" sz="1050" b="1" i="0" u="none" strike="noStrike">
                        <a:solidFill>
                          <a:srgbClr val="000000"/>
                        </a:solidFill>
                        <a:latin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vMerge="1">
                  <a:tcPr/>
                </a:tc>
                <a:tc>
                  <a:txBody>
                    <a:bodyPr/>
                    <a:lstStyle/>
                    <a:p>
                      <a:pPr algn="l" fontAlgn="ctr"/>
                      <a:r>
                        <a:rPr lang="zh-CN" altLang="en-US" sz="1050" b="0" i="0" u="none" strike="noStrike">
                          <a:solidFill>
                            <a:srgbClr val="000000"/>
                          </a:solidFill>
                          <a:latin typeface="微软雅黑" panose="020B0503020204020204" pitchFamily="34" charset="-122"/>
                        </a:rPr>
                        <a:t>短尾词</a:t>
                      </a:r>
                      <a:r>
                        <a:rPr lang="en-US" altLang="zh-CN" sz="1050" b="0" i="0" u="none" strike="noStrike">
                          <a:solidFill>
                            <a:srgbClr val="000000"/>
                          </a:solidFill>
                          <a:latin typeface="微软雅黑" panose="020B0503020204020204" pitchFamily="34" charset="-122"/>
                        </a:rPr>
                        <a:t>-</a:t>
                      </a:r>
                      <a:r>
                        <a:rPr lang="zh-CN" altLang="en-US" sz="1050" b="0" i="0" u="none" strike="noStrike">
                          <a:solidFill>
                            <a:srgbClr val="000000"/>
                          </a:solidFill>
                          <a:latin typeface="微软雅黑" panose="020B0503020204020204" pitchFamily="34" charset="-122"/>
                        </a:rPr>
                        <a:t>广泛</a:t>
                      </a:r>
                      <a:endParaRPr lang="zh-CN" altLang="en-US" sz="1050" b="0" i="0" u="none" strike="noStrike">
                        <a:solidFill>
                          <a:srgbClr val="000000"/>
                        </a:solidFill>
                        <a:latin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zh-CN" altLang="en-US" sz="1050" b="0" i="0" u="none" strike="noStrike">
                          <a:solidFill>
                            <a:srgbClr val="000000"/>
                          </a:solidFill>
                          <a:latin typeface="微软雅黑" panose="020B0503020204020204" pitchFamily="34" charset="-122"/>
                        </a:rPr>
                        <a:t>　</a:t>
                      </a:r>
                      <a:endParaRPr lang="zh-CN" altLang="en-US" sz="1050" b="0" i="0" u="none" strike="noStrike">
                        <a:solidFill>
                          <a:srgbClr val="000000"/>
                        </a:solidFill>
                        <a:latin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vMerge="1">
                  <a:tcPr/>
                </a:tc>
                <a:tc vMerge="1" gridSpan="2">
                  <a:tcPr/>
                </a:tc>
                <a:tc vMerge="1" hMerge="1">
                  <a:tcPr/>
                </a:tc>
              </a:tr>
              <a:tr h="179352">
                <a:tc>
                  <a:txBody>
                    <a:bodyPr/>
                    <a:lstStyle/>
                    <a:p>
                      <a:pPr algn="l" fontAlgn="ctr"/>
                      <a:endParaRPr lang="zh-CN" altLang="en-US" sz="1050" b="0" i="0" u="none" strike="noStrike">
                        <a:solidFill>
                          <a:srgbClr val="000000"/>
                        </a:solidFill>
                        <a:latin typeface="微软雅黑" panose="020B0503020204020204" pitchFamily="34" charset="-122"/>
                      </a:endParaRPr>
                    </a:p>
                  </a:txBody>
                  <a:tcPr marL="0" marR="0" marT="0" marB="0" anchor="ctr">
                    <a:lnL>
                      <a:noFill/>
                    </a:lnL>
                    <a:lnR>
                      <a:noFill/>
                    </a:lnR>
                    <a:lnT>
                      <a:noFill/>
                    </a:lnT>
                    <a:lnB>
                      <a:noFill/>
                    </a:lnB>
                    <a:solidFill>
                      <a:schemeClr val="bg1"/>
                    </a:solidFill>
                  </a:tcPr>
                </a:tc>
                <a:tc>
                  <a:txBody>
                    <a:bodyPr/>
                    <a:lstStyle/>
                    <a:p>
                      <a:pPr algn="l" fontAlgn="ctr"/>
                      <a:endParaRPr lang="zh-CN" altLang="en-US" sz="1050" b="0" i="0" u="none" strike="noStrike">
                        <a:solidFill>
                          <a:srgbClr val="000000"/>
                        </a:solidFill>
                        <a:latin typeface="微软雅黑" panose="020B0503020204020204" pitchFamily="34" charset="-122"/>
                      </a:endParaRP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chemeClr val="bg1"/>
                    </a:solidFill>
                  </a:tcPr>
                </a:tc>
                <a:tc vMerge="1">
                  <a:tcPr/>
                </a:tc>
                <a:tc vMerge="1">
                  <a:tcPr/>
                </a:tc>
                <a:tc>
                  <a:txBody>
                    <a:bodyPr/>
                    <a:lstStyle/>
                    <a:p>
                      <a:pPr algn="l" fontAlgn="ctr"/>
                      <a:r>
                        <a:rPr lang="zh-CN" altLang="en-US" sz="1050" b="0" i="0" u="none" strike="noStrike">
                          <a:solidFill>
                            <a:srgbClr val="000000"/>
                          </a:solidFill>
                          <a:latin typeface="微软雅黑" panose="020B0503020204020204" pitchFamily="34" charset="-122"/>
                        </a:rPr>
                        <a:t>短尾词</a:t>
                      </a:r>
                      <a:r>
                        <a:rPr lang="en-US" altLang="zh-CN" sz="1050" b="0" i="0" u="none" strike="noStrike">
                          <a:solidFill>
                            <a:srgbClr val="000000"/>
                          </a:solidFill>
                          <a:latin typeface="微软雅黑" panose="020B0503020204020204" pitchFamily="34" charset="-122"/>
                        </a:rPr>
                        <a:t>-</a:t>
                      </a:r>
                      <a:r>
                        <a:rPr lang="zh-CN" altLang="en-US" sz="1050" b="0" i="0" u="none" strike="noStrike">
                          <a:solidFill>
                            <a:srgbClr val="000000"/>
                          </a:solidFill>
                          <a:latin typeface="微软雅黑" panose="020B0503020204020204" pitchFamily="34" charset="-122"/>
                        </a:rPr>
                        <a:t>词组</a:t>
                      </a:r>
                      <a:endParaRPr lang="zh-CN" altLang="en-US" sz="1050" b="0" i="0" u="none" strike="noStrike">
                        <a:solidFill>
                          <a:srgbClr val="000000"/>
                        </a:solidFill>
                        <a:latin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zh-CN" altLang="en-US" sz="1050" b="0" i="0" u="none" strike="noStrike">
                          <a:solidFill>
                            <a:srgbClr val="000000"/>
                          </a:solidFill>
                          <a:latin typeface="微软雅黑" panose="020B0503020204020204" pitchFamily="34" charset="-122"/>
                        </a:rPr>
                        <a:t>　</a:t>
                      </a:r>
                      <a:endParaRPr lang="zh-CN" altLang="en-US" sz="1050" b="0" i="0" u="none" strike="noStrike">
                        <a:solidFill>
                          <a:srgbClr val="000000"/>
                        </a:solidFill>
                        <a:latin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vMerge="1">
                  <a:tcPr/>
                </a:tc>
                <a:tc vMerge="1" gridSpan="2">
                  <a:tcPr/>
                </a:tc>
                <a:tc vMerge="1" hMerge="1">
                  <a:tcPr/>
                </a:tc>
              </a:tr>
              <a:tr h="233702">
                <a:tc>
                  <a:txBody>
                    <a:bodyPr/>
                    <a:lstStyle/>
                    <a:p>
                      <a:pPr algn="l" fontAlgn="ctr"/>
                      <a:endParaRPr lang="zh-CN" altLang="en-US" sz="1050" b="0" i="0" u="none" strike="noStrike">
                        <a:solidFill>
                          <a:srgbClr val="000000"/>
                        </a:solidFill>
                        <a:latin typeface="微软雅黑" panose="020B0503020204020204" pitchFamily="34" charset="-122"/>
                      </a:endParaRPr>
                    </a:p>
                  </a:txBody>
                  <a:tcPr marL="0" marR="0" marT="0" marB="0" anchor="ctr">
                    <a:lnL>
                      <a:noFill/>
                    </a:lnL>
                    <a:lnR>
                      <a:noFill/>
                    </a:lnR>
                    <a:lnT>
                      <a:noFill/>
                    </a:lnT>
                    <a:lnB>
                      <a:noFill/>
                    </a:lnB>
                    <a:solidFill>
                      <a:schemeClr val="bg1"/>
                    </a:solidFill>
                  </a:tcPr>
                </a:tc>
                <a:tc>
                  <a:txBody>
                    <a:bodyPr/>
                    <a:lstStyle/>
                    <a:p>
                      <a:pPr algn="l" fontAlgn="ctr"/>
                      <a:endParaRPr lang="zh-CN" altLang="en-US" sz="1050" b="0" i="0" u="none" strike="noStrike">
                        <a:solidFill>
                          <a:srgbClr val="000000"/>
                        </a:solidFill>
                        <a:latin typeface="微软雅黑" panose="020B0503020204020204" pitchFamily="34" charset="-122"/>
                      </a:endParaRPr>
                    </a:p>
                  </a:txBody>
                  <a:tcPr marL="0" marR="0" marT="0" marB="0" anchor="ctr">
                    <a:lnL>
                      <a:noFill/>
                    </a:lnL>
                    <a:lnR>
                      <a:noFill/>
                    </a:lnR>
                    <a:lnT>
                      <a:noFill/>
                    </a:lnT>
                    <a:lnB>
                      <a:noFill/>
                    </a:lnB>
                    <a:solidFill>
                      <a:schemeClr val="bg1"/>
                    </a:solidFill>
                  </a:tcPr>
                </a:tc>
                <a:tc>
                  <a:txBody>
                    <a:bodyPr/>
                    <a:lstStyle/>
                    <a:p>
                      <a:pPr algn="l" fontAlgn="ctr"/>
                      <a:endParaRPr lang="zh-CN" altLang="en-US" sz="1050" b="0" i="0" u="none" strike="noStrike">
                        <a:solidFill>
                          <a:srgbClr val="000000"/>
                        </a:solidFill>
                        <a:latin typeface="微软雅黑" panose="020B0503020204020204" pitchFamily="34" charset="-122"/>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chemeClr val="bg1"/>
                    </a:solidFill>
                  </a:tcPr>
                </a:tc>
                <a:tc vMerge="1">
                  <a:tcPr/>
                </a:tc>
                <a:tc>
                  <a:txBody>
                    <a:bodyPr/>
                    <a:lstStyle/>
                    <a:p>
                      <a:pPr algn="l" fontAlgn="ctr"/>
                      <a:r>
                        <a:rPr lang="zh-CN" altLang="en-US" sz="1050" b="0" i="0" u="none" strike="noStrike">
                          <a:solidFill>
                            <a:srgbClr val="000000"/>
                          </a:solidFill>
                          <a:latin typeface="微软雅黑" panose="020B0503020204020204" pitchFamily="34" charset="-122"/>
                        </a:rPr>
                        <a:t>短尾词</a:t>
                      </a:r>
                      <a:r>
                        <a:rPr lang="en-US" altLang="zh-CN" sz="1050" b="0" i="0" u="none" strike="noStrike">
                          <a:solidFill>
                            <a:srgbClr val="000000"/>
                          </a:solidFill>
                          <a:latin typeface="微软雅黑" panose="020B0503020204020204" pitchFamily="34" charset="-122"/>
                        </a:rPr>
                        <a:t>-</a:t>
                      </a:r>
                      <a:r>
                        <a:rPr lang="zh-CN" altLang="en-US" sz="1050" b="0" i="0" u="none" strike="noStrike">
                          <a:solidFill>
                            <a:srgbClr val="000000"/>
                          </a:solidFill>
                          <a:latin typeface="微软雅黑" panose="020B0503020204020204" pitchFamily="34" charset="-122"/>
                        </a:rPr>
                        <a:t>精准</a:t>
                      </a:r>
                      <a:endParaRPr lang="zh-CN" altLang="en-US" sz="1050" b="0" i="0" u="none" strike="noStrike">
                        <a:solidFill>
                          <a:srgbClr val="000000"/>
                        </a:solidFill>
                        <a:latin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zh-CN" altLang="en-US" sz="1050" b="0" i="0" u="none" strike="noStrike">
                          <a:solidFill>
                            <a:srgbClr val="000000"/>
                          </a:solidFill>
                          <a:latin typeface="微软雅黑" panose="020B0503020204020204" pitchFamily="34" charset="-122"/>
                        </a:rPr>
                        <a:t>　</a:t>
                      </a:r>
                      <a:endParaRPr lang="zh-CN" altLang="en-US" sz="1050" b="0" i="0" u="none" strike="noStrike">
                        <a:solidFill>
                          <a:srgbClr val="000000"/>
                        </a:solidFill>
                        <a:latin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vMerge="1">
                  <a:tcPr/>
                </a:tc>
                <a:tc vMerge="1" gridSpan="2">
                  <a:tcPr/>
                </a:tc>
                <a:tc vMerge="1" hMerge="1">
                  <a:tcPr/>
                </a:tc>
              </a:tr>
              <a:tr h="179352">
                <a:tc>
                  <a:txBody>
                    <a:bodyPr/>
                    <a:lstStyle/>
                    <a:p>
                      <a:pPr algn="l" fontAlgn="ctr"/>
                      <a:endParaRPr lang="zh-CN" altLang="en-US" sz="1050" b="0" i="0" u="none" strike="noStrike" dirty="0">
                        <a:solidFill>
                          <a:srgbClr val="000000"/>
                        </a:solidFill>
                        <a:latin typeface="微软雅黑" panose="020B0503020204020204" pitchFamily="34" charset="-122"/>
                      </a:endParaRPr>
                    </a:p>
                  </a:txBody>
                  <a:tcPr marL="0" marR="0" marT="0" marB="0" anchor="ctr">
                    <a:lnL>
                      <a:noFill/>
                    </a:lnL>
                    <a:lnR>
                      <a:noFill/>
                    </a:lnR>
                    <a:lnT>
                      <a:noFill/>
                    </a:lnT>
                    <a:lnB>
                      <a:noFill/>
                    </a:lnB>
                    <a:solidFill>
                      <a:schemeClr val="bg1"/>
                    </a:solidFill>
                  </a:tcPr>
                </a:tc>
                <a:tc>
                  <a:txBody>
                    <a:bodyPr/>
                    <a:lstStyle/>
                    <a:p>
                      <a:pPr algn="l" fontAlgn="ctr"/>
                      <a:endParaRPr lang="zh-CN" altLang="en-US" sz="1050" b="0" i="0" u="none" strike="noStrike" dirty="0">
                        <a:solidFill>
                          <a:srgbClr val="000000"/>
                        </a:solidFill>
                        <a:latin typeface="微软雅黑" panose="020B0503020204020204" pitchFamily="34" charset="-122"/>
                      </a:endParaRPr>
                    </a:p>
                  </a:txBody>
                  <a:tcPr marL="0" marR="0" marT="0" marB="0" anchor="ctr">
                    <a:lnL>
                      <a:noFill/>
                    </a:lnL>
                    <a:lnR>
                      <a:noFill/>
                    </a:lnR>
                    <a:lnT>
                      <a:noFill/>
                    </a:lnT>
                    <a:lnB>
                      <a:noFill/>
                    </a:lnB>
                    <a:solidFill>
                      <a:schemeClr val="bg1"/>
                    </a:solidFill>
                  </a:tcPr>
                </a:tc>
                <a:tc>
                  <a:txBody>
                    <a:bodyPr/>
                    <a:lstStyle/>
                    <a:p>
                      <a:pPr algn="l" fontAlgn="ctr"/>
                      <a:endParaRPr lang="zh-CN" altLang="en-US" sz="1050" b="0" i="0" u="none" strike="noStrike" dirty="0">
                        <a:solidFill>
                          <a:srgbClr val="000000"/>
                        </a:solidFill>
                        <a:latin typeface="微软雅黑" panose="020B0503020204020204" pitchFamily="34" charset="-122"/>
                      </a:endParaRPr>
                    </a:p>
                  </a:txBody>
                  <a:tcPr marL="0" marR="0" marT="0" marB="0" anchor="ctr">
                    <a:lnL>
                      <a:noFill/>
                    </a:lnL>
                    <a:lnR>
                      <a:noFill/>
                    </a:lnR>
                    <a:lnT>
                      <a:noFill/>
                    </a:lnT>
                    <a:lnB>
                      <a:noFill/>
                    </a:lnB>
                    <a:solidFill>
                      <a:schemeClr val="bg1"/>
                    </a:solidFill>
                  </a:tcPr>
                </a:tc>
                <a:tc vMerge="1">
                  <a:tcPr/>
                </a:tc>
                <a:tc gridSpan="2">
                  <a:txBody>
                    <a:bodyPr/>
                    <a:lstStyle/>
                    <a:p>
                      <a:pPr algn="l" fontAlgn="ctr"/>
                      <a:r>
                        <a:rPr lang="zh-CN" altLang="en-US" sz="1050" b="0" i="0" u="none" strike="noStrike" dirty="0">
                          <a:solidFill>
                            <a:srgbClr val="000000"/>
                          </a:solidFill>
                          <a:latin typeface="微软雅黑" panose="020B0503020204020204" pitchFamily="34" charset="-122"/>
                        </a:rPr>
                        <a:t>长尾词</a:t>
                      </a:r>
                      <a:r>
                        <a:rPr lang="en-US" altLang="zh-CN" sz="1050" b="0" i="0" u="none" strike="noStrike" dirty="0">
                          <a:solidFill>
                            <a:srgbClr val="000000"/>
                          </a:solidFill>
                          <a:latin typeface="微软雅黑" panose="020B0503020204020204" pitchFamily="34" charset="-122"/>
                        </a:rPr>
                        <a:t>-</a:t>
                      </a:r>
                      <a:r>
                        <a:rPr lang="zh-CN" altLang="en-US" sz="1050" b="0" i="0" u="none" strike="noStrike" dirty="0">
                          <a:solidFill>
                            <a:srgbClr val="000000"/>
                          </a:solidFill>
                          <a:latin typeface="微软雅黑" panose="020B0503020204020204" pitchFamily="34" charset="-122"/>
                        </a:rPr>
                        <a:t>精准</a:t>
                      </a:r>
                      <a:endParaRPr lang="zh-CN" altLang="en-US" sz="1050" b="0" i="0" u="none" strike="noStrike" dirty="0">
                        <a:solidFill>
                          <a:srgbClr val="000000"/>
                        </a:solidFill>
                        <a:latin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hMerge="1">
                  <a:tcPr/>
                </a:tc>
                <a:tc vMerge="1">
                  <a:tcPr/>
                </a:tc>
                <a:tc>
                  <a:txBody>
                    <a:bodyPr/>
                    <a:lstStyle/>
                    <a:p>
                      <a:pPr algn="l" fontAlgn="ctr"/>
                      <a:endParaRPr lang="zh-CN" altLang="en-US" sz="1050" b="0" i="0" u="none" strike="noStrike">
                        <a:solidFill>
                          <a:srgbClr val="000000"/>
                        </a:solidFill>
                        <a:latin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l" fontAlgn="ctr"/>
                      <a:endParaRPr lang="zh-CN" altLang="en-US" sz="1050" b="0" i="0" u="none" strike="noStrike" dirty="0">
                        <a:solidFill>
                          <a:srgbClr val="000000"/>
                        </a:solidFill>
                        <a:latin typeface="微软雅黑" panose="020B0503020204020204" pitchFamily="34" charset="-122"/>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chemeClr val="bg1"/>
                    </a:solidFill>
                  </a:tcPr>
                </a:tc>
              </a:tr>
            </a:tbl>
          </a:graphicData>
        </a:graphic>
      </p:graphicFrame>
    </p:spTree>
  </p:cSld>
  <p:clrMapOvr>
    <a:masterClrMapping/>
  </p:clrMapOvr>
  <p:transition spd="slow" advTm="3000">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 name="文本框 15"/>
          <p:cNvSpPr txBox="1"/>
          <p:nvPr/>
        </p:nvSpPr>
        <p:spPr>
          <a:xfrm>
            <a:off x="983128" y="746936"/>
            <a:ext cx="2030684" cy="292388"/>
          </a:xfrm>
          <a:prstGeom prst="rect">
            <a:avLst/>
          </a:prstGeom>
          <a:noFill/>
          <a:ln w="12700" cap="flat">
            <a:noFill/>
            <a:miter lim="400000"/>
          </a:ln>
        </p:spPr>
        <p:style>
          <a:lnRef idx="0">
            <a:scrgbClr r="0" g="0" b="0"/>
          </a:lnRef>
          <a:fillRef idx="0">
            <a:scrgbClr r="0" g="0" b="0"/>
          </a:fillRef>
          <a:effectRef idx="0">
            <a:scrgbClr r="0" g="0" b="0"/>
          </a:effectRef>
          <a:fontRef idx="none"/>
        </p:style>
        <p:txBody>
          <a:bodyPr spcFirstLastPara="1" wrap="none" lIns="22860" tIns="22860" rIns="22860" bIns="22860" spcCol="3810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600" b="0" i="0" u="none" strike="noStrike" kern="1200" cap="none" spc="0" normalizeH="0" baseline="0" noProof="0" dirty="0">
                <a:ln>
                  <a:noFill/>
                </a:ln>
                <a:solidFill>
                  <a:schemeClr val="bg1">
                    <a:alpha val="60000"/>
                  </a:schemeClr>
                </a:solidFill>
                <a:effectLst/>
                <a:uLnTx/>
                <a:uFillTx/>
                <a:latin typeface="Arial" panose="020B0604020202020204" pitchFamily="34" charset="0"/>
                <a:ea typeface="微软雅黑" panose="020B0503020204020204" pitchFamily="34" charset="-122"/>
                <a:cs typeface="+mn-ea"/>
                <a:sym typeface="Arial" panose="020B0604020202020204" pitchFamily="34" charset="0"/>
              </a:rPr>
              <a:t>Station advertisement</a:t>
            </a:r>
            <a:endParaRPr kumimoji="0" lang="en-US" altLang="zh-CN" sz="1600" b="0" i="0" u="none" strike="noStrike" kern="1200" cap="none" spc="0" normalizeH="0" baseline="0" noProof="0" dirty="0">
              <a:ln>
                <a:noFill/>
              </a:ln>
              <a:solidFill>
                <a:schemeClr val="bg1">
                  <a:alpha val="60000"/>
                </a:schemeClr>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grpSp>
        <p:nvGrpSpPr>
          <p:cNvPr id="2" name="组合 17"/>
          <p:cNvGrpSpPr/>
          <p:nvPr/>
        </p:nvGrpSpPr>
        <p:grpSpPr>
          <a:xfrm>
            <a:off x="244476" y="292500"/>
            <a:ext cx="493773" cy="615629"/>
            <a:chOff x="7409" y="353"/>
            <a:chExt cx="1374" cy="1582"/>
          </a:xfrm>
          <a:solidFill>
            <a:srgbClr val="1766F3"/>
          </a:solidFill>
        </p:grpSpPr>
        <p:sp>
          <p:nvSpPr>
            <p:cNvPr id="20" name="平行四边形 19"/>
            <p:cNvSpPr/>
            <p:nvPr/>
          </p:nvSpPr>
          <p:spPr>
            <a:xfrm>
              <a:off x="7409" y="353"/>
              <a:ext cx="788" cy="981"/>
            </a:xfrm>
            <a:prstGeom prst="parallelogram">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3600" b="0" i="0" u="none" strike="noStrike" kern="1200" cap="none" spc="0" normalizeH="0" baseline="0" noProof="0">
                <a:ln>
                  <a:noFill/>
                </a:ln>
                <a:solidFill>
                  <a:schemeClr val="lt1"/>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1" name="平行四边形 20"/>
            <p:cNvSpPr/>
            <p:nvPr/>
          </p:nvSpPr>
          <p:spPr>
            <a:xfrm>
              <a:off x="7995" y="955"/>
              <a:ext cx="788" cy="981"/>
            </a:xfrm>
            <a:prstGeom prst="parallelogram">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3600" b="0" i="0" u="none" strike="noStrike" kern="1200" cap="none" spc="0" normalizeH="0" baseline="0" noProof="0">
                <a:ln>
                  <a:noFill/>
                </a:ln>
                <a:solidFill>
                  <a:schemeClr val="lt1"/>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grpSp>
      <p:sp>
        <p:nvSpPr>
          <p:cNvPr id="19" name="文本框 18"/>
          <p:cNvSpPr txBox="1"/>
          <p:nvPr/>
        </p:nvSpPr>
        <p:spPr>
          <a:xfrm>
            <a:off x="879475" y="274638"/>
            <a:ext cx="2206625" cy="554038"/>
          </a:xfrm>
          <a:prstGeom prst="rect">
            <a:avLst/>
          </a:prstGeom>
          <a:noFill/>
        </p:spPr>
        <p:txBody>
          <a:bodyPr wrap="none">
            <a:spAutoFit/>
          </a:bodyPr>
          <a:lstStyle/>
          <a:p>
            <a:pPr marR="0" defTabSz="914400" eaLnBrk="1" hangingPunct="1">
              <a:buClrTx/>
              <a:buSzTx/>
              <a:buFontTx/>
              <a:defRPr/>
            </a:pPr>
            <a:r>
              <a:rPr kumimoji="0" lang="en-US" altLang="zh-CN" sz="3000" b="1" kern="1200" cap="none" spc="-150" normalizeH="0" baseline="0" noProof="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3</a:t>
            </a:r>
            <a:r>
              <a:rPr kumimoji="0" lang="zh-CN" altLang="en-US" sz="3000" b="1" kern="1200" cap="none" spc="-150" normalizeH="0" baseline="0" noProof="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：站内广告</a:t>
            </a:r>
            <a:endParaRPr kumimoji="0" lang="zh-CN" altLang="en-US" sz="3000" b="1" kern="1200" cap="none" spc="-150" normalizeH="0" baseline="0" noProof="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graphicFrame>
        <p:nvGraphicFramePr>
          <p:cNvPr id="17" name="表格 16"/>
          <p:cNvGraphicFramePr>
            <a:graphicFrameLocks noGrp="1"/>
          </p:cNvGraphicFramePr>
          <p:nvPr>
            <p:custDataLst>
              <p:tags r:id="rId1"/>
            </p:custDataLst>
          </p:nvPr>
        </p:nvGraphicFramePr>
        <p:xfrm>
          <a:off x="381000" y="1012825"/>
          <a:ext cx="11430000" cy="5375275"/>
        </p:xfrm>
        <a:graphic>
          <a:graphicData uri="http://schemas.openxmlformats.org/drawingml/2006/table">
            <a:tbl>
              <a:tblPr/>
              <a:tblGrid>
                <a:gridCol w="568960"/>
                <a:gridCol w="1706599"/>
                <a:gridCol w="1706599"/>
                <a:gridCol w="568866"/>
                <a:gridCol w="653143"/>
                <a:gridCol w="6225926"/>
              </a:tblGrid>
              <a:tr h="470855">
                <a:tc>
                  <a:txBody>
                    <a:bodyPr/>
                    <a:lstStyle/>
                    <a:p>
                      <a:pPr algn="l" fontAlgn="ctr"/>
                      <a:endParaRPr lang="zh-CN" altLang="en-US" sz="1050" b="0" i="0" u="none" strike="noStrike" dirty="0">
                        <a:solidFill>
                          <a:srgbClr val="000000"/>
                        </a:solidFill>
                        <a:latin typeface="微软雅黑" panose="020B0503020204020204" pitchFamily="34" charset="-122"/>
                      </a:endParaRPr>
                    </a:p>
                  </a:txBody>
                  <a:tcPr marL="0" marR="0" marT="0" marB="0" anchor="ctr">
                    <a:lnL>
                      <a:noFill/>
                    </a:lnL>
                    <a:lnR>
                      <a:noFill/>
                    </a:lnR>
                    <a:lnT>
                      <a:noFill/>
                    </a:lnT>
                    <a:lnB>
                      <a:noFill/>
                    </a:lnB>
                    <a:solidFill>
                      <a:schemeClr val="bg1"/>
                    </a:solidFill>
                  </a:tcPr>
                </a:tc>
                <a:tc>
                  <a:txBody>
                    <a:bodyPr/>
                    <a:lstStyle/>
                    <a:p>
                      <a:pPr algn="l" fontAlgn="ctr"/>
                      <a:endParaRPr lang="zh-CN" altLang="en-US" sz="1050" b="0" i="0" u="none" strike="noStrike" dirty="0">
                        <a:solidFill>
                          <a:srgbClr val="000000"/>
                        </a:solidFill>
                        <a:latin typeface="微软雅黑" panose="020B0503020204020204" pitchFamily="34" charset="-122"/>
                      </a:endParaRPr>
                    </a:p>
                  </a:txBody>
                  <a:tcPr marL="0" marR="0" marT="0" marB="0" anchor="ctr">
                    <a:lnL>
                      <a:noFill/>
                    </a:lnL>
                    <a:lnR>
                      <a:noFill/>
                    </a:lnR>
                    <a:lnT>
                      <a:noFill/>
                    </a:lnT>
                    <a:lnB>
                      <a:noFill/>
                    </a:lnB>
                    <a:solidFill>
                      <a:schemeClr val="bg1"/>
                    </a:solidFill>
                  </a:tcPr>
                </a:tc>
                <a:tc>
                  <a:txBody>
                    <a:bodyPr/>
                    <a:lstStyle/>
                    <a:p>
                      <a:pPr algn="l" fontAlgn="ctr"/>
                      <a:endParaRPr lang="zh-CN" altLang="en-US" sz="1050" b="0" i="0" u="none" strike="noStrike">
                        <a:solidFill>
                          <a:srgbClr val="000000"/>
                        </a:solidFill>
                        <a:latin typeface="微软雅黑" panose="020B0503020204020204" pitchFamily="34" charset="-122"/>
                      </a:endParaRPr>
                    </a:p>
                  </a:txBody>
                  <a:tcPr marL="0" marR="0" marT="0" marB="0" anchor="ctr">
                    <a:lnL>
                      <a:noFill/>
                    </a:lnL>
                    <a:lnR>
                      <a:noFill/>
                    </a:lnR>
                    <a:lnT>
                      <a:noFill/>
                    </a:lnT>
                    <a:lnB>
                      <a:noFill/>
                    </a:lnB>
                    <a:solidFill>
                      <a:schemeClr val="bg1"/>
                    </a:solidFill>
                  </a:tcPr>
                </a:tc>
                <a:tc>
                  <a:txBody>
                    <a:bodyPr/>
                    <a:lstStyle/>
                    <a:p>
                      <a:pPr algn="l" fontAlgn="b"/>
                      <a:endParaRPr lang="zh-CN" altLang="en-US" sz="1050" b="0" i="0" u="none" strike="noStrike">
                        <a:solidFill>
                          <a:srgbClr val="000000"/>
                        </a:solidFill>
                        <a:latin typeface="宋体" panose="02010600030101010101" pitchFamily="2" charset="-122"/>
                      </a:endParaRP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chemeClr val="bg1"/>
                    </a:solidFill>
                  </a:tcPr>
                </a:tc>
                <a:tc>
                  <a:txBody>
                    <a:bodyPr/>
                    <a:lstStyle/>
                    <a:p>
                      <a:pPr algn="l" fontAlgn="ctr"/>
                      <a:r>
                        <a:rPr lang="zh-CN" altLang="en-US" sz="1050" b="0" i="0" u="none" strike="noStrike">
                          <a:solidFill>
                            <a:srgbClr val="000000"/>
                          </a:solidFill>
                          <a:latin typeface="微软雅黑" panose="020B0503020204020204" pitchFamily="34" charset="-122"/>
                        </a:rPr>
                        <a:t>自动</a:t>
                      </a:r>
                      <a:r>
                        <a:rPr lang="en-US" altLang="zh-CN" sz="1050" b="0" i="0" u="none" strike="noStrike">
                          <a:solidFill>
                            <a:srgbClr val="000000"/>
                          </a:solidFill>
                          <a:latin typeface="微软雅黑" panose="020B0503020204020204" pitchFamily="34" charset="-122"/>
                        </a:rPr>
                        <a:t>-</a:t>
                      </a:r>
                      <a:r>
                        <a:rPr lang="zh-CN" altLang="en-US" sz="1050" b="0" i="0" u="none" strike="noStrike">
                          <a:solidFill>
                            <a:srgbClr val="000000"/>
                          </a:solidFill>
                          <a:latin typeface="微软雅黑" panose="020B0503020204020204" pitchFamily="34" charset="-122"/>
                        </a:rPr>
                        <a:t>广泛</a:t>
                      </a:r>
                      <a:endParaRPr lang="zh-CN" altLang="en-US" sz="1050" b="0" i="0" u="none" strike="noStrike">
                        <a:solidFill>
                          <a:srgbClr val="000000"/>
                        </a:solidFill>
                        <a:latin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zh-CN" altLang="en-US" sz="1050" b="0" i="0" u="none" strike="noStrike">
                          <a:solidFill>
                            <a:srgbClr val="000000"/>
                          </a:solidFill>
                          <a:latin typeface="微软雅黑" panose="020B0503020204020204" pitchFamily="34" charset="-122"/>
                        </a:rPr>
                        <a:t>检测一下出来的词和产品相关性大不大，不大的话说明亚马逊对你的产品定位不准一定要坚持跑下去（至少</a:t>
                      </a:r>
                      <a:r>
                        <a:rPr lang="en-US" altLang="zh-CN" sz="1050" b="0" i="0" u="none" strike="noStrike">
                          <a:solidFill>
                            <a:srgbClr val="000000"/>
                          </a:solidFill>
                          <a:latin typeface="微软雅黑" panose="020B0503020204020204" pitchFamily="34" charset="-122"/>
                        </a:rPr>
                        <a:t>3</a:t>
                      </a:r>
                      <a:r>
                        <a:rPr lang="zh-CN" altLang="en-US" sz="1050" b="0" i="0" u="none" strike="noStrike">
                          <a:solidFill>
                            <a:srgbClr val="000000"/>
                          </a:solidFill>
                          <a:latin typeface="微软雅黑" panose="020B0503020204020204" pitchFamily="34" charset="-122"/>
                        </a:rPr>
                        <a:t>个月）跑到再也没有新词出来为止 里面出现的</a:t>
                      </a:r>
                      <a:r>
                        <a:rPr lang="en-US" sz="1050" b="0" i="0" u="none" strike="noStrike">
                          <a:solidFill>
                            <a:srgbClr val="000000"/>
                          </a:solidFill>
                          <a:latin typeface="微软雅黑" panose="020B0503020204020204" pitchFamily="34" charset="-122"/>
                        </a:rPr>
                        <a:t>asin，</a:t>
                      </a:r>
                      <a:r>
                        <a:rPr lang="zh-CN" altLang="en-US" sz="1050" b="0" i="0" u="none" strike="noStrike">
                          <a:solidFill>
                            <a:srgbClr val="000000"/>
                          </a:solidFill>
                          <a:latin typeface="微软雅黑" panose="020B0503020204020204" pitchFamily="34" charset="-122"/>
                        </a:rPr>
                        <a:t>主要是有人在送评，用户看到你的广告点击了</a:t>
                      </a:r>
                      <a:endParaRPr lang="zh-CN" altLang="en-US" sz="1050" b="0" i="0" u="none" strike="noStrike">
                        <a:solidFill>
                          <a:srgbClr val="000000"/>
                        </a:solidFill>
                        <a:latin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r>
              <a:tr h="226167">
                <a:tc>
                  <a:txBody>
                    <a:bodyPr/>
                    <a:lstStyle/>
                    <a:p>
                      <a:pPr algn="l" fontAlgn="ctr"/>
                      <a:endParaRPr lang="zh-CN" altLang="en-US" sz="1050" b="0" i="0" u="none" strike="noStrike">
                        <a:solidFill>
                          <a:srgbClr val="000000"/>
                        </a:solidFill>
                        <a:latin typeface="微软雅黑" panose="020B0503020204020204" pitchFamily="34" charset="-122"/>
                      </a:endParaRPr>
                    </a:p>
                  </a:txBody>
                  <a:tcPr marL="0" marR="0" marT="0" marB="0" anchor="ctr">
                    <a:lnL>
                      <a:noFill/>
                    </a:lnL>
                    <a:lnR>
                      <a:noFill/>
                    </a:lnR>
                    <a:lnT>
                      <a:noFill/>
                    </a:lnT>
                    <a:lnB>
                      <a:noFill/>
                    </a:lnB>
                    <a:solidFill>
                      <a:schemeClr val="bg1"/>
                    </a:solidFill>
                  </a:tcPr>
                </a:tc>
                <a:tc>
                  <a:txBody>
                    <a:bodyPr/>
                    <a:lstStyle/>
                    <a:p>
                      <a:pPr algn="l" fontAlgn="ctr"/>
                      <a:endParaRPr lang="zh-CN" altLang="en-US" sz="1050" b="0" i="0" u="none" strike="noStrike" dirty="0">
                        <a:solidFill>
                          <a:srgbClr val="000000"/>
                        </a:solidFill>
                        <a:latin typeface="微软雅黑" panose="020B0503020204020204" pitchFamily="34" charset="-122"/>
                      </a:endParaRPr>
                    </a:p>
                  </a:txBody>
                  <a:tcPr marL="0" marR="0" marT="0" marB="0" anchor="ctr">
                    <a:lnL>
                      <a:noFill/>
                    </a:lnL>
                    <a:lnR>
                      <a:noFill/>
                    </a:lnR>
                    <a:lnT>
                      <a:noFill/>
                    </a:lnT>
                    <a:lnB>
                      <a:noFill/>
                    </a:lnB>
                    <a:solidFill>
                      <a:schemeClr val="bg1"/>
                    </a:solidFill>
                  </a:tcPr>
                </a:tc>
                <a:tc>
                  <a:txBody>
                    <a:bodyPr/>
                    <a:lstStyle/>
                    <a:p>
                      <a:pPr algn="l" fontAlgn="ctr"/>
                      <a:endParaRPr lang="zh-CN" altLang="en-US" sz="1050" b="0" i="0" u="none" strike="noStrike" dirty="0">
                        <a:solidFill>
                          <a:srgbClr val="000000"/>
                        </a:solidFill>
                        <a:latin typeface="微软雅黑" panose="020B0503020204020204" pitchFamily="34" charset="-122"/>
                      </a:endParaRP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endParaRPr lang="zh-CN" altLang="en-US" sz="1050" b="0" i="0" u="none" strike="noStrike">
                        <a:solidFill>
                          <a:srgbClr val="000000"/>
                        </a:solidFill>
                        <a:latin typeface="微软雅黑" panose="020B0503020204020204" pitchFamily="34" charset="-122"/>
                      </a:endParaRP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chemeClr val="bg1"/>
                    </a:solidFill>
                  </a:tcPr>
                </a:tc>
                <a:tc gridSpan="2">
                  <a:txBody>
                    <a:bodyPr/>
                    <a:lstStyle/>
                    <a:p>
                      <a:pPr algn="l" fontAlgn="ctr"/>
                      <a:r>
                        <a:rPr lang="zh-CN" altLang="en-US" sz="1050" b="0" i="0" u="none" strike="noStrike">
                          <a:solidFill>
                            <a:srgbClr val="000000"/>
                          </a:solidFill>
                          <a:latin typeface="微软雅黑" panose="020B0503020204020204" pitchFamily="34" charset="-122"/>
                        </a:rPr>
                        <a:t>用推荐关键词单独建一个广告活动一定要全部用上，做词组匹配</a:t>
                      </a:r>
                      <a:endParaRPr lang="zh-CN" altLang="en-US" sz="1050" b="0" i="0" u="none" strike="noStrike">
                        <a:solidFill>
                          <a:srgbClr val="000000"/>
                        </a:solidFill>
                        <a:latin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hMerge="1">
                  <a:tcPr/>
                </a:tc>
              </a:tr>
              <a:tr h="260434">
                <a:tc>
                  <a:txBody>
                    <a:bodyPr/>
                    <a:lstStyle/>
                    <a:p>
                      <a:pPr algn="l" fontAlgn="ctr"/>
                      <a:endParaRPr lang="zh-CN" altLang="en-US" sz="1050" b="0" i="0" u="none" strike="noStrike">
                        <a:solidFill>
                          <a:srgbClr val="000000"/>
                        </a:solidFill>
                        <a:latin typeface="微软雅黑" panose="020B0503020204020204" pitchFamily="34" charset="-122"/>
                      </a:endParaRPr>
                    </a:p>
                  </a:txBody>
                  <a:tcPr marL="0" marR="0" marT="0" marB="0" anchor="ctr">
                    <a:lnL>
                      <a:noFill/>
                    </a:lnL>
                    <a:lnR>
                      <a:noFill/>
                    </a:lnR>
                    <a:lnT>
                      <a:noFill/>
                    </a:lnT>
                    <a:lnB>
                      <a:noFill/>
                    </a:lnB>
                    <a:solidFill>
                      <a:schemeClr val="bg1"/>
                    </a:solidFill>
                  </a:tcPr>
                </a:tc>
                <a:tc>
                  <a:txBody>
                    <a:bodyPr/>
                    <a:lstStyle/>
                    <a:p>
                      <a:pPr algn="l" fontAlgn="ctr"/>
                      <a:endParaRPr lang="zh-CN" altLang="en-US" sz="1050" b="0" i="0" u="none" strike="noStrike">
                        <a:solidFill>
                          <a:srgbClr val="000000"/>
                        </a:solidFill>
                        <a:latin typeface="微软雅黑" panose="020B0503020204020204" pitchFamily="34" charset="-122"/>
                      </a:endParaRP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chemeClr val="bg1"/>
                    </a:solidFill>
                  </a:tcPr>
                </a:tc>
                <a:tc>
                  <a:txBody>
                    <a:bodyPr/>
                    <a:lstStyle/>
                    <a:p>
                      <a:pPr algn="ctr" fontAlgn="ctr"/>
                      <a:r>
                        <a:rPr lang="en-US" altLang="zh-CN" sz="1050" b="1" i="0" u="none" strike="noStrike" dirty="0">
                          <a:solidFill>
                            <a:srgbClr val="000000"/>
                          </a:solidFill>
                          <a:latin typeface="微软雅黑" panose="020B0503020204020204" pitchFamily="34" charset="-122"/>
                        </a:rPr>
                        <a:t>5</a:t>
                      </a:r>
                      <a:r>
                        <a:rPr lang="zh-CN" altLang="en-US" sz="1050" b="1" i="0" u="none" strike="noStrike" dirty="0">
                          <a:solidFill>
                            <a:srgbClr val="000000"/>
                          </a:solidFill>
                          <a:latin typeface="微软雅黑" panose="020B0503020204020204" pitchFamily="34" charset="-122"/>
                        </a:rPr>
                        <a:t>组广告活动</a:t>
                      </a:r>
                      <a:endParaRPr lang="zh-CN" altLang="en-US" sz="1050" b="1" i="0" u="none" strike="noStrike" dirty="0">
                        <a:solidFill>
                          <a:srgbClr val="000000"/>
                        </a:solidFill>
                        <a:latin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endParaRPr lang="zh-CN" altLang="en-US" sz="1050" b="0" i="0" u="none" strike="noStrike">
                        <a:solidFill>
                          <a:srgbClr val="000000"/>
                        </a:solidFill>
                        <a:latin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bg1"/>
                    </a:solidFill>
                  </a:tcPr>
                </a:tc>
                <a:tc gridSpan="2">
                  <a:txBody>
                    <a:bodyPr/>
                    <a:lstStyle/>
                    <a:p>
                      <a:pPr algn="l" fontAlgn="ctr"/>
                      <a:r>
                        <a:rPr lang="zh-CN" altLang="en-US" sz="1050" b="0" i="0" u="none" strike="noStrike" dirty="0">
                          <a:solidFill>
                            <a:srgbClr val="000000"/>
                          </a:solidFill>
                          <a:latin typeface="微软雅黑" panose="020B0503020204020204" pitchFamily="34" charset="-122"/>
                        </a:rPr>
                        <a:t>第</a:t>
                      </a:r>
                      <a:r>
                        <a:rPr lang="en-US" altLang="zh-CN" sz="1050" b="0" i="0" u="none" strike="noStrike" dirty="0">
                          <a:solidFill>
                            <a:srgbClr val="000000"/>
                          </a:solidFill>
                          <a:latin typeface="微软雅黑" panose="020B0503020204020204" pitchFamily="34" charset="-122"/>
                        </a:rPr>
                        <a:t>3</a:t>
                      </a:r>
                      <a:r>
                        <a:rPr lang="zh-CN" altLang="en-US" sz="1050" b="0" i="0" u="none" strike="noStrike" dirty="0">
                          <a:solidFill>
                            <a:srgbClr val="000000"/>
                          </a:solidFill>
                          <a:latin typeface="微软雅黑" panose="020B0503020204020204" pitchFamily="34" charset="-122"/>
                        </a:rPr>
                        <a:t>方关键词的精准性远低于亚马逊推荐</a:t>
                      </a:r>
                      <a:endParaRPr lang="zh-CN" altLang="en-US" sz="1050" b="0" i="0" u="none" strike="noStrike" dirty="0">
                        <a:solidFill>
                          <a:srgbClr val="000000"/>
                        </a:solidFill>
                        <a:latin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hMerge="1">
                  <a:tcPr/>
                </a:tc>
              </a:tr>
              <a:tr h="226167">
                <a:tc>
                  <a:txBody>
                    <a:bodyPr/>
                    <a:lstStyle/>
                    <a:p>
                      <a:pPr algn="l" fontAlgn="ctr"/>
                      <a:endParaRPr lang="zh-CN" altLang="en-US" sz="1050" b="0" i="0" u="none" strike="noStrike">
                        <a:solidFill>
                          <a:srgbClr val="000000"/>
                        </a:solidFill>
                        <a:latin typeface="微软雅黑" panose="020B0503020204020204" pitchFamily="34" charset="-122"/>
                      </a:endParaRPr>
                    </a:p>
                  </a:txBody>
                  <a:tcPr marL="0" marR="0" marT="0" marB="0" anchor="ctr">
                    <a:lnL>
                      <a:noFill/>
                    </a:lnL>
                    <a:lnR>
                      <a:noFill/>
                    </a:lnR>
                    <a:lnT>
                      <a:noFill/>
                    </a:lnT>
                    <a:lnB>
                      <a:noFill/>
                    </a:lnB>
                    <a:solidFill>
                      <a:schemeClr val="bg1"/>
                    </a:solidFill>
                  </a:tcPr>
                </a:tc>
                <a:tc>
                  <a:txBody>
                    <a:bodyPr/>
                    <a:lstStyle/>
                    <a:p>
                      <a:pPr algn="l" fontAlgn="ctr"/>
                      <a:endParaRPr lang="zh-CN" altLang="en-US" sz="1050" b="0" i="0" u="none" strike="noStrike">
                        <a:solidFill>
                          <a:srgbClr val="000000"/>
                        </a:solidFill>
                        <a:latin typeface="微软雅黑" panose="020B0503020204020204" pitchFamily="34" charset="-122"/>
                      </a:endParaRPr>
                    </a:p>
                  </a:txBody>
                  <a:tcPr marL="0" marR="0" marT="0" marB="0" anchor="ctr">
                    <a:lnL>
                      <a:noFill/>
                    </a:lnL>
                    <a:lnR>
                      <a:noFill/>
                    </a:lnR>
                    <a:lnT>
                      <a:noFill/>
                    </a:lnT>
                    <a:lnB>
                      <a:noFill/>
                    </a:lnB>
                    <a:solidFill>
                      <a:schemeClr val="bg1"/>
                    </a:solidFill>
                  </a:tcPr>
                </a:tc>
                <a:tc>
                  <a:txBody>
                    <a:bodyPr/>
                    <a:lstStyle/>
                    <a:p>
                      <a:pPr algn="l" fontAlgn="ctr"/>
                      <a:endParaRPr lang="zh-CN" altLang="en-US" sz="1050" b="0" i="0" u="none" strike="noStrike" dirty="0">
                        <a:solidFill>
                          <a:srgbClr val="000000"/>
                        </a:solidFill>
                        <a:latin typeface="微软雅黑" panose="020B0503020204020204" pitchFamily="34" charset="-122"/>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l" fontAlgn="ctr"/>
                      <a:endParaRPr lang="zh-CN" altLang="en-US" sz="1050" b="0" i="0" u="none" strike="noStrike">
                        <a:solidFill>
                          <a:srgbClr val="000000"/>
                        </a:solidFill>
                        <a:latin typeface="微软雅黑" panose="020B0503020204020204" pitchFamily="34" charset="-122"/>
                      </a:endParaRP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chemeClr val="bg1"/>
                    </a:solidFill>
                  </a:tcPr>
                </a:tc>
                <a:tc rowSpan="2" gridSpan="2">
                  <a:txBody>
                    <a:bodyPr/>
                    <a:lstStyle/>
                    <a:p>
                      <a:pPr algn="l" fontAlgn="ctr"/>
                      <a:r>
                        <a:rPr lang="zh-CN" altLang="en-US" sz="1050" b="0" i="0" u="none" strike="noStrike" dirty="0">
                          <a:solidFill>
                            <a:srgbClr val="000000"/>
                          </a:solidFill>
                          <a:latin typeface="微软雅黑" panose="020B0503020204020204" pitchFamily="34" charset="-122"/>
                        </a:rPr>
                        <a:t>跑半个月到一个月（预算越高需要的时间越短），从</a:t>
                      </a:r>
                      <a:r>
                        <a:rPr lang="en-US" sz="1050" b="0" i="0" u="none" strike="noStrike" dirty="0">
                          <a:solidFill>
                            <a:srgbClr val="000000"/>
                          </a:solidFill>
                          <a:latin typeface="微软雅黑" panose="020B0503020204020204" pitchFamily="34" charset="-122"/>
                        </a:rPr>
                        <a:t>ST</a:t>
                      </a:r>
                      <a:r>
                        <a:rPr lang="zh-CN" altLang="en-US" sz="1050" b="0" i="0" u="none" strike="noStrike" dirty="0">
                          <a:solidFill>
                            <a:srgbClr val="000000"/>
                          </a:solidFill>
                          <a:latin typeface="微软雅黑" panose="020B0503020204020204" pitchFamily="34" charset="-122"/>
                        </a:rPr>
                        <a:t>词筛选出转化词，初期高预算积累大量数</a:t>
                      </a:r>
                      <a:br>
                        <a:rPr lang="zh-CN" altLang="en-US" sz="1050" b="0" i="0" u="none" strike="noStrike" dirty="0">
                          <a:solidFill>
                            <a:srgbClr val="000000"/>
                          </a:solidFill>
                          <a:latin typeface="微软雅黑" panose="020B0503020204020204" pitchFamily="34" charset="-122"/>
                        </a:rPr>
                      </a:br>
                      <a:r>
                        <a:rPr lang="zh-CN" altLang="en-US" sz="1050" b="0" i="0" u="none" strike="noStrike" dirty="0">
                          <a:solidFill>
                            <a:srgbClr val="000000"/>
                          </a:solidFill>
                          <a:latin typeface="微软雅黑" panose="020B0503020204020204" pitchFamily="34" charset="-122"/>
                        </a:rPr>
                        <a:t>据，为以后发展提供大量数据，后期预算反而会少，选出来的词一点要在原来的活动中否定掉</a:t>
                      </a:r>
                      <a:endParaRPr lang="zh-CN" altLang="en-US" sz="1050" b="0" i="0" u="none" strike="noStrike" dirty="0">
                        <a:solidFill>
                          <a:srgbClr val="000000"/>
                        </a:solidFill>
                        <a:latin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rowSpan="2" hMerge="1">
                  <a:tcPr/>
                </a:tc>
              </a:tr>
              <a:tr h="322117">
                <a:tc>
                  <a:txBody>
                    <a:bodyPr/>
                    <a:lstStyle/>
                    <a:p>
                      <a:pPr algn="l" fontAlgn="ctr"/>
                      <a:endParaRPr lang="zh-CN" altLang="en-US" sz="1050" b="0" i="0" u="none" strike="noStrike">
                        <a:solidFill>
                          <a:srgbClr val="000000"/>
                        </a:solidFill>
                        <a:latin typeface="微软雅黑" panose="020B0503020204020204" pitchFamily="34" charset="-122"/>
                      </a:endParaRPr>
                    </a:p>
                  </a:txBody>
                  <a:tcPr marL="0" marR="0" marT="0" marB="0" anchor="ctr">
                    <a:lnL>
                      <a:noFill/>
                    </a:lnL>
                    <a:lnR>
                      <a:noFill/>
                    </a:lnR>
                    <a:lnT>
                      <a:noFill/>
                    </a:lnT>
                    <a:lnB>
                      <a:noFill/>
                    </a:lnB>
                    <a:solidFill>
                      <a:schemeClr val="bg1"/>
                    </a:solidFill>
                  </a:tcPr>
                </a:tc>
                <a:tc>
                  <a:txBody>
                    <a:bodyPr/>
                    <a:lstStyle/>
                    <a:p>
                      <a:pPr algn="l" fontAlgn="ctr"/>
                      <a:endParaRPr lang="zh-CN" altLang="en-US" sz="1050" b="0" i="0" u="none" strike="noStrike">
                        <a:solidFill>
                          <a:srgbClr val="000000"/>
                        </a:solidFill>
                        <a:latin typeface="微软雅黑" panose="020B0503020204020204" pitchFamily="34" charset="-122"/>
                      </a:endParaRPr>
                    </a:p>
                  </a:txBody>
                  <a:tcPr marL="0" marR="0" marT="0" marB="0" anchor="ctr">
                    <a:lnL>
                      <a:noFill/>
                    </a:lnL>
                    <a:lnR>
                      <a:noFill/>
                    </a:lnR>
                    <a:lnT>
                      <a:noFill/>
                    </a:lnT>
                    <a:lnB>
                      <a:noFill/>
                    </a:lnB>
                    <a:solidFill>
                      <a:schemeClr val="bg1"/>
                    </a:solidFill>
                  </a:tcPr>
                </a:tc>
                <a:tc>
                  <a:txBody>
                    <a:bodyPr/>
                    <a:lstStyle/>
                    <a:p>
                      <a:pPr algn="l" fontAlgn="ctr"/>
                      <a:endParaRPr lang="zh-CN" altLang="en-US" sz="1050" b="0" i="0" u="none" strike="noStrike" dirty="0">
                        <a:solidFill>
                          <a:srgbClr val="000000"/>
                        </a:solidFill>
                        <a:latin typeface="微软雅黑" panose="020B0503020204020204" pitchFamily="34" charset="-122"/>
                      </a:endParaRPr>
                    </a:p>
                  </a:txBody>
                  <a:tcPr marL="0" marR="0" marT="0" marB="0" anchor="ctr">
                    <a:lnL>
                      <a:noFill/>
                    </a:lnL>
                    <a:lnR>
                      <a:noFill/>
                    </a:lnR>
                    <a:lnT>
                      <a:noFill/>
                    </a:lnT>
                    <a:lnB>
                      <a:noFill/>
                    </a:lnB>
                    <a:solidFill>
                      <a:schemeClr val="bg1"/>
                    </a:solidFill>
                  </a:tcPr>
                </a:tc>
                <a:tc>
                  <a:txBody>
                    <a:bodyPr/>
                    <a:lstStyle/>
                    <a:p>
                      <a:pPr algn="l" fontAlgn="ctr"/>
                      <a:endParaRPr lang="zh-CN" altLang="en-US" sz="1050" b="0" i="0" u="none" strike="noStrike" dirty="0">
                        <a:solidFill>
                          <a:srgbClr val="000000"/>
                        </a:solidFill>
                        <a:latin typeface="微软雅黑" panose="020B0503020204020204" pitchFamily="34" charset="-122"/>
                      </a:endParaRP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chemeClr val="bg1"/>
                    </a:solidFill>
                  </a:tcPr>
                </a:tc>
                <a:tc vMerge="1" gridSpan="2">
                  <a:tcPr/>
                </a:tc>
                <a:tc vMerge="1" hMerge="1">
                  <a:tcPr/>
                </a:tc>
              </a:tr>
              <a:tr h="397505">
                <a:tc>
                  <a:txBody>
                    <a:bodyPr/>
                    <a:lstStyle/>
                    <a:p>
                      <a:pPr algn="l" fontAlgn="ctr"/>
                      <a:endParaRPr lang="zh-CN" altLang="en-US" sz="1050" b="0" i="0" u="none" strike="noStrike">
                        <a:solidFill>
                          <a:srgbClr val="000000"/>
                        </a:solidFill>
                        <a:latin typeface="微软雅黑" panose="020B0503020204020204" pitchFamily="34" charset="-122"/>
                      </a:endParaRP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endParaRPr lang="zh-CN" altLang="en-US" sz="1050" b="0" i="0" u="none" strike="noStrike">
                        <a:solidFill>
                          <a:srgbClr val="000000"/>
                        </a:solidFill>
                        <a:latin typeface="微软雅黑" panose="020B0503020204020204" pitchFamily="34" charset="-122"/>
                      </a:endParaRPr>
                    </a:p>
                  </a:txBody>
                  <a:tcPr marL="0" marR="0" marT="0" marB="0" anchor="ctr">
                    <a:lnL>
                      <a:noFill/>
                    </a:lnL>
                    <a:lnR>
                      <a:noFill/>
                    </a:lnR>
                    <a:lnT>
                      <a:noFill/>
                    </a:lnT>
                    <a:lnB>
                      <a:noFill/>
                    </a:lnB>
                    <a:solidFill>
                      <a:schemeClr val="bg1"/>
                    </a:solidFill>
                  </a:tcPr>
                </a:tc>
                <a:tc>
                  <a:txBody>
                    <a:bodyPr/>
                    <a:lstStyle/>
                    <a:p>
                      <a:pPr algn="l" fontAlgn="ctr"/>
                      <a:endParaRPr lang="zh-CN" altLang="en-US" sz="1050" b="0" i="0" u="none" strike="noStrike">
                        <a:solidFill>
                          <a:srgbClr val="000000"/>
                        </a:solidFill>
                        <a:latin typeface="微软雅黑" panose="020B0503020204020204" pitchFamily="34" charset="-122"/>
                      </a:endParaRPr>
                    </a:p>
                  </a:txBody>
                  <a:tcPr marL="0" marR="0" marT="0" marB="0" anchor="ctr">
                    <a:lnL>
                      <a:noFill/>
                    </a:lnL>
                    <a:lnR>
                      <a:noFill/>
                    </a:lnR>
                    <a:lnT>
                      <a:noFill/>
                    </a:lnT>
                    <a:lnB>
                      <a:noFill/>
                    </a:lnB>
                    <a:solidFill>
                      <a:schemeClr val="bg1"/>
                    </a:solidFill>
                  </a:tcPr>
                </a:tc>
                <a:tc>
                  <a:txBody>
                    <a:bodyPr/>
                    <a:lstStyle/>
                    <a:p>
                      <a:pPr algn="l" fontAlgn="ctr"/>
                      <a:endParaRPr lang="zh-CN" altLang="en-US" sz="1050" b="0" i="0" u="none" strike="noStrike" dirty="0">
                        <a:solidFill>
                          <a:srgbClr val="000000"/>
                        </a:solidFill>
                        <a:latin typeface="微软雅黑" panose="020B0503020204020204" pitchFamily="34" charset="-122"/>
                      </a:endParaRP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chemeClr val="bg1"/>
                    </a:solidFill>
                  </a:tcPr>
                </a:tc>
                <a:tc gridSpan="2">
                  <a:txBody>
                    <a:bodyPr/>
                    <a:lstStyle/>
                    <a:p>
                      <a:pPr algn="l" fontAlgn="ctr"/>
                      <a:r>
                        <a:rPr lang="zh-CN" altLang="en-US" sz="1050" b="0" i="0" u="none" strike="noStrike" dirty="0">
                          <a:solidFill>
                            <a:srgbClr val="000000"/>
                          </a:solidFill>
                          <a:latin typeface="微软雅黑" panose="020B0503020204020204" pitchFamily="34" charset="-122"/>
                        </a:rPr>
                        <a:t>从前面</a:t>
                      </a:r>
                      <a:r>
                        <a:rPr lang="en-US" altLang="zh-CN" sz="1050" b="0" i="0" u="none" strike="noStrike" dirty="0">
                          <a:solidFill>
                            <a:srgbClr val="000000"/>
                          </a:solidFill>
                          <a:latin typeface="微软雅黑" panose="020B0503020204020204" pitchFamily="34" charset="-122"/>
                        </a:rPr>
                        <a:t>4</a:t>
                      </a:r>
                      <a:r>
                        <a:rPr lang="zh-CN" altLang="en-US" sz="1050" b="0" i="0" u="none" strike="noStrike" dirty="0">
                          <a:solidFill>
                            <a:srgbClr val="000000"/>
                          </a:solidFill>
                          <a:latin typeface="微软雅黑" panose="020B0503020204020204" pitchFamily="34" charset="-122"/>
                        </a:rPr>
                        <a:t>个活动中筛选转化词 </a:t>
                      </a:r>
                      <a:r>
                        <a:rPr lang="en-US" sz="1050" b="0" i="0" u="none" strike="noStrike" dirty="0">
                          <a:solidFill>
                            <a:srgbClr val="000000"/>
                          </a:solidFill>
                          <a:latin typeface="微软雅黑" panose="020B0503020204020204" pitchFamily="34" charset="-122"/>
                        </a:rPr>
                        <a:t>CRT</a:t>
                      </a:r>
                      <a:r>
                        <a:rPr lang="zh-CN" altLang="en-US" sz="1050" b="0" i="0" u="none" strike="noStrike" dirty="0">
                          <a:solidFill>
                            <a:srgbClr val="000000"/>
                          </a:solidFill>
                          <a:latin typeface="微软雅黑" panose="020B0503020204020204" pitchFamily="34" charset="-122"/>
                        </a:rPr>
                        <a:t>大于</a:t>
                      </a:r>
                      <a:r>
                        <a:rPr lang="en-US" altLang="zh-CN" sz="1050" b="0" i="0" u="none" strike="noStrike" dirty="0">
                          <a:solidFill>
                            <a:srgbClr val="000000"/>
                          </a:solidFill>
                          <a:latin typeface="微软雅黑" panose="020B0503020204020204" pitchFamily="34" charset="-122"/>
                        </a:rPr>
                        <a:t>1%</a:t>
                      </a:r>
                      <a:r>
                        <a:rPr lang="zh-CN" altLang="en-US" sz="1050" b="0" i="0" u="none" strike="noStrike" dirty="0">
                          <a:solidFill>
                            <a:srgbClr val="000000"/>
                          </a:solidFill>
                          <a:latin typeface="微软雅黑" panose="020B0503020204020204" pitchFamily="34" charset="-122"/>
                        </a:rPr>
                        <a:t>的词，转化率大于</a:t>
                      </a:r>
                      <a:r>
                        <a:rPr lang="en-US" altLang="zh-CN" sz="1050" b="0" i="0" u="none" strike="noStrike" dirty="0">
                          <a:solidFill>
                            <a:srgbClr val="000000"/>
                          </a:solidFill>
                          <a:latin typeface="微软雅黑" panose="020B0503020204020204" pitchFamily="34" charset="-122"/>
                        </a:rPr>
                        <a:t>10%</a:t>
                      </a:r>
                      <a:r>
                        <a:rPr lang="zh-CN" altLang="en-US" sz="1050" b="0" i="0" u="none" strike="noStrike" dirty="0">
                          <a:solidFill>
                            <a:srgbClr val="000000"/>
                          </a:solidFill>
                          <a:latin typeface="微软雅黑" panose="020B0503020204020204" pitchFamily="34" charset="-122"/>
                        </a:rPr>
                        <a:t>以上</a:t>
                      </a:r>
                      <a:endParaRPr lang="zh-CN" altLang="en-US" sz="1050" b="0" i="0" u="none" strike="noStrike" dirty="0">
                        <a:solidFill>
                          <a:srgbClr val="000000"/>
                        </a:solidFill>
                        <a:latin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hMerge="1">
                  <a:tcPr/>
                </a:tc>
              </a:tr>
              <a:tr h="253582">
                <a:tc rowSpan="7">
                  <a:txBody>
                    <a:bodyPr/>
                    <a:lstStyle/>
                    <a:p>
                      <a:pPr algn="ctr" fontAlgn="ctr"/>
                      <a:r>
                        <a:rPr lang="zh-CN" altLang="en-US" sz="1050" b="1" i="0" u="none" strike="noStrike" dirty="0">
                          <a:solidFill>
                            <a:srgbClr val="000000"/>
                          </a:solidFill>
                          <a:latin typeface="微软雅黑" panose="020B0503020204020204" pitchFamily="34" charset="-122"/>
                        </a:rPr>
                        <a:t>站内广告</a:t>
                      </a:r>
                      <a:endParaRPr lang="zh-CN" altLang="en-US" sz="1050" b="1" i="0" u="none" strike="noStrike" dirty="0">
                        <a:solidFill>
                          <a:srgbClr val="000000"/>
                        </a:solidFill>
                        <a:latin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solidFill>
                  </a:tcPr>
                </a:tc>
                <a:tc>
                  <a:txBody>
                    <a:bodyPr/>
                    <a:lstStyle/>
                    <a:p>
                      <a:pPr algn="l" fontAlgn="ctr"/>
                      <a:endParaRPr lang="zh-CN" altLang="en-US" sz="1050" b="0" i="0" u="none" strike="noStrike">
                        <a:solidFill>
                          <a:srgbClr val="000000"/>
                        </a:solidFill>
                        <a:latin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chemeClr val="bg1"/>
                    </a:solidFill>
                  </a:tcPr>
                </a:tc>
                <a:tc>
                  <a:txBody>
                    <a:bodyPr/>
                    <a:lstStyle/>
                    <a:p>
                      <a:pPr algn="l" fontAlgn="ctr"/>
                      <a:endParaRPr lang="zh-CN" altLang="en-US" sz="1050" b="0" i="0" u="none" strike="noStrike">
                        <a:solidFill>
                          <a:srgbClr val="000000"/>
                        </a:solidFill>
                        <a:latin typeface="微软雅黑" panose="020B0503020204020204" pitchFamily="34" charset="-122"/>
                      </a:endParaRPr>
                    </a:p>
                  </a:txBody>
                  <a:tcPr marL="0" marR="0" marT="0" marB="0" anchor="ctr">
                    <a:lnL>
                      <a:noFill/>
                    </a:lnL>
                    <a:lnR>
                      <a:noFill/>
                    </a:lnR>
                    <a:lnT>
                      <a:noFill/>
                    </a:lnT>
                    <a:lnB>
                      <a:noFill/>
                    </a:lnB>
                    <a:solidFill>
                      <a:schemeClr val="bg1"/>
                    </a:solidFill>
                  </a:tcPr>
                </a:tc>
                <a:tc gridSpan="3">
                  <a:txBody>
                    <a:bodyPr/>
                    <a:lstStyle/>
                    <a:p>
                      <a:pPr algn="ctr" fontAlgn="ctr"/>
                      <a:endParaRPr lang="zh-CN" altLang="en-US" sz="1050" b="0" i="0" u="none" strike="noStrike" dirty="0">
                        <a:solidFill>
                          <a:srgbClr val="000000"/>
                        </a:solidFill>
                        <a:latin typeface="微软雅黑" panose="020B0503020204020204" pitchFamily="34" charset="-122"/>
                      </a:endParaRPr>
                    </a:p>
                  </a:txBody>
                  <a:tcPr marL="0" marR="0" marT="0" marB="0" anchor="ctr">
                    <a:lnL>
                      <a:noFill/>
                    </a:lnL>
                    <a:lnR>
                      <a:noFill/>
                    </a:lnR>
                    <a:lnT>
                      <a:noFill/>
                    </a:lnT>
                    <a:lnB>
                      <a:noFill/>
                    </a:lnB>
                    <a:solidFill>
                      <a:schemeClr val="bg1"/>
                    </a:solidFill>
                  </a:tcPr>
                </a:tc>
                <a:tc hMerge="1">
                  <a:tcPr/>
                </a:tc>
                <a:tc hMerge="1">
                  <a:tcPr/>
                </a:tc>
              </a:tr>
              <a:tr h="507162">
                <a:tc vMerge="1">
                  <a:tcPr/>
                </a:tc>
                <a:tc>
                  <a:txBody>
                    <a:bodyPr/>
                    <a:lstStyle/>
                    <a:p>
                      <a:pPr algn="l" fontAlgn="ctr"/>
                      <a:endParaRPr lang="zh-CN" altLang="en-US" sz="1050" b="0" i="0" u="none" strike="noStrike">
                        <a:solidFill>
                          <a:srgbClr val="000000"/>
                        </a:solidFill>
                        <a:latin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chemeClr val="bg1"/>
                    </a:solidFill>
                  </a:tcPr>
                </a:tc>
                <a:tc>
                  <a:txBody>
                    <a:bodyPr/>
                    <a:lstStyle/>
                    <a:p>
                      <a:pPr algn="l" fontAlgn="ctr"/>
                      <a:endParaRPr lang="zh-CN" altLang="en-US" sz="1050" b="0" i="0" u="none" strike="noStrike" dirty="0">
                        <a:solidFill>
                          <a:srgbClr val="000000"/>
                        </a:solidFill>
                        <a:latin typeface="微软雅黑" panose="020B0503020204020204" pitchFamily="34" charset="-122"/>
                      </a:endParaRP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chemeClr val="bg1"/>
                    </a:solidFill>
                  </a:tcPr>
                </a:tc>
                <a:tc rowSpan="3">
                  <a:txBody>
                    <a:bodyPr/>
                    <a:lstStyle/>
                    <a:p>
                      <a:pPr algn="l" fontAlgn="ctr"/>
                      <a:endParaRPr lang="zh-CN" altLang="en-US" sz="1050" b="0" i="0" u="none" strike="noStrike">
                        <a:solidFill>
                          <a:srgbClr val="000000"/>
                        </a:solidFill>
                        <a:latin typeface="微软雅黑" panose="020B0503020204020204" pitchFamily="34" charset="-122"/>
                      </a:endParaRP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chemeClr val="bg1"/>
                    </a:solidFill>
                  </a:tcPr>
                </a:tc>
                <a:tc gridSpan="2">
                  <a:txBody>
                    <a:bodyPr/>
                    <a:lstStyle/>
                    <a:p>
                      <a:pPr algn="l" fontAlgn="ctr"/>
                      <a:r>
                        <a:rPr lang="zh-CN" altLang="en-US" sz="1050" b="0" i="0" u="none" strike="noStrike" dirty="0">
                          <a:solidFill>
                            <a:srgbClr val="000000"/>
                          </a:solidFill>
                          <a:latin typeface="微软雅黑" panose="020B0503020204020204" pitchFamily="34" charset="-122"/>
                        </a:rPr>
                        <a:t>广泛活动升级到词组活动的门槛，</a:t>
                      </a:r>
                      <a:r>
                        <a:rPr lang="en-US" sz="1050" b="0" i="0" u="none" strike="noStrike" dirty="0">
                          <a:solidFill>
                            <a:srgbClr val="000000"/>
                          </a:solidFill>
                          <a:latin typeface="微软雅黑" panose="020B0503020204020204" pitchFamily="34" charset="-122"/>
                        </a:rPr>
                        <a:t>ACOS</a:t>
                      </a:r>
                      <a:r>
                        <a:rPr lang="zh-CN" altLang="en-US" sz="1050" b="0" i="0" u="none" strike="noStrike" dirty="0">
                          <a:solidFill>
                            <a:srgbClr val="000000"/>
                          </a:solidFill>
                          <a:latin typeface="微软雅黑" panose="020B0503020204020204" pitchFamily="34" charset="-122"/>
                        </a:rPr>
                        <a:t>不用特别纠结值的高低，只要是大于销售利润率</a:t>
                      </a:r>
                      <a:r>
                        <a:rPr lang="en-US" altLang="zh-CN" sz="1050" b="0" i="0" u="none" strike="noStrike" dirty="0">
                          <a:solidFill>
                            <a:srgbClr val="000000"/>
                          </a:solidFill>
                          <a:latin typeface="微软雅黑" panose="020B0503020204020204" pitchFamily="34" charset="-122"/>
                        </a:rPr>
                        <a:t>15-20%</a:t>
                      </a:r>
                      <a:r>
                        <a:rPr lang="zh-CN" altLang="en-US" sz="1050" b="0" i="0" u="none" strike="noStrike" dirty="0">
                          <a:solidFill>
                            <a:srgbClr val="000000"/>
                          </a:solidFill>
                          <a:latin typeface="微软雅黑" panose="020B0503020204020204" pitchFamily="34" charset="-122"/>
                        </a:rPr>
                        <a:t>以内，都是可以考虑的。</a:t>
                      </a:r>
                      <a:r>
                        <a:rPr lang="en-US" altLang="zh-CN" sz="1050" b="0" i="0" u="none" strike="noStrike" dirty="0">
                          <a:solidFill>
                            <a:srgbClr val="000000"/>
                          </a:solidFill>
                          <a:latin typeface="微软雅黑" panose="020B0503020204020204" pitchFamily="34" charset="-122"/>
                        </a:rPr>
                        <a:t>20%</a:t>
                      </a:r>
                      <a:r>
                        <a:rPr lang="zh-CN" altLang="en-US" sz="1050" b="0" i="0" u="none" strike="noStrike" dirty="0">
                          <a:solidFill>
                            <a:srgbClr val="000000"/>
                          </a:solidFill>
                          <a:latin typeface="微软雅黑" panose="020B0503020204020204" pitchFamily="34" charset="-122"/>
                        </a:rPr>
                        <a:t>作为临界点是因为相当于把刷单的钱拿来做广告，</a:t>
                      </a:r>
                      <a:r>
                        <a:rPr lang="en-US" sz="1050" b="0" i="0" u="none" strike="noStrike" dirty="0">
                          <a:solidFill>
                            <a:srgbClr val="000000"/>
                          </a:solidFill>
                          <a:latin typeface="微软雅黑" panose="020B0503020204020204" pitchFamily="34" charset="-122"/>
                        </a:rPr>
                        <a:t>CTR</a:t>
                      </a:r>
                      <a:r>
                        <a:rPr lang="zh-CN" altLang="en-US" sz="1050" b="0" i="0" u="none" strike="noStrike" dirty="0">
                          <a:solidFill>
                            <a:srgbClr val="000000"/>
                          </a:solidFill>
                          <a:latin typeface="微软雅黑" panose="020B0503020204020204" pitchFamily="34" charset="-122"/>
                        </a:rPr>
                        <a:t>不小于</a:t>
                      </a:r>
                      <a:r>
                        <a:rPr lang="en-US" altLang="zh-CN" sz="1050" b="0" i="0" u="none" strike="noStrike" dirty="0">
                          <a:solidFill>
                            <a:srgbClr val="000000"/>
                          </a:solidFill>
                          <a:latin typeface="微软雅黑" panose="020B0503020204020204" pitchFamily="34" charset="-122"/>
                        </a:rPr>
                        <a:t>3</a:t>
                      </a:r>
                      <a:r>
                        <a:rPr lang="zh-CN" altLang="en-US" sz="1050" b="0" i="0" u="none" strike="noStrike" dirty="0">
                          <a:solidFill>
                            <a:srgbClr val="000000"/>
                          </a:solidFill>
                          <a:latin typeface="微软雅黑" panose="020B0503020204020204" pitchFamily="34" charset="-122"/>
                        </a:rPr>
                        <a:t>（亚马逊</a:t>
                      </a:r>
                      <a:r>
                        <a:rPr lang="en-US" sz="1050" b="0" i="0" u="none" strike="noStrike" dirty="0">
                          <a:solidFill>
                            <a:srgbClr val="000000"/>
                          </a:solidFill>
                          <a:latin typeface="微软雅黑" panose="020B0503020204020204" pitchFamily="34" charset="-122"/>
                        </a:rPr>
                        <a:t>PPC</a:t>
                      </a:r>
                      <a:r>
                        <a:rPr lang="zh-CN" altLang="en-US" sz="1050" b="0" i="0" u="none" strike="noStrike" dirty="0">
                          <a:solidFill>
                            <a:srgbClr val="000000"/>
                          </a:solidFill>
                          <a:latin typeface="微软雅黑" panose="020B0503020204020204" pitchFamily="34" charset="-122"/>
                        </a:rPr>
                        <a:t>的</a:t>
                      </a:r>
                      <a:r>
                        <a:rPr lang="en-US" sz="1050" b="0" i="0" u="none" strike="noStrike" dirty="0">
                          <a:solidFill>
                            <a:srgbClr val="000000"/>
                          </a:solidFill>
                          <a:latin typeface="微软雅黑" panose="020B0503020204020204" pitchFamily="34" charset="-122"/>
                        </a:rPr>
                        <a:t>CTR</a:t>
                      </a:r>
                      <a:r>
                        <a:rPr lang="zh-CN" altLang="en-US" sz="1050" b="0" i="0" u="none" strike="noStrike" dirty="0">
                          <a:solidFill>
                            <a:srgbClr val="000000"/>
                          </a:solidFill>
                          <a:latin typeface="微软雅黑" panose="020B0503020204020204" pitchFamily="34" charset="-122"/>
                        </a:rPr>
                        <a:t>平均值</a:t>
                      </a:r>
                      <a:r>
                        <a:rPr lang="en-US" altLang="zh-CN" sz="1050" b="0" i="0" u="none" strike="noStrike" dirty="0">
                          <a:solidFill>
                            <a:srgbClr val="000000"/>
                          </a:solidFill>
                          <a:latin typeface="微软雅黑" panose="020B0503020204020204" pitchFamily="34" charset="-122"/>
                        </a:rPr>
                        <a:t>2-3</a:t>
                      </a:r>
                      <a:r>
                        <a:rPr lang="zh-CN" altLang="en-US" sz="1050" b="0" i="0" u="none" strike="noStrike" dirty="0">
                          <a:solidFill>
                            <a:srgbClr val="000000"/>
                          </a:solidFill>
                          <a:latin typeface="微软雅黑" panose="020B0503020204020204" pitchFamily="34" charset="-122"/>
                        </a:rPr>
                        <a:t>） 转化率最重要指标 </a:t>
                      </a:r>
                      <a:r>
                        <a:rPr lang="en-US" altLang="zh-CN" sz="1050" b="0" i="0" u="none" strike="noStrike" dirty="0">
                          <a:solidFill>
                            <a:srgbClr val="000000"/>
                          </a:solidFill>
                          <a:latin typeface="微软雅黑" panose="020B0503020204020204" pitchFamily="34" charset="-122"/>
                        </a:rPr>
                        <a:t>&gt; 8%</a:t>
                      </a:r>
                      <a:endParaRPr lang="en-US" altLang="zh-CN" sz="1050" b="0" i="0" u="none" strike="noStrike" dirty="0">
                        <a:solidFill>
                          <a:srgbClr val="000000"/>
                        </a:solidFill>
                        <a:latin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hMerge="1">
                  <a:tcPr/>
                </a:tc>
              </a:tr>
              <a:tr h="274141">
                <a:tc vMerge="1">
                  <a:tcPr/>
                </a:tc>
                <a:tc>
                  <a:txBody>
                    <a:bodyPr/>
                    <a:lstStyle/>
                    <a:p>
                      <a:pPr algn="l" fontAlgn="ctr"/>
                      <a:endParaRPr lang="zh-CN" altLang="en-US" sz="1050" b="0" i="0" u="none" strike="noStrike">
                        <a:solidFill>
                          <a:srgbClr val="000000"/>
                        </a:solidFill>
                        <a:latin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bg1"/>
                    </a:solidFill>
                  </a:tcPr>
                </a:tc>
                <a:tc>
                  <a:txBody>
                    <a:bodyPr/>
                    <a:lstStyle/>
                    <a:p>
                      <a:pPr algn="ctr" fontAlgn="ctr"/>
                      <a:r>
                        <a:rPr lang="zh-CN" altLang="en-US" sz="1050" b="1" i="0" u="none" strike="noStrike">
                          <a:solidFill>
                            <a:srgbClr val="000000"/>
                          </a:solidFill>
                          <a:latin typeface="微软雅黑" panose="020B0503020204020204" pitchFamily="34" charset="-122"/>
                        </a:rPr>
                        <a:t>广告词升级</a:t>
                      </a:r>
                      <a:endParaRPr lang="zh-CN" altLang="en-US" sz="1050" b="1" i="0" u="none" strike="noStrike">
                        <a:solidFill>
                          <a:srgbClr val="000000"/>
                        </a:solidFill>
                        <a:latin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vMerge="1">
                  <a:tcPr/>
                </a:tc>
                <a:tc rowSpan="2" gridSpan="2">
                  <a:txBody>
                    <a:bodyPr/>
                    <a:lstStyle/>
                    <a:p>
                      <a:pPr algn="l" fontAlgn="ctr"/>
                      <a:r>
                        <a:rPr lang="zh-CN" altLang="en-US" sz="1050" b="0" i="0" u="none" strike="noStrike" dirty="0">
                          <a:solidFill>
                            <a:srgbClr val="000000"/>
                          </a:solidFill>
                          <a:latin typeface="微软雅黑" panose="020B0503020204020204" pitchFamily="34" charset="-122"/>
                        </a:rPr>
                        <a:t>词组升级到</a:t>
                      </a:r>
                      <a:r>
                        <a:rPr lang="en-US" sz="1050" b="0" i="0" u="none" strike="noStrike" dirty="0">
                          <a:solidFill>
                            <a:srgbClr val="000000"/>
                          </a:solidFill>
                          <a:latin typeface="微软雅黑" panose="020B0503020204020204" pitchFamily="34" charset="-122"/>
                        </a:rPr>
                        <a:t>EXACT </a:t>
                      </a:r>
                      <a:r>
                        <a:rPr lang="zh-CN" altLang="en-US" sz="1050" b="0" i="0" u="none" strike="noStrike" dirty="0">
                          <a:solidFill>
                            <a:srgbClr val="000000"/>
                          </a:solidFill>
                          <a:latin typeface="微软雅黑" panose="020B0503020204020204" pitchFamily="34" charset="-122"/>
                        </a:rPr>
                        <a:t>精准的门槛，做决定的周期建议为一个月，周期越长数据越准确，升级后原来组里的词不删用否定。转化率</a:t>
                      </a:r>
                      <a:r>
                        <a:rPr lang="en-US" altLang="zh-CN" sz="1050" b="0" i="0" u="none" strike="noStrike" dirty="0">
                          <a:solidFill>
                            <a:srgbClr val="000000"/>
                          </a:solidFill>
                          <a:latin typeface="微软雅黑" panose="020B0503020204020204" pitchFamily="34" charset="-122"/>
                        </a:rPr>
                        <a:t>&gt; 20%</a:t>
                      </a:r>
                      <a:endParaRPr lang="en-US" altLang="zh-CN" sz="1050" b="0" i="0" u="none" strike="noStrike" dirty="0">
                        <a:solidFill>
                          <a:srgbClr val="000000"/>
                        </a:solidFill>
                        <a:latin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rowSpan="2" hMerge="1">
                  <a:tcPr/>
                </a:tc>
              </a:tr>
              <a:tr h="397505">
                <a:tc vMerge="1">
                  <a:tcPr/>
                </a:tc>
                <a:tc>
                  <a:txBody>
                    <a:bodyPr/>
                    <a:lstStyle/>
                    <a:p>
                      <a:pPr algn="l" fontAlgn="ctr"/>
                      <a:endParaRPr lang="zh-CN" altLang="en-US" sz="1050" b="0" i="0" u="none" strike="noStrike">
                        <a:solidFill>
                          <a:srgbClr val="000000"/>
                        </a:solidFill>
                        <a:latin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chemeClr val="bg1"/>
                    </a:solidFill>
                  </a:tcPr>
                </a:tc>
                <a:tc>
                  <a:txBody>
                    <a:bodyPr/>
                    <a:lstStyle/>
                    <a:p>
                      <a:pPr algn="l" fontAlgn="ctr"/>
                      <a:endParaRPr lang="zh-CN" altLang="en-US" sz="1050" b="0" i="0" u="none" strike="noStrike" dirty="0">
                        <a:solidFill>
                          <a:srgbClr val="000000"/>
                        </a:solidFill>
                        <a:latin typeface="微软雅黑" panose="020B0503020204020204" pitchFamily="34" charset="-122"/>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chemeClr val="bg1"/>
                    </a:solidFill>
                  </a:tcPr>
                </a:tc>
                <a:tc vMerge="1">
                  <a:tcPr/>
                </a:tc>
                <a:tc vMerge="1" gridSpan="2">
                  <a:tcPr/>
                </a:tc>
                <a:tc vMerge="1" hMerge="1">
                  <a:tcPr/>
                </a:tc>
              </a:tr>
              <a:tr h="260434">
                <a:tc vMerge="1">
                  <a:tcPr/>
                </a:tc>
                <a:tc>
                  <a:txBody>
                    <a:bodyPr/>
                    <a:lstStyle/>
                    <a:p>
                      <a:pPr algn="l" fontAlgn="ctr"/>
                      <a:endParaRPr lang="zh-CN" altLang="en-US" sz="1050" b="0" i="0" u="none" strike="noStrike">
                        <a:solidFill>
                          <a:srgbClr val="000000"/>
                        </a:solidFill>
                        <a:latin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chemeClr val="bg1"/>
                    </a:solidFill>
                  </a:tcPr>
                </a:tc>
                <a:tc>
                  <a:txBody>
                    <a:bodyPr/>
                    <a:lstStyle/>
                    <a:p>
                      <a:pPr algn="l" fontAlgn="ctr"/>
                      <a:endParaRPr lang="zh-CN" altLang="en-US" sz="1050" b="0" i="0" u="none" strike="noStrike">
                        <a:solidFill>
                          <a:srgbClr val="000000"/>
                        </a:solidFill>
                        <a:latin typeface="微软雅黑" panose="020B0503020204020204" pitchFamily="34" charset="-122"/>
                      </a:endParaRP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chemeClr val="bg1"/>
                    </a:solidFill>
                  </a:tcPr>
                </a:tc>
                <a:tc gridSpan="3">
                  <a:txBody>
                    <a:bodyPr/>
                    <a:lstStyle/>
                    <a:p>
                      <a:pPr algn="ctr" fontAlgn="ctr"/>
                      <a:endParaRPr lang="zh-CN" altLang="en-US" sz="1050" b="0" i="0" u="none" strike="noStrike" dirty="0">
                        <a:solidFill>
                          <a:srgbClr val="000000"/>
                        </a:solidFill>
                        <a:latin typeface="微软雅黑" panose="020B0503020204020204" pitchFamily="34" charset="-122"/>
                      </a:endParaRP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chemeClr val="bg1"/>
                    </a:solidFill>
                  </a:tcPr>
                </a:tc>
                <a:tc hMerge="1">
                  <a:tcPr/>
                </a:tc>
                <a:tc hMerge="1">
                  <a:tcPr/>
                </a:tc>
              </a:tr>
              <a:tr h="260434">
                <a:tc vMerge="1">
                  <a:tcPr/>
                </a:tc>
                <a:tc>
                  <a:txBody>
                    <a:bodyPr/>
                    <a:lstStyle/>
                    <a:p>
                      <a:pPr algn="l" fontAlgn="ctr"/>
                      <a:endParaRPr lang="zh-CN" altLang="en-US" sz="1050" b="0" i="0" u="none" strike="noStrike">
                        <a:solidFill>
                          <a:srgbClr val="000000"/>
                        </a:solidFill>
                        <a:latin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bg1"/>
                    </a:solidFill>
                  </a:tcPr>
                </a:tc>
                <a:tc rowSpan="2">
                  <a:txBody>
                    <a:bodyPr/>
                    <a:lstStyle/>
                    <a:p>
                      <a:pPr algn="ctr" fontAlgn="ctr"/>
                      <a:r>
                        <a:rPr lang="en-US" sz="1050" b="1" i="0" u="none" strike="noStrike">
                          <a:solidFill>
                            <a:srgbClr val="000000"/>
                          </a:solidFill>
                          <a:latin typeface="微软雅黑" panose="020B0503020204020204" pitchFamily="34" charset="-122"/>
                        </a:rPr>
                        <a:t>Bid+</a:t>
                      </a:r>
                      <a:endParaRPr lang="en-US" sz="1050" b="1" i="0" u="none" strike="noStrike">
                        <a:solidFill>
                          <a:srgbClr val="000000"/>
                        </a:solidFill>
                        <a:latin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rowSpan="2" gridSpan="3">
                  <a:txBody>
                    <a:bodyPr/>
                    <a:lstStyle/>
                    <a:p>
                      <a:pPr algn="l" fontAlgn="ctr"/>
                      <a:r>
                        <a:rPr lang="zh-CN" altLang="en-US" sz="1050" b="0" i="0" u="none" strike="noStrike" dirty="0">
                          <a:solidFill>
                            <a:srgbClr val="000000"/>
                          </a:solidFill>
                          <a:latin typeface="微软雅黑" panose="020B0503020204020204" pitchFamily="34" charset="-122"/>
                        </a:rPr>
                        <a:t>当</a:t>
                      </a:r>
                      <a:r>
                        <a:rPr lang="en-US" sz="1050" b="0" i="0" u="none" strike="noStrike" dirty="0">
                          <a:solidFill>
                            <a:srgbClr val="000000"/>
                          </a:solidFill>
                          <a:latin typeface="微软雅黑" panose="020B0503020204020204" pitchFamily="34" charset="-122"/>
                        </a:rPr>
                        <a:t>Keyword</a:t>
                      </a:r>
                      <a:r>
                        <a:rPr lang="zh-CN" altLang="en-US" sz="1050" b="0" i="0" u="none" strike="noStrike" dirty="0">
                          <a:solidFill>
                            <a:srgbClr val="000000"/>
                          </a:solidFill>
                          <a:latin typeface="微软雅黑" panose="020B0503020204020204" pitchFamily="34" charset="-122"/>
                        </a:rPr>
                        <a:t>在第二页时，允许把</a:t>
                      </a:r>
                      <a:r>
                        <a:rPr lang="en-US" sz="1050" b="0" i="0" u="none" strike="noStrike" dirty="0">
                          <a:solidFill>
                            <a:srgbClr val="000000"/>
                          </a:solidFill>
                          <a:latin typeface="微软雅黑" panose="020B0503020204020204" pitchFamily="34" charset="-122"/>
                        </a:rPr>
                        <a:t>bid</a:t>
                      </a:r>
                      <a:r>
                        <a:rPr lang="zh-CN" altLang="en-US" sz="1050" b="0" i="0" u="none" strike="noStrike" dirty="0">
                          <a:solidFill>
                            <a:srgbClr val="000000"/>
                          </a:solidFill>
                          <a:latin typeface="微软雅黑" panose="020B0503020204020204" pitchFamily="34" charset="-122"/>
                        </a:rPr>
                        <a:t>加价</a:t>
                      </a:r>
                      <a:r>
                        <a:rPr lang="en-US" altLang="zh-CN" sz="1050" b="0" i="0" u="none" strike="noStrike" dirty="0">
                          <a:solidFill>
                            <a:srgbClr val="000000"/>
                          </a:solidFill>
                          <a:latin typeface="微软雅黑" panose="020B0503020204020204" pitchFamily="34" charset="-122"/>
                        </a:rPr>
                        <a:t>50%</a:t>
                      </a:r>
                      <a:r>
                        <a:rPr lang="zh-CN" altLang="en-US" sz="1050" b="0" i="0" u="none" strike="noStrike" dirty="0">
                          <a:solidFill>
                            <a:srgbClr val="000000"/>
                          </a:solidFill>
                          <a:latin typeface="微软雅黑" panose="020B0503020204020204" pitchFamily="34" charset="-122"/>
                        </a:rPr>
                        <a:t>上首页 </a:t>
                      </a:r>
                      <a:r>
                        <a:rPr lang="en-US" sz="1050" b="0" i="0" u="none" strike="noStrike" dirty="0">
                          <a:solidFill>
                            <a:srgbClr val="000000"/>
                          </a:solidFill>
                          <a:latin typeface="微软雅黑" panose="020B0503020204020204" pitchFamily="34" charset="-122"/>
                        </a:rPr>
                        <a:t>Bid+ </a:t>
                      </a:r>
                      <a:r>
                        <a:rPr lang="zh-CN" altLang="en-US" sz="1050" b="0" i="0" u="none" strike="noStrike" dirty="0">
                          <a:solidFill>
                            <a:srgbClr val="000000"/>
                          </a:solidFill>
                          <a:latin typeface="微软雅黑" panose="020B0503020204020204" pitchFamily="34" charset="-122"/>
                        </a:rPr>
                        <a:t>可以用在词组 和 精确活动上面使用。</a:t>
                      </a:r>
                      <a:endParaRPr lang="zh-CN" altLang="en-US" sz="1050" b="0" i="0" u="none" strike="noStrike" dirty="0">
                        <a:solidFill>
                          <a:srgbClr val="000000"/>
                        </a:solidFill>
                        <a:latin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rowSpan="2" hMerge="1">
                  <a:tcPr/>
                </a:tc>
                <a:tc rowSpan="2" hMerge="1">
                  <a:tcPr/>
                </a:tc>
              </a:tr>
              <a:tr h="239874">
                <a:tc vMerge="1">
                  <a:tcPr/>
                </a:tc>
                <a:tc>
                  <a:txBody>
                    <a:bodyPr/>
                    <a:lstStyle/>
                    <a:p>
                      <a:pPr algn="l" fontAlgn="ctr"/>
                      <a:endParaRPr lang="zh-CN" altLang="en-US" sz="1050" b="0" i="0" u="none" strike="noStrike" dirty="0">
                        <a:solidFill>
                          <a:srgbClr val="000000"/>
                        </a:solidFill>
                        <a:latin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bg1"/>
                    </a:solidFill>
                  </a:tcPr>
                </a:tc>
                <a:tc vMerge="1">
                  <a:tcPr/>
                </a:tc>
                <a:tc vMerge="1" gridSpan="3">
                  <a:tcPr/>
                </a:tc>
                <a:tc vMerge="1" hMerge="1">
                  <a:tcPr/>
                </a:tc>
                <a:tc vMerge="1" hMerge="1">
                  <a:tcPr/>
                </a:tc>
              </a:tr>
              <a:tr h="214224">
                <a:tc>
                  <a:txBody>
                    <a:bodyPr/>
                    <a:lstStyle/>
                    <a:p>
                      <a:pPr algn="l" fontAlgn="ctr"/>
                      <a:endParaRPr lang="zh-CN" altLang="en-US" sz="1050" b="0" i="0" u="none" strike="noStrike">
                        <a:solidFill>
                          <a:srgbClr val="000000"/>
                        </a:solidFill>
                        <a:latin typeface="微软雅黑" panose="020B0503020204020204" pitchFamily="34" charset="-122"/>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l" fontAlgn="ctr"/>
                      <a:endParaRPr lang="zh-CN" altLang="en-US" sz="1050" b="0" i="0" u="none" strike="noStrike">
                        <a:solidFill>
                          <a:srgbClr val="000000"/>
                        </a:solidFill>
                        <a:latin typeface="微软雅黑" panose="020B0503020204020204" pitchFamily="34" charset="-122"/>
                      </a:endParaRPr>
                    </a:p>
                  </a:txBody>
                  <a:tcPr marL="0" marR="0" marT="0" marB="0" anchor="ctr">
                    <a:lnL>
                      <a:noFill/>
                    </a:lnL>
                    <a:lnR>
                      <a:noFill/>
                    </a:lnR>
                    <a:lnT>
                      <a:noFill/>
                    </a:lnT>
                    <a:lnB>
                      <a:noFill/>
                    </a:lnB>
                    <a:solidFill>
                      <a:schemeClr val="bg1"/>
                    </a:solidFill>
                  </a:tcPr>
                </a:tc>
                <a:tc>
                  <a:txBody>
                    <a:bodyPr/>
                    <a:lstStyle/>
                    <a:p>
                      <a:pPr algn="l" fontAlgn="ctr"/>
                      <a:endParaRPr lang="zh-CN" altLang="en-US" sz="1050" b="0" i="0" u="none" strike="noStrike">
                        <a:solidFill>
                          <a:srgbClr val="000000"/>
                        </a:solidFill>
                        <a:latin typeface="微软雅黑" panose="020B0503020204020204" pitchFamily="34" charset="-122"/>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chemeClr val="bg1"/>
                    </a:solidFill>
                  </a:tcPr>
                </a:tc>
                <a:tc gridSpan="3">
                  <a:txBody>
                    <a:bodyPr/>
                    <a:lstStyle/>
                    <a:p>
                      <a:pPr algn="ctr" fontAlgn="ctr"/>
                      <a:endParaRPr lang="zh-CN" altLang="en-US" sz="1050" b="0" i="0" u="none" strike="noStrike" dirty="0">
                        <a:solidFill>
                          <a:srgbClr val="000000"/>
                        </a:solidFill>
                        <a:latin typeface="微软雅黑" panose="020B0503020204020204" pitchFamily="34" charset="-122"/>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chemeClr val="bg1"/>
                    </a:solidFill>
                  </a:tcPr>
                </a:tc>
                <a:tc hMerge="1">
                  <a:tcPr/>
                </a:tc>
                <a:tc hMerge="1">
                  <a:tcPr/>
                </a:tc>
              </a:tr>
              <a:tr h="226126">
                <a:tc>
                  <a:txBody>
                    <a:bodyPr/>
                    <a:lstStyle/>
                    <a:p>
                      <a:pPr algn="l" fontAlgn="ctr"/>
                      <a:endParaRPr lang="zh-CN" altLang="en-US" sz="1050" b="0" i="0" u="none" strike="noStrike">
                        <a:solidFill>
                          <a:srgbClr val="000000"/>
                        </a:solidFill>
                        <a:latin typeface="微软雅黑" panose="020B0503020204020204" pitchFamily="34" charset="-122"/>
                      </a:endParaRPr>
                    </a:p>
                  </a:txBody>
                  <a:tcPr marL="0" marR="0" marT="0" marB="0" anchor="ctr">
                    <a:lnL>
                      <a:noFill/>
                    </a:lnL>
                    <a:lnR>
                      <a:noFill/>
                    </a:lnR>
                    <a:lnT>
                      <a:noFill/>
                    </a:lnT>
                    <a:lnB>
                      <a:noFill/>
                    </a:lnB>
                    <a:solidFill>
                      <a:schemeClr val="bg1"/>
                    </a:solidFill>
                  </a:tcPr>
                </a:tc>
                <a:tc>
                  <a:txBody>
                    <a:bodyPr/>
                    <a:lstStyle/>
                    <a:p>
                      <a:pPr algn="l" fontAlgn="ctr"/>
                      <a:endParaRPr lang="zh-CN" altLang="en-US" sz="1050" b="0" i="0" u="none" strike="noStrike">
                        <a:solidFill>
                          <a:srgbClr val="000000"/>
                        </a:solidFill>
                        <a:latin typeface="微软雅黑" panose="020B0503020204020204" pitchFamily="34" charset="-122"/>
                      </a:endParaRPr>
                    </a:p>
                  </a:txBody>
                  <a:tcPr marL="0" marR="0" marT="0" marB="0" anchor="ctr">
                    <a:lnL>
                      <a:noFill/>
                    </a:lnL>
                    <a:lnR>
                      <a:noFill/>
                    </a:lnR>
                    <a:lnT>
                      <a:noFill/>
                    </a:lnT>
                    <a:lnB>
                      <a:noFill/>
                    </a:lnB>
                    <a:solidFill>
                      <a:schemeClr val="bg1"/>
                    </a:solidFill>
                  </a:tcPr>
                </a:tc>
                <a:tc>
                  <a:txBody>
                    <a:bodyPr/>
                    <a:lstStyle/>
                    <a:p>
                      <a:pPr algn="l" fontAlgn="ctr"/>
                      <a:endParaRPr lang="zh-CN" altLang="en-US" sz="1050" b="0" i="0" u="none" strike="noStrike">
                        <a:solidFill>
                          <a:srgbClr val="000000"/>
                        </a:solidFill>
                        <a:latin typeface="微软雅黑" panose="020B0503020204020204" pitchFamily="34" charset="-122"/>
                      </a:endParaRPr>
                    </a:p>
                  </a:txBody>
                  <a:tcPr marL="0" marR="0" marT="0" marB="0" anchor="ctr">
                    <a:lnL>
                      <a:noFill/>
                    </a:lnL>
                    <a:lnR>
                      <a:noFill/>
                    </a:lnR>
                    <a:lnT>
                      <a:noFill/>
                    </a:lnT>
                    <a:lnB>
                      <a:noFill/>
                    </a:lnB>
                    <a:solidFill>
                      <a:schemeClr val="bg1"/>
                    </a:solidFill>
                  </a:tcPr>
                </a:tc>
                <a:tc rowSpan="6">
                  <a:txBody>
                    <a:bodyPr/>
                    <a:lstStyle/>
                    <a:p>
                      <a:pPr algn="l" fontAlgn="ctr"/>
                      <a:endParaRPr lang="zh-CN" altLang="en-US" sz="1050" b="0" i="0" u="none" strike="noStrike">
                        <a:solidFill>
                          <a:srgbClr val="000000"/>
                        </a:solidFill>
                        <a:latin typeface="微软雅黑" panose="020B0503020204020204" pitchFamily="34" charset="-122"/>
                      </a:endParaRP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chemeClr val="bg1"/>
                    </a:solidFill>
                  </a:tcPr>
                </a:tc>
                <a:tc rowSpan="2" gridSpan="2">
                  <a:txBody>
                    <a:bodyPr/>
                    <a:lstStyle/>
                    <a:p>
                      <a:pPr algn="l" fontAlgn="ctr"/>
                      <a:r>
                        <a:rPr lang="zh-CN" altLang="en-US" sz="1050" b="0" i="0" u="none" strike="noStrike" dirty="0">
                          <a:solidFill>
                            <a:srgbClr val="000000"/>
                          </a:solidFill>
                          <a:latin typeface="微软雅黑" panose="020B0503020204020204" pitchFamily="34" charset="-122"/>
                        </a:rPr>
                        <a:t>高峰期</a:t>
                      </a:r>
                      <a:r>
                        <a:rPr lang="en-US" altLang="zh-CN" sz="1050" b="0" i="0" u="none" strike="noStrike" dirty="0">
                          <a:solidFill>
                            <a:srgbClr val="000000"/>
                          </a:solidFill>
                          <a:latin typeface="微软雅黑" panose="020B0503020204020204" pitchFamily="34" charset="-122"/>
                        </a:rPr>
                        <a:t>-</a:t>
                      </a:r>
                      <a:r>
                        <a:rPr lang="zh-CN" altLang="en-US" sz="1050" b="0" i="0" u="none" strike="noStrike" dirty="0">
                          <a:solidFill>
                            <a:srgbClr val="000000"/>
                          </a:solidFill>
                          <a:latin typeface="微软雅黑" panose="020B0503020204020204" pitchFamily="34" charset="-122"/>
                        </a:rPr>
                        <a:t>普通工作日 美国时间</a:t>
                      </a:r>
                      <a:r>
                        <a:rPr lang="en-US" altLang="zh-CN" sz="1050" b="0" i="0" u="none" strike="noStrike" dirty="0">
                          <a:solidFill>
                            <a:srgbClr val="000000"/>
                          </a:solidFill>
                          <a:latin typeface="微软雅黑" panose="020B0503020204020204" pitchFamily="34" charset="-122"/>
                        </a:rPr>
                        <a:t>9</a:t>
                      </a:r>
                      <a:r>
                        <a:rPr lang="en-US" sz="1050" b="0" i="0" u="none" strike="noStrike" dirty="0">
                          <a:solidFill>
                            <a:srgbClr val="000000"/>
                          </a:solidFill>
                          <a:latin typeface="微软雅黑" panose="020B0503020204020204" pitchFamily="34" charset="-122"/>
                        </a:rPr>
                        <a:t>AM – 5PM </a:t>
                      </a:r>
                      <a:r>
                        <a:rPr lang="zh-CN" altLang="en-US" sz="1050" b="0" i="0" u="none" strike="noStrike" dirty="0">
                          <a:solidFill>
                            <a:srgbClr val="000000"/>
                          </a:solidFill>
                          <a:latin typeface="微软雅黑" panose="020B0503020204020204" pitchFamily="34" charset="-122"/>
                        </a:rPr>
                        <a:t>把预算调成平常的</a:t>
                      </a:r>
                      <a:r>
                        <a:rPr lang="en-US" altLang="zh-CN" sz="1050" b="0" i="0" u="none" strike="noStrike" dirty="0">
                          <a:solidFill>
                            <a:srgbClr val="000000"/>
                          </a:solidFill>
                          <a:latin typeface="微软雅黑" panose="020B0503020204020204" pitchFamily="34" charset="-122"/>
                        </a:rPr>
                        <a:t>1.5</a:t>
                      </a:r>
                      <a:r>
                        <a:rPr lang="zh-CN" altLang="en-US" sz="1050" b="0" i="0" u="none" strike="noStrike" dirty="0">
                          <a:solidFill>
                            <a:srgbClr val="000000"/>
                          </a:solidFill>
                          <a:latin typeface="微软雅黑" panose="020B0503020204020204" pitchFamily="34" charset="-122"/>
                        </a:rPr>
                        <a:t>倍</a:t>
                      </a:r>
                      <a:endParaRPr lang="zh-CN" altLang="en-US" sz="1050" b="0" i="0" u="none" strike="noStrike" dirty="0">
                        <a:solidFill>
                          <a:srgbClr val="000000"/>
                        </a:solidFill>
                        <a:latin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rowSpan="2" hMerge="1">
                  <a:tcPr/>
                </a:tc>
              </a:tr>
              <a:tr h="156952">
                <a:tc>
                  <a:txBody>
                    <a:bodyPr/>
                    <a:lstStyle/>
                    <a:p>
                      <a:pPr algn="l" fontAlgn="ctr"/>
                      <a:endParaRPr lang="zh-CN" altLang="en-US" sz="1050" b="0" i="0" u="none" strike="noStrike">
                        <a:solidFill>
                          <a:srgbClr val="000000"/>
                        </a:solidFill>
                        <a:latin typeface="微软雅黑" panose="020B0503020204020204" pitchFamily="34" charset="-122"/>
                      </a:endParaRPr>
                    </a:p>
                  </a:txBody>
                  <a:tcPr marL="0" marR="0" marT="0" marB="0" anchor="ctr">
                    <a:lnL>
                      <a:noFill/>
                    </a:lnL>
                    <a:lnR>
                      <a:noFill/>
                    </a:lnR>
                    <a:lnT>
                      <a:noFill/>
                    </a:lnT>
                    <a:lnB>
                      <a:noFill/>
                    </a:lnB>
                    <a:solidFill>
                      <a:schemeClr val="bg1"/>
                    </a:solidFill>
                  </a:tcPr>
                </a:tc>
                <a:tc>
                  <a:txBody>
                    <a:bodyPr/>
                    <a:lstStyle/>
                    <a:p>
                      <a:pPr algn="l" fontAlgn="ctr"/>
                      <a:endParaRPr lang="zh-CN" altLang="en-US" sz="1050" b="0" i="0" u="none" strike="noStrike">
                        <a:solidFill>
                          <a:srgbClr val="000000"/>
                        </a:solidFill>
                        <a:latin typeface="微软雅黑" panose="020B0503020204020204" pitchFamily="34" charset="-122"/>
                      </a:endParaRPr>
                    </a:p>
                  </a:txBody>
                  <a:tcPr marL="0" marR="0" marT="0" marB="0" anchor="ctr">
                    <a:lnL>
                      <a:noFill/>
                    </a:lnL>
                    <a:lnR>
                      <a:noFill/>
                    </a:lnR>
                    <a:lnT>
                      <a:noFill/>
                    </a:lnT>
                    <a:lnB>
                      <a:noFill/>
                    </a:lnB>
                    <a:solidFill>
                      <a:schemeClr val="bg1"/>
                    </a:solidFill>
                  </a:tcPr>
                </a:tc>
                <a:tc>
                  <a:txBody>
                    <a:bodyPr/>
                    <a:lstStyle/>
                    <a:p>
                      <a:pPr algn="l" fontAlgn="ctr"/>
                      <a:endParaRPr lang="zh-CN" altLang="en-US" sz="1050" b="0" i="0" u="none" strike="noStrike" dirty="0">
                        <a:solidFill>
                          <a:srgbClr val="000000"/>
                        </a:solidFill>
                        <a:latin typeface="微软雅黑" panose="020B0503020204020204" pitchFamily="34" charset="-122"/>
                      </a:endParaRP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chemeClr val="bg1"/>
                    </a:solidFill>
                  </a:tcPr>
                </a:tc>
                <a:tc vMerge="1">
                  <a:tcPr/>
                </a:tc>
                <a:tc vMerge="1" gridSpan="2">
                  <a:tcPr/>
                </a:tc>
                <a:tc vMerge="1" hMerge="1">
                  <a:tcPr/>
                </a:tc>
              </a:tr>
              <a:tr h="198754">
                <a:tc>
                  <a:txBody>
                    <a:bodyPr/>
                    <a:lstStyle/>
                    <a:p>
                      <a:pPr algn="l" fontAlgn="ctr"/>
                      <a:endParaRPr lang="zh-CN" altLang="en-US" sz="1050" b="0" i="0" u="none" strike="noStrike">
                        <a:solidFill>
                          <a:srgbClr val="000000"/>
                        </a:solidFill>
                        <a:latin typeface="微软雅黑" panose="020B0503020204020204" pitchFamily="34" charset="-122"/>
                      </a:endParaRPr>
                    </a:p>
                  </a:txBody>
                  <a:tcPr marL="0" marR="0" marT="0" marB="0" anchor="ctr">
                    <a:lnL>
                      <a:noFill/>
                    </a:lnL>
                    <a:lnR>
                      <a:noFill/>
                    </a:lnR>
                    <a:lnT>
                      <a:noFill/>
                    </a:lnT>
                    <a:lnB>
                      <a:noFill/>
                    </a:lnB>
                    <a:solidFill>
                      <a:schemeClr val="bg1"/>
                    </a:solidFill>
                  </a:tcPr>
                </a:tc>
                <a:tc>
                  <a:txBody>
                    <a:bodyPr/>
                    <a:lstStyle/>
                    <a:p>
                      <a:pPr algn="l" fontAlgn="ctr"/>
                      <a:endParaRPr lang="zh-CN" altLang="en-US" sz="1050" b="0" i="0" u="none" strike="noStrike">
                        <a:solidFill>
                          <a:srgbClr val="000000"/>
                        </a:solidFill>
                        <a:latin typeface="微软雅黑" panose="020B0503020204020204" pitchFamily="34" charset="-122"/>
                      </a:endParaRP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chemeClr val="bg1"/>
                    </a:solidFill>
                  </a:tcPr>
                </a:tc>
                <a:tc>
                  <a:txBody>
                    <a:bodyPr/>
                    <a:lstStyle/>
                    <a:p>
                      <a:pPr algn="ctr" fontAlgn="ctr"/>
                      <a:r>
                        <a:rPr lang="zh-CN" altLang="en-US" sz="1050" b="1" i="0" u="none" strike="noStrike">
                          <a:solidFill>
                            <a:srgbClr val="000000"/>
                          </a:solidFill>
                          <a:latin typeface="微软雅黑" panose="020B0503020204020204" pitchFamily="34" charset="-122"/>
                        </a:rPr>
                        <a:t>广告时间段的精细化管理</a:t>
                      </a:r>
                      <a:endParaRPr lang="zh-CN" altLang="en-US" sz="1050" b="1" i="0" u="none" strike="noStrike">
                        <a:solidFill>
                          <a:srgbClr val="000000"/>
                        </a:solidFill>
                        <a:latin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vMerge="1">
                  <a:tcPr/>
                </a:tc>
                <a:tc rowSpan="2" gridSpan="2">
                  <a:txBody>
                    <a:bodyPr/>
                    <a:lstStyle/>
                    <a:p>
                      <a:pPr algn="l" fontAlgn="ctr"/>
                      <a:r>
                        <a:rPr lang="zh-CN" altLang="en-US" sz="1050" b="0" i="0" u="none" strike="noStrike" dirty="0">
                          <a:solidFill>
                            <a:srgbClr val="000000"/>
                          </a:solidFill>
                          <a:latin typeface="微软雅黑" panose="020B0503020204020204" pitchFamily="34" charset="-122"/>
                        </a:rPr>
                        <a:t>周一 周二为高转化率 把预算调成平常的</a:t>
                      </a:r>
                      <a:r>
                        <a:rPr lang="en-US" altLang="zh-CN" sz="1050" b="0" i="0" u="none" strike="noStrike" dirty="0">
                          <a:solidFill>
                            <a:srgbClr val="000000"/>
                          </a:solidFill>
                          <a:latin typeface="微软雅黑" panose="020B0503020204020204" pitchFamily="34" charset="-122"/>
                        </a:rPr>
                        <a:t>1.5</a:t>
                      </a:r>
                      <a:r>
                        <a:rPr lang="zh-CN" altLang="en-US" sz="1050" b="0" i="0" u="none" strike="noStrike" dirty="0">
                          <a:solidFill>
                            <a:srgbClr val="000000"/>
                          </a:solidFill>
                          <a:latin typeface="微软雅黑" panose="020B0503020204020204" pitchFamily="34" charset="-122"/>
                        </a:rPr>
                        <a:t>倍，其中</a:t>
                      </a:r>
                      <a:r>
                        <a:rPr lang="en-US" altLang="zh-CN" sz="1050" b="0" i="0" u="none" strike="noStrike" dirty="0">
                          <a:solidFill>
                            <a:srgbClr val="000000"/>
                          </a:solidFill>
                          <a:latin typeface="微软雅黑" panose="020B0503020204020204" pitchFamily="34" charset="-122"/>
                        </a:rPr>
                        <a:t>9</a:t>
                      </a:r>
                      <a:r>
                        <a:rPr lang="en-US" sz="1050" b="0" i="0" u="none" strike="noStrike" dirty="0">
                          <a:solidFill>
                            <a:srgbClr val="000000"/>
                          </a:solidFill>
                          <a:latin typeface="微软雅黑" panose="020B0503020204020204" pitchFamily="34" charset="-122"/>
                        </a:rPr>
                        <a:t>AM – 5PM</a:t>
                      </a:r>
                      <a:r>
                        <a:rPr lang="zh-CN" altLang="en-US" sz="1050" b="0" i="0" u="none" strike="noStrike" dirty="0">
                          <a:solidFill>
                            <a:srgbClr val="000000"/>
                          </a:solidFill>
                          <a:latin typeface="微软雅黑" panose="020B0503020204020204" pitchFamily="34" charset="-122"/>
                        </a:rPr>
                        <a:t>调成</a:t>
                      </a:r>
                      <a:r>
                        <a:rPr lang="en-US" altLang="zh-CN" sz="1050" b="0" i="0" u="none" strike="noStrike" dirty="0">
                          <a:solidFill>
                            <a:srgbClr val="000000"/>
                          </a:solidFill>
                          <a:latin typeface="微软雅黑" panose="020B0503020204020204" pitchFamily="34" charset="-122"/>
                        </a:rPr>
                        <a:t>2</a:t>
                      </a:r>
                      <a:r>
                        <a:rPr lang="zh-CN" altLang="en-US" sz="1050" b="0" i="0" u="none" strike="noStrike" dirty="0">
                          <a:solidFill>
                            <a:srgbClr val="000000"/>
                          </a:solidFill>
                          <a:latin typeface="微软雅黑" panose="020B0503020204020204" pitchFamily="34" charset="-122"/>
                        </a:rPr>
                        <a:t>倍</a:t>
                      </a:r>
                      <a:endParaRPr lang="zh-CN" altLang="en-US" sz="1050" b="0" i="0" u="none" strike="noStrike" dirty="0">
                        <a:solidFill>
                          <a:srgbClr val="000000"/>
                        </a:solidFill>
                        <a:latin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rowSpan="2" hMerge="1">
                  <a:tcPr/>
                </a:tc>
              </a:tr>
              <a:tr h="156952">
                <a:tc>
                  <a:txBody>
                    <a:bodyPr/>
                    <a:lstStyle/>
                    <a:p>
                      <a:pPr algn="l" fontAlgn="ctr"/>
                      <a:endParaRPr lang="zh-CN" altLang="en-US" sz="1050" b="0" i="0" u="none" strike="noStrike">
                        <a:solidFill>
                          <a:srgbClr val="000000"/>
                        </a:solidFill>
                        <a:latin typeface="微软雅黑" panose="020B0503020204020204" pitchFamily="34" charset="-122"/>
                      </a:endParaRPr>
                    </a:p>
                  </a:txBody>
                  <a:tcPr marL="0" marR="0" marT="0" marB="0" anchor="ctr">
                    <a:lnL>
                      <a:noFill/>
                    </a:lnL>
                    <a:lnR>
                      <a:noFill/>
                    </a:lnR>
                    <a:lnT>
                      <a:noFill/>
                    </a:lnT>
                    <a:lnB>
                      <a:noFill/>
                    </a:lnB>
                    <a:solidFill>
                      <a:schemeClr val="bg1"/>
                    </a:solidFill>
                  </a:tcPr>
                </a:tc>
                <a:tc>
                  <a:txBody>
                    <a:bodyPr/>
                    <a:lstStyle/>
                    <a:p>
                      <a:pPr algn="l" fontAlgn="ctr"/>
                      <a:endParaRPr lang="zh-CN" altLang="en-US" sz="1050" b="0" i="0" u="none" strike="noStrike">
                        <a:solidFill>
                          <a:srgbClr val="000000"/>
                        </a:solidFill>
                        <a:latin typeface="微软雅黑" panose="020B0503020204020204" pitchFamily="34" charset="-122"/>
                      </a:endParaRPr>
                    </a:p>
                  </a:txBody>
                  <a:tcPr marL="0" marR="0" marT="0" marB="0" anchor="ctr">
                    <a:lnL>
                      <a:noFill/>
                    </a:lnL>
                    <a:lnR>
                      <a:noFill/>
                    </a:lnR>
                    <a:lnT>
                      <a:noFill/>
                    </a:lnT>
                    <a:lnB>
                      <a:noFill/>
                    </a:lnB>
                    <a:solidFill>
                      <a:schemeClr val="bg1"/>
                    </a:solidFill>
                  </a:tcPr>
                </a:tc>
                <a:tc>
                  <a:txBody>
                    <a:bodyPr/>
                    <a:lstStyle/>
                    <a:p>
                      <a:pPr algn="l" fontAlgn="ctr"/>
                      <a:endParaRPr lang="zh-CN" altLang="en-US" sz="1050" b="0" i="0" u="none" strike="noStrike" dirty="0">
                        <a:solidFill>
                          <a:srgbClr val="000000"/>
                        </a:solidFill>
                        <a:latin typeface="微软雅黑" panose="020B0503020204020204" pitchFamily="34" charset="-122"/>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chemeClr val="bg1"/>
                    </a:solidFill>
                  </a:tcPr>
                </a:tc>
                <a:tc vMerge="1">
                  <a:tcPr/>
                </a:tc>
                <a:tc vMerge="1" gridSpan="2">
                  <a:tcPr/>
                </a:tc>
                <a:tc vMerge="1" hMerge="1">
                  <a:tcPr/>
                </a:tc>
              </a:tr>
              <a:tr h="156952">
                <a:tc>
                  <a:txBody>
                    <a:bodyPr/>
                    <a:lstStyle/>
                    <a:p>
                      <a:pPr algn="l" fontAlgn="ctr"/>
                      <a:endParaRPr lang="zh-CN" altLang="en-US" sz="1050" b="0" i="0" u="none" strike="noStrike">
                        <a:solidFill>
                          <a:srgbClr val="000000"/>
                        </a:solidFill>
                        <a:latin typeface="微软雅黑" panose="020B0503020204020204" pitchFamily="34" charset="-122"/>
                      </a:endParaRPr>
                    </a:p>
                  </a:txBody>
                  <a:tcPr marL="0" marR="0" marT="0" marB="0" anchor="ctr">
                    <a:lnL>
                      <a:noFill/>
                    </a:lnL>
                    <a:lnR>
                      <a:noFill/>
                    </a:lnR>
                    <a:lnT>
                      <a:noFill/>
                    </a:lnT>
                    <a:lnB>
                      <a:noFill/>
                    </a:lnB>
                    <a:solidFill>
                      <a:schemeClr val="bg1"/>
                    </a:solidFill>
                  </a:tcPr>
                </a:tc>
                <a:tc>
                  <a:txBody>
                    <a:bodyPr/>
                    <a:lstStyle/>
                    <a:p>
                      <a:pPr algn="l" fontAlgn="ctr"/>
                      <a:endParaRPr lang="zh-CN" altLang="en-US" sz="1050" b="0" i="0" u="none" strike="noStrike">
                        <a:solidFill>
                          <a:srgbClr val="000000"/>
                        </a:solidFill>
                        <a:latin typeface="微软雅黑" panose="020B0503020204020204" pitchFamily="34" charset="-122"/>
                      </a:endParaRPr>
                    </a:p>
                  </a:txBody>
                  <a:tcPr marL="0" marR="0" marT="0" marB="0" anchor="ctr">
                    <a:lnL>
                      <a:noFill/>
                    </a:lnL>
                    <a:lnR>
                      <a:noFill/>
                    </a:lnR>
                    <a:lnT>
                      <a:noFill/>
                    </a:lnT>
                    <a:lnB>
                      <a:noFill/>
                    </a:lnB>
                    <a:solidFill>
                      <a:schemeClr val="bg1"/>
                    </a:solidFill>
                  </a:tcPr>
                </a:tc>
                <a:tc>
                  <a:txBody>
                    <a:bodyPr/>
                    <a:lstStyle/>
                    <a:p>
                      <a:pPr algn="l" fontAlgn="ctr"/>
                      <a:endParaRPr lang="zh-CN" altLang="en-US" sz="1050" b="0" i="0" u="none" strike="noStrike">
                        <a:solidFill>
                          <a:srgbClr val="000000"/>
                        </a:solidFill>
                        <a:latin typeface="微软雅黑" panose="020B0503020204020204" pitchFamily="34" charset="-122"/>
                      </a:endParaRPr>
                    </a:p>
                  </a:txBody>
                  <a:tcPr marL="0" marR="0" marT="0" marB="0" anchor="ctr">
                    <a:lnL>
                      <a:noFill/>
                    </a:lnL>
                    <a:lnR>
                      <a:noFill/>
                    </a:lnR>
                    <a:lnT>
                      <a:noFill/>
                    </a:lnT>
                    <a:lnB>
                      <a:noFill/>
                    </a:lnB>
                    <a:solidFill>
                      <a:schemeClr val="bg1"/>
                    </a:solidFill>
                  </a:tcPr>
                </a:tc>
                <a:tc vMerge="1">
                  <a:tcPr/>
                </a:tc>
                <a:tc rowSpan="2" gridSpan="2">
                  <a:txBody>
                    <a:bodyPr/>
                    <a:lstStyle/>
                    <a:p>
                      <a:pPr algn="l" fontAlgn="ctr"/>
                      <a:r>
                        <a:rPr lang="zh-CN" altLang="en-US" sz="1050" b="0" i="0" u="none" strike="noStrike" dirty="0">
                          <a:solidFill>
                            <a:srgbClr val="000000"/>
                          </a:solidFill>
                          <a:latin typeface="微软雅黑" panose="020B0503020204020204" pitchFamily="34" charset="-122"/>
                        </a:rPr>
                        <a:t>周六周日低迷期 转化比较低，预算调低</a:t>
                      </a:r>
                      <a:endParaRPr lang="zh-CN" altLang="en-US" sz="1050" b="0" i="0" u="none" strike="noStrike" dirty="0">
                        <a:solidFill>
                          <a:srgbClr val="000000"/>
                        </a:solidFill>
                        <a:latin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rowSpan="2" hMerge="1">
                  <a:tcPr/>
                </a:tc>
              </a:tr>
              <a:tr h="156952">
                <a:tc>
                  <a:txBody>
                    <a:bodyPr/>
                    <a:lstStyle/>
                    <a:p>
                      <a:pPr algn="l" fontAlgn="ctr"/>
                      <a:endParaRPr lang="zh-CN" altLang="en-US" sz="1050" b="0" i="0" u="none" strike="noStrike">
                        <a:solidFill>
                          <a:srgbClr val="000000"/>
                        </a:solidFill>
                        <a:latin typeface="微软雅黑" panose="020B0503020204020204" pitchFamily="34" charset="-122"/>
                      </a:endParaRPr>
                    </a:p>
                  </a:txBody>
                  <a:tcPr marL="0" marR="0" marT="0" marB="0" anchor="ctr">
                    <a:lnL>
                      <a:noFill/>
                    </a:lnL>
                    <a:lnR>
                      <a:noFill/>
                    </a:lnR>
                    <a:lnT>
                      <a:noFill/>
                    </a:lnT>
                    <a:lnB>
                      <a:noFill/>
                    </a:lnB>
                    <a:solidFill>
                      <a:schemeClr val="bg1"/>
                    </a:solidFill>
                  </a:tcPr>
                </a:tc>
                <a:tc>
                  <a:txBody>
                    <a:bodyPr/>
                    <a:lstStyle/>
                    <a:p>
                      <a:pPr algn="l" fontAlgn="ctr"/>
                      <a:endParaRPr lang="zh-CN" altLang="en-US" sz="1050" b="0" i="0" u="none" strike="noStrike">
                        <a:solidFill>
                          <a:srgbClr val="000000"/>
                        </a:solidFill>
                        <a:latin typeface="微软雅黑" panose="020B0503020204020204" pitchFamily="34" charset="-122"/>
                      </a:endParaRPr>
                    </a:p>
                  </a:txBody>
                  <a:tcPr marL="0" marR="0" marT="0" marB="0" anchor="ctr">
                    <a:lnL>
                      <a:noFill/>
                    </a:lnL>
                    <a:lnR>
                      <a:noFill/>
                    </a:lnR>
                    <a:lnT>
                      <a:noFill/>
                    </a:lnT>
                    <a:lnB>
                      <a:noFill/>
                    </a:lnB>
                    <a:solidFill>
                      <a:schemeClr val="bg1"/>
                    </a:solidFill>
                  </a:tcPr>
                </a:tc>
                <a:tc>
                  <a:txBody>
                    <a:bodyPr/>
                    <a:lstStyle/>
                    <a:p>
                      <a:pPr algn="l" fontAlgn="ctr"/>
                      <a:endParaRPr lang="zh-CN" altLang="en-US" sz="1050" b="0" i="0" u="none" strike="noStrike" dirty="0">
                        <a:solidFill>
                          <a:srgbClr val="000000"/>
                        </a:solidFill>
                        <a:latin typeface="微软雅黑" panose="020B0503020204020204" pitchFamily="34" charset="-122"/>
                      </a:endParaRPr>
                    </a:p>
                  </a:txBody>
                  <a:tcPr marL="0" marR="0" marT="0" marB="0" anchor="ctr">
                    <a:lnL>
                      <a:noFill/>
                    </a:lnL>
                    <a:lnR>
                      <a:noFill/>
                    </a:lnR>
                    <a:lnT>
                      <a:noFill/>
                    </a:lnT>
                    <a:lnB>
                      <a:noFill/>
                    </a:lnB>
                    <a:solidFill>
                      <a:schemeClr val="bg1"/>
                    </a:solidFill>
                  </a:tcPr>
                </a:tc>
                <a:tc vMerge="1">
                  <a:tcPr/>
                </a:tc>
                <a:tc vMerge="1" gridSpan="2">
                  <a:tcPr/>
                </a:tc>
                <a:tc vMerge="1" hMerge="1">
                  <a:tcPr/>
                </a:tc>
              </a:tr>
            </a:tbl>
          </a:graphicData>
        </a:graphic>
      </p:graphicFrame>
    </p:spTree>
  </p:cSld>
  <p:clrMapOvr>
    <a:masterClrMapping/>
  </p:clrMapOvr>
  <p:transition spd="slow" advTm="3000">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 name="文本框 15"/>
          <p:cNvSpPr txBox="1"/>
          <p:nvPr/>
        </p:nvSpPr>
        <p:spPr>
          <a:xfrm>
            <a:off x="983128" y="746936"/>
            <a:ext cx="2303195" cy="292388"/>
          </a:xfrm>
          <a:prstGeom prst="rect">
            <a:avLst/>
          </a:prstGeom>
          <a:noFill/>
          <a:ln w="12700" cap="flat">
            <a:noFill/>
            <a:miter lim="400000"/>
          </a:ln>
        </p:spPr>
        <p:style>
          <a:lnRef idx="0">
            <a:scrgbClr r="0" g="0" b="0"/>
          </a:lnRef>
          <a:fillRef idx="0">
            <a:scrgbClr r="0" g="0" b="0"/>
          </a:fillRef>
          <a:effectRef idx="0">
            <a:scrgbClr r="0" g="0" b="0"/>
          </a:effectRef>
          <a:fontRef idx="none"/>
        </p:style>
        <p:txBody>
          <a:bodyPr spcFirstLastPara="1" wrap="none" lIns="22860" tIns="22860" rIns="22860" bIns="22860" spcCol="3810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600" b="0" i="0" u="none" strike="noStrike" kern="1200" cap="none" spc="0" normalizeH="0" baseline="0" noProof="0" dirty="0">
                <a:ln>
                  <a:noFill/>
                </a:ln>
                <a:solidFill>
                  <a:schemeClr val="bg1">
                    <a:alpha val="60000"/>
                  </a:schemeClr>
                </a:solidFill>
                <a:effectLst/>
                <a:uLnTx/>
                <a:uFillTx/>
                <a:latin typeface="Arial" panose="020B0604020202020204" pitchFamily="34" charset="0"/>
                <a:ea typeface="微软雅黑" panose="020B0503020204020204" pitchFamily="34" charset="-122"/>
                <a:cs typeface="+mn-ea"/>
                <a:sym typeface="Arial" panose="020B0604020202020204" pitchFamily="34" charset="0"/>
              </a:rPr>
              <a:t>warehouse management</a:t>
            </a:r>
            <a:endParaRPr kumimoji="0" lang="en-US" altLang="zh-CN" sz="1600" b="0" i="0" u="none" strike="noStrike" kern="1200" cap="none" spc="0" normalizeH="0" baseline="0" noProof="0" dirty="0">
              <a:ln>
                <a:noFill/>
              </a:ln>
              <a:solidFill>
                <a:schemeClr val="bg1">
                  <a:alpha val="60000"/>
                </a:schemeClr>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grpSp>
        <p:nvGrpSpPr>
          <p:cNvPr id="2" name="组合 17"/>
          <p:cNvGrpSpPr/>
          <p:nvPr/>
        </p:nvGrpSpPr>
        <p:grpSpPr>
          <a:xfrm>
            <a:off x="244476" y="292500"/>
            <a:ext cx="493773" cy="615629"/>
            <a:chOff x="7409" y="353"/>
            <a:chExt cx="1374" cy="1582"/>
          </a:xfrm>
          <a:solidFill>
            <a:srgbClr val="1766F3"/>
          </a:solidFill>
        </p:grpSpPr>
        <p:sp>
          <p:nvSpPr>
            <p:cNvPr id="20" name="平行四边形 19"/>
            <p:cNvSpPr/>
            <p:nvPr/>
          </p:nvSpPr>
          <p:spPr>
            <a:xfrm>
              <a:off x="7409" y="353"/>
              <a:ext cx="788" cy="981"/>
            </a:xfrm>
            <a:prstGeom prst="parallelogram">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3600" b="0" i="0" u="none" strike="noStrike" kern="1200" cap="none" spc="0" normalizeH="0" baseline="0" noProof="0">
                <a:ln>
                  <a:noFill/>
                </a:ln>
                <a:solidFill>
                  <a:schemeClr val="lt1"/>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1" name="平行四边形 20"/>
            <p:cNvSpPr/>
            <p:nvPr/>
          </p:nvSpPr>
          <p:spPr>
            <a:xfrm>
              <a:off x="7995" y="955"/>
              <a:ext cx="788" cy="981"/>
            </a:xfrm>
            <a:prstGeom prst="parallelogram">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3600" b="0" i="0" u="none" strike="noStrike" kern="1200" cap="none" spc="0" normalizeH="0" baseline="0" noProof="0">
                <a:ln>
                  <a:noFill/>
                </a:ln>
                <a:solidFill>
                  <a:schemeClr val="lt1"/>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grpSp>
      <p:sp>
        <p:nvSpPr>
          <p:cNvPr id="19" name="文本框 18"/>
          <p:cNvSpPr txBox="1"/>
          <p:nvPr/>
        </p:nvSpPr>
        <p:spPr>
          <a:xfrm>
            <a:off x="879475" y="274638"/>
            <a:ext cx="2376488" cy="554038"/>
          </a:xfrm>
          <a:prstGeom prst="rect">
            <a:avLst/>
          </a:prstGeom>
          <a:noFill/>
        </p:spPr>
        <p:txBody>
          <a:bodyPr wrap="none">
            <a:spAutoFit/>
          </a:bodyPr>
          <a:lstStyle/>
          <a:p>
            <a:pPr marR="0" defTabSz="914400" eaLnBrk="1" hangingPunct="1">
              <a:buClrTx/>
              <a:buSzTx/>
              <a:buFontTx/>
              <a:defRPr/>
            </a:pPr>
            <a:r>
              <a:rPr kumimoji="0" lang="zh-CN" altLang="en-US" sz="3000" b="1" kern="1200" cap="none" spc="-150" normalizeH="0" baseline="0" noProof="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三：仓储管理</a:t>
            </a:r>
            <a:endParaRPr kumimoji="0" lang="zh-CN" altLang="en-US" sz="3000" b="1" kern="1200" cap="none" spc="-150" normalizeH="0" baseline="0" noProof="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nvGrpSpPr>
          <p:cNvPr id="47109" name="iṣļïḋé"/>
          <p:cNvGrpSpPr/>
          <p:nvPr/>
        </p:nvGrpSpPr>
        <p:grpSpPr>
          <a:xfrm>
            <a:off x="1876425" y="1517650"/>
            <a:ext cx="258763" cy="292100"/>
            <a:chOff x="1687513" y="1622425"/>
            <a:chExt cx="314325" cy="355600"/>
          </a:xfrm>
        </p:grpSpPr>
        <p:sp>
          <p:nvSpPr>
            <p:cNvPr id="47163" name="isľiḓè"/>
            <p:cNvSpPr/>
            <p:nvPr/>
          </p:nvSpPr>
          <p:spPr>
            <a:xfrm>
              <a:off x="1687513" y="1622425"/>
              <a:ext cx="314325" cy="355600"/>
            </a:xfrm>
            <a:custGeom>
              <a:avLst/>
              <a:gdLst>
                <a:gd name="txL" fmla="*/ 0 w 233"/>
                <a:gd name="txT" fmla="*/ 0 h 264"/>
                <a:gd name="txR" fmla="*/ 233 w 233"/>
                <a:gd name="txB" fmla="*/ 264 h 264"/>
              </a:gdLst>
              <a:ahLst/>
              <a:cxnLst>
                <a:cxn ang="0">
                  <a:pos x="2147483647" y="2147483647"/>
                </a:cxn>
                <a:cxn ang="0">
                  <a:pos x="2147483647" y="2147483647"/>
                </a:cxn>
                <a:cxn ang="0">
                  <a:pos x="0"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rect l="txL" t="txT" r="txR" b="txB"/>
              <a:pathLst>
                <a:path w="233" h="264">
                  <a:moveTo>
                    <a:pt x="17" y="264"/>
                  </a:moveTo>
                  <a:cubicBezTo>
                    <a:pt x="14" y="264"/>
                    <a:pt x="11" y="263"/>
                    <a:pt x="9" y="262"/>
                  </a:cubicBezTo>
                  <a:cubicBezTo>
                    <a:pt x="3" y="259"/>
                    <a:pt x="0" y="253"/>
                    <a:pt x="0" y="247"/>
                  </a:cubicBezTo>
                  <a:cubicBezTo>
                    <a:pt x="0" y="17"/>
                    <a:pt x="0" y="17"/>
                    <a:pt x="0" y="17"/>
                  </a:cubicBezTo>
                  <a:cubicBezTo>
                    <a:pt x="0" y="11"/>
                    <a:pt x="3" y="6"/>
                    <a:pt x="9" y="3"/>
                  </a:cubicBezTo>
                  <a:cubicBezTo>
                    <a:pt x="14" y="0"/>
                    <a:pt x="20" y="0"/>
                    <a:pt x="25" y="3"/>
                  </a:cubicBezTo>
                  <a:cubicBezTo>
                    <a:pt x="225" y="118"/>
                    <a:pt x="225" y="118"/>
                    <a:pt x="225" y="118"/>
                  </a:cubicBezTo>
                  <a:cubicBezTo>
                    <a:pt x="230" y="121"/>
                    <a:pt x="233" y="126"/>
                    <a:pt x="233" y="132"/>
                  </a:cubicBezTo>
                  <a:cubicBezTo>
                    <a:pt x="233" y="138"/>
                    <a:pt x="230" y="144"/>
                    <a:pt x="225" y="147"/>
                  </a:cubicBezTo>
                  <a:cubicBezTo>
                    <a:pt x="25" y="262"/>
                    <a:pt x="25" y="262"/>
                    <a:pt x="25" y="262"/>
                  </a:cubicBezTo>
                  <a:cubicBezTo>
                    <a:pt x="23" y="263"/>
                    <a:pt x="20" y="264"/>
                    <a:pt x="17" y="264"/>
                  </a:cubicBezTo>
                  <a:close/>
                </a:path>
              </a:pathLst>
            </a:custGeom>
            <a:solidFill>
              <a:srgbClr val="FFFFFF">
                <a:alpha val="100000"/>
              </a:srgbClr>
            </a:solidFill>
            <a:ln w="9525">
              <a:noFill/>
            </a:ln>
          </p:spPr>
          <p:txBody>
            <a:bodyPr/>
            <a:p>
              <a:endParaRPr lang="zh-CN" altLang="en-US"/>
            </a:p>
          </p:txBody>
        </p:sp>
        <p:sp>
          <p:nvSpPr>
            <p:cNvPr id="108" name="ïsļïḓé"/>
            <p:cNvSpPr/>
            <p:nvPr/>
          </p:nvSpPr>
          <p:spPr bwMode="auto">
            <a:xfrm>
              <a:off x="1845639" y="1759641"/>
              <a:ext cx="71350" cy="81170"/>
            </a:xfrm>
            <a:custGeom>
              <a:avLst/>
              <a:gdLst/>
              <a:ahLst/>
              <a:cxnLst>
                <a:cxn ang="0">
                  <a:pos x="0" y="0"/>
                </a:cxn>
                <a:cxn ang="0">
                  <a:pos x="44" y="26"/>
                </a:cxn>
                <a:cxn ang="0">
                  <a:pos x="0" y="52"/>
                </a:cxn>
                <a:cxn ang="0">
                  <a:pos x="0" y="0"/>
                </a:cxn>
              </a:cxnLst>
              <a:rect l="0" t="0" r="r" b="b"/>
              <a:pathLst>
                <a:path w="44" h="52">
                  <a:moveTo>
                    <a:pt x="0" y="0"/>
                  </a:moveTo>
                  <a:lnTo>
                    <a:pt x="44" y="26"/>
                  </a:lnTo>
                  <a:lnTo>
                    <a:pt x="0" y="52"/>
                  </a:lnTo>
                  <a:lnTo>
                    <a:pt x="0" y="0"/>
                  </a:lnTo>
                  <a:close/>
                </a:path>
              </a:pathLst>
            </a:custGeom>
            <a:solidFill>
              <a:schemeClr val="accent4"/>
            </a:solidFill>
            <a:ln w="9525">
              <a:noFill/>
              <a:round/>
            </a:ln>
          </p:spPr>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chemeClr val="tx1"/>
                </a:solidFill>
                <a:effectLst/>
                <a:uLnTx/>
                <a:uFillTx/>
                <a:latin typeface="等线" pitchFamily="2" charset="-122"/>
                <a:ea typeface="等线" pitchFamily="2" charset="-122"/>
                <a:cs typeface="+mn-cs"/>
              </a:endParaRPr>
            </a:p>
          </p:txBody>
        </p:sp>
      </p:grpSp>
      <p:sp>
        <p:nvSpPr>
          <p:cNvPr id="109" name="文本框 108"/>
          <p:cNvSpPr txBox="1"/>
          <p:nvPr/>
        </p:nvSpPr>
        <p:spPr>
          <a:xfrm>
            <a:off x="1052513" y="1427163"/>
            <a:ext cx="800100" cy="460375"/>
          </a:xfrm>
          <a:prstGeom prst="rect">
            <a:avLst/>
          </a:prstGeom>
          <a:noFill/>
        </p:spPr>
        <p:txBody>
          <a:bodyPr wrap="none">
            <a:spAutoFit/>
          </a:bodyPr>
          <a:lstStyle/>
          <a:p>
            <a:pPr marR="0" defTabSz="914400" eaLnBrk="1" hangingPunct="1">
              <a:buClrTx/>
              <a:buSzTx/>
              <a:buFontTx/>
              <a:defRPr/>
            </a:pPr>
            <a:r>
              <a:rPr kumimoji="0" lang="zh-CN" altLang="en-US" sz="2400" b="1" kern="1200" cap="none" spc="0" normalizeH="0" baseline="0" noProof="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仓储</a:t>
            </a:r>
            <a:endParaRPr kumimoji="0" lang="zh-CN" altLang="en-US" sz="2400" b="1" kern="1200" cap="none" spc="0" normalizeH="0" baseline="0" noProof="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nvGrpSpPr>
          <p:cNvPr id="47111" name="îSļíḍè"/>
          <p:cNvGrpSpPr>
            <a:grpSpLocks noChangeAspect="1"/>
          </p:cNvGrpSpPr>
          <p:nvPr/>
        </p:nvGrpSpPr>
        <p:grpSpPr>
          <a:xfrm>
            <a:off x="1027113" y="1181100"/>
            <a:ext cx="3937000" cy="4706938"/>
            <a:chOff x="1423" y="-1124"/>
            <a:chExt cx="4832" cy="5778"/>
          </a:xfrm>
        </p:grpSpPr>
        <p:sp>
          <p:nvSpPr>
            <p:cNvPr id="47135" name="ïśľïďê"/>
            <p:cNvSpPr/>
            <p:nvPr/>
          </p:nvSpPr>
          <p:spPr>
            <a:xfrm>
              <a:off x="1423" y="1565"/>
              <a:ext cx="4832" cy="3089"/>
            </a:xfrm>
            <a:custGeom>
              <a:avLst/>
              <a:gdLst>
                <a:gd name="txL" fmla="*/ 0 w 2042"/>
                <a:gd name="txT" fmla="*/ 0 h 1306"/>
                <a:gd name="txR" fmla="*/ 2042 w 2042"/>
                <a:gd name="txB" fmla="*/ 1306 h 1306"/>
              </a:gdLst>
              <a:ahLst/>
              <a:cxnLst>
                <a:cxn ang="0">
                  <a:pos x="62936894" y="37792326"/>
                </a:cxn>
                <a:cxn ang="0">
                  <a:pos x="60724264" y="40032536"/>
                </a:cxn>
                <a:cxn ang="0">
                  <a:pos x="2211733" y="40032536"/>
                </a:cxn>
                <a:cxn ang="0">
                  <a:pos x="0" y="37792326"/>
                </a:cxn>
                <a:cxn ang="0">
                  <a:pos x="0" y="2202724"/>
                </a:cxn>
                <a:cxn ang="0">
                  <a:pos x="2211733" y="0"/>
                </a:cxn>
                <a:cxn ang="0">
                  <a:pos x="60724264" y="0"/>
                </a:cxn>
                <a:cxn ang="0">
                  <a:pos x="62936894" y="2202724"/>
                </a:cxn>
                <a:cxn ang="0">
                  <a:pos x="62936894" y="37792326"/>
                </a:cxn>
              </a:cxnLst>
              <a:rect l="txL" t="txT" r="txR" b="txB"/>
              <a:pathLst>
                <a:path w="2042" h="1306">
                  <a:moveTo>
                    <a:pt x="2042" y="1233"/>
                  </a:moveTo>
                  <a:cubicBezTo>
                    <a:pt x="2042" y="1273"/>
                    <a:pt x="2009" y="1306"/>
                    <a:pt x="1970" y="1306"/>
                  </a:cubicBezTo>
                  <a:cubicBezTo>
                    <a:pt x="72" y="1306"/>
                    <a:pt x="72" y="1306"/>
                    <a:pt x="72" y="1306"/>
                  </a:cubicBezTo>
                  <a:cubicBezTo>
                    <a:pt x="33" y="1306"/>
                    <a:pt x="0" y="1273"/>
                    <a:pt x="0" y="1233"/>
                  </a:cubicBezTo>
                  <a:cubicBezTo>
                    <a:pt x="0" y="72"/>
                    <a:pt x="0" y="72"/>
                    <a:pt x="0" y="72"/>
                  </a:cubicBezTo>
                  <a:cubicBezTo>
                    <a:pt x="0" y="32"/>
                    <a:pt x="33" y="0"/>
                    <a:pt x="72" y="0"/>
                  </a:cubicBezTo>
                  <a:cubicBezTo>
                    <a:pt x="1970" y="0"/>
                    <a:pt x="1970" y="0"/>
                    <a:pt x="1970" y="0"/>
                  </a:cubicBezTo>
                  <a:cubicBezTo>
                    <a:pt x="2009" y="0"/>
                    <a:pt x="2042" y="32"/>
                    <a:pt x="2042" y="72"/>
                  </a:cubicBezTo>
                  <a:cubicBezTo>
                    <a:pt x="2042" y="1233"/>
                    <a:pt x="2042" y="1233"/>
                    <a:pt x="2042" y="1233"/>
                  </a:cubicBezTo>
                </a:path>
              </a:pathLst>
            </a:custGeom>
            <a:solidFill>
              <a:schemeClr val="tx2">
                <a:alpha val="100000"/>
              </a:schemeClr>
            </a:solidFill>
            <a:ln w="9525">
              <a:noFill/>
            </a:ln>
          </p:spPr>
          <p:txBody>
            <a:bodyPr/>
            <a:p>
              <a:endParaRPr lang="zh-CN" altLang="en-US"/>
            </a:p>
          </p:txBody>
        </p:sp>
        <p:sp>
          <p:nvSpPr>
            <p:cNvPr id="47136" name="ïsḻíḓe"/>
            <p:cNvSpPr/>
            <p:nvPr/>
          </p:nvSpPr>
          <p:spPr>
            <a:xfrm>
              <a:off x="2594" y="1565"/>
              <a:ext cx="3661" cy="3089"/>
            </a:xfrm>
            <a:custGeom>
              <a:avLst/>
              <a:gdLst>
                <a:gd name="txL" fmla="*/ 0 w 1547"/>
                <a:gd name="txT" fmla="*/ 0 h 1306"/>
                <a:gd name="txR" fmla="*/ 1547 w 1547"/>
                <a:gd name="txB" fmla="*/ 1306 h 1306"/>
              </a:gdLst>
              <a:ahLst/>
              <a:cxnLst>
                <a:cxn ang="0">
                  <a:pos x="45517267" y="0"/>
                </a:cxn>
                <a:cxn ang="0">
                  <a:pos x="26467095" y="0"/>
                </a:cxn>
                <a:cxn ang="0">
                  <a:pos x="26504505" y="1413490"/>
                </a:cxn>
                <a:cxn ang="0">
                  <a:pos x="14252124" y="30740307"/>
                </a:cxn>
                <a:cxn ang="0">
                  <a:pos x="0" y="40032536"/>
                </a:cxn>
                <a:cxn ang="0">
                  <a:pos x="45517267" y="40032536"/>
                </a:cxn>
                <a:cxn ang="0">
                  <a:pos x="47731644" y="37792326"/>
                </a:cxn>
                <a:cxn ang="0">
                  <a:pos x="47731644" y="2202724"/>
                </a:cxn>
                <a:cxn ang="0">
                  <a:pos x="45517267" y="0"/>
                </a:cxn>
              </a:cxnLst>
              <a:rect l="txL" t="txT" r="txR" b="txB"/>
              <a:pathLst>
                <a:path w="1547" h="1306">
                  <a:moveTo>
                    <a:pt x="1475" y="0"/>
                  </a:moveTo>
                  <a:cubicBezTo>
                    <a:pt x="858" y="0"/>
                    <a:pt x="858" y="0"/>
                    <a:pt x="858" y="0"/>
                  </a:cubicBezTo>
                  <a:cubicBezTo>
                    <a:pt x="859" y="15"/>
                    <a:pt x="859" y="30"/>
                    <a:pt x="859" y="46"/>
                  </a:cubicBezTo>
                  <a:cubicBezTo>
                    <a:pt x="859" y="404"/>
                    <a:pt x="715" y="751"/>
                    <a:pt x="462" y="1003"/>
                  </a:cubicBezTo>
                  <a:cubicBezTo>
                    <a:pt x="330" y="1136"/>
                    <a:pt x="172" y="1238"/>
                    <a:pt x="0" y="1306"/>
                  </a:cubicBezTo>
                  <a:cubicBezTo>
                    <a:pt x="1475" y="1306"/>
                    <a:pt x="1475" y="1306"/>
                    <a:pt x="1475" y="1306"/>
                  </a:cubicBezTo>
                  <a:cubicBezTo>
                    <a:pt x="1514" y="1306"/>
                    <a:pt x="1547" y="1273"/>
                    <a:pt x="1547" y="1233"/>
                  </a:cubicBezTo>
                  <a:cubicBezTo>
                    <a:pt x="1547" y="72"/>
                    <a:pt x="1547" y="72"/>
                    <a:pt x="1547" y="72"/>
                  </a:cubicBezTo>
                  <a:cubicBezTo>
                    <a:pt x="1547" y="32"/>
                    <a:pt x="1514" y="0"/>
                    <a:pt x="1475" y="0"/>
                  </a:cubicBezTo>
                  <a:close/>
                </a:path>
              </a:pathLst>
            </a:custGeom>
            <a:solidFill>
              <a:schemeClr val="tx2">
                <a:alpha val="100000"/>
              </a:schemeClr>
            </a:solidFill>
            <a:ln w="9525">
              <a:noFill/>
            </a:ln>
          </p:spPr>
          <p:txBody>
            <a:bodyPr/>
            <a:p>
              <a:endParaRPr lang="zh-CN" altLang="en-US"/>
            </a:p>
          </p:txBody>
        </p:sp>
        <p:sp>
          <p:nvSpPr>
            <p:cNvPr id="68" name="ïṥlídê"/>
            <p:cNvSpPr/>
            <p:nvPr/>
          </p:nvSpPr>
          <p:spPr bwMode="auto">
            <a:xfrm>
              <a:off x="1591" y="1741"/>
              <a:ext cx="4497" cy="2736"/>
            </a:xfrm>
            <a:prstGeom prst="rect">
              <a:avLst/>
            </a:prstGeom>
            <a:solidFill>
              <a:schemeClr val="tx2">
                <a:lumMod val="20000"/>
                <a:lumOff val="80000"/>
              </a:schemeClr>
            </a:solidFill>
            <a:ln>
              <a:noFill/>
            </a:ln>
          </p:spPr>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chemeClr val="tx1"/>
                </a:solidFill>
                <a:effectLst/>
                <a:uLnTx/>
                <a:uFillTx/>
                <a:latin typeface="等线" pitchFamily="2" charset="-122"/>
                <a:ea typeface="等线" pitchFamily="2" charset="-122"/>
                <a:cs typeface="+mn-cs"/>
              </a:endParaRPr>
            </a:p>
          </p:txBody>
        </p:sp>
        <p:sp>
          <p:nvSpPr>
            <p:cNvPr id="47138" name="isļiḋè"/>
            <p:cNvSpPr/>
            <p:nvPr/>
          </p:nvSpPr>
          <p:spPr>
            <a:xfrm>
              <a:off x="3789" y="1605"/>
              <a:ext cx="100" cy="102"/>
            </a:xfrm>
            <a:prstGeom prst="ellipse">
              <a:avLst/>
            </a:prstGeom>
            <a:solidFill>
              <a:srgbClr val="000000"/>
            </a:solidFill>
            <a:ln w="9525">
              <a:noFill/>
            </a:ln>
          </p:spPr>
          <p:txBody>
            <a:bodyPr anchor="ctr"/>
            <a:p>
              <a:pPr algn="ctr" eaLnBrk="1" hangingPunct="1"/>
              <a:endParaRPr lang="zh-CN" altLang="zh-CN" dirty="0">
                <a:latin typeface="等线" pitchFamily="2" charset="-122"/>
              </a:endParaRPr>
            </a:p>
          </p:txBody>
        </p:sp>
        <p:sp>
          <p:nvSpPr>
            <p:cNvPr id="47139" name="íŝ1iḍé"/>
            <p:cNvSpPr/>
            <p:nvPr/>
          </p:nvSpPr>
          <p:spPr>
            <a:xfrm>
              <a:off x="3775" y="1591"/>
              <a:ext cx="128" cy="128"/>
            </a:xfrm>
            <a:custGeom>
              <a:avLst/>
              <a:gdLst>
                <a:gd name="txL" fmla="*/ 0 w 54"/>
                <a:gd name="txT" fmla="*/ 0 h 54"/>
                <a:gd name="txR" fmla="*/ 54 w 54"/>
                <a:gd name="txB" fmla="*/ 54 h 54"/>
              </a:gdLst>
              <a:ahLst/>
              <a:cxnLst>
                <a:cxn ang="0">
                  <a:pos x="1511948" y="850159"/>
                </a:cxn>
                <a:cxn ang="0">
                  <a:pos x="1356378" y="850159"/>
                </a:cxn>
                <a:cxn ang="0">
                  <a:pos x="1221103" y="1221103"/>
                </a:cxn>
                <a:cxn ang="0">
                  <a:pos x="850159" y="1356378"/>
                </a:cxn>
                <a:cxn ang="0">
                  <a:pos x="474266" y="1221103"/>
                </a:cxn>
                <a:cxn ang="0">
                  <a:pos x="346913" y="850159"/>
                </a:cxn>
                <a:cxn ang="0">
                  <a:pos x="474266" y="503246"/>
                </a:cxn>
                <a:cxn ang="0">
                  <a:pos x="850159" y="346913"/>
                </a:cxn>
                <a:cxn ang="0">
                  <a:pos x="1221103" y="503246"/>
                </a:cxn>
                <a:cxn ang="0">
                  <a:pos x="1356378" y="850159"/>
                </a:cxn>
                <a:cxn ang="0">
                  <a:pos x="1511948" y="850159"/>
                </a:cxn>
                <a:cxn ang="0">
                  <a:pos x="1696031" y="850159"/>
                </a:cxn>
                <a:cxn ang="0">
                  <a:pos x="850159" y="0"/>
                </a:cxn>
                <a:cxn ang="0">
                  <a:pos x="0" y="850159"/>
                </a:cxn>
                <a:cxn ang="0">
                  <a:pos x="850159" y="1696031"/>
                </a:cxn>
                <a:cxn ang="0">
                  <a:pos x="1696031" y="850159"/>
                </a:cxn>
                <a:cxn ang="0">
                  <a:pos x="1511948" y="850159"/>
                </a:cxn>
              </a:cxnLst>
              <a:rect l="txL" t="txT" r="txR" b="txB"/>
              <a:pathLst>
                <a:path w="54" h="54">
                  <a:moveTo>
                    <a:pt x="48" y="27"/>
                  </a:moveTo>
                  <a:cubicBezTo>
                    <a:pt x="43" y="27"/>
                    <a:pt x="43" y="27"/>
                    <a:pt x="43" y="27"/>
                  </a:cubicBezTo>
                  <a:cubicBezTo>
                    <a:pt x="43" y="32"/>
                    <a:pt x="41" y="36"/>
                    <a:pt x="39" y="39"/>
                  </a:cubicBezTo>
                  <a:cubicBezTo>
                    <a:pt x="36" y="42"/>
                    <a:pt x="32" y="43"/>
                    <a:pt x="27" y="43"/>
                  </a:cubicBezTo>
                  <a:cubicBezTo>
                    <a:pt x="22" y="43"/>
                    <a:pt x="18" y="42"/>
                    <a:pt x="15" y="39"/>
                  </a:cubicBezTo>
                  <a:cubicBezTo>
                    <a:pt x="13" y="36"/>
                    <a:pt x="11" y="32"/>
                    <a:pt x="11" y="27"/>
                  </a:cubicBezTo>
                  <a:cubicBezTo>
                    <a:pt x="11" y="23"/>
                    <a:pt x="13" y="19"/>
                    <a:pt x="15" y="16"/>
                  </a:cubicBezTo>
                  <a:cubicBezTo>
                    <a:pt x="18" y="13"/>
                    <a:pt x="22" y="11"/>
                    <a:pt x="27" y="11"/>
                  </a:cubicBezTo>
                  <a:cubicBezTo>
                    <a:pt x="32" y="11"/>
                    <a:pt x="36" y="13"/>
                    <a:pt x="39" y="16"/>
                  </a:cubicBezTo>
                  <a:cubicBezTo>
                    <a:pt x="41" y="19"/>
                    <a:pt x="43" y="23"/>
                    <a:pt x="43" y="27"/>
                  </a:cubicBezTo>
                  <a:cubicBezTo>
                    <a:pt x="48" y="27"/>
                    <a:pt x="48" y="27"/>
                    <a:pt x="48" y="27"/>
                  </a:cubicBezTo>
                  <a:cubicBezTo>
                    <a:pt x="54" y="27"/>
                    <a:pt x="54" y="27"/>
                    <a:pt x="54" y="27"/>
                  </a:cubicBezTo>
                  <a:cubicBezTo>
                    <a:pt x="54" y="12"/>
                    <a:pt x="42" y="0"/>
                    <a:pt x="27" y="0"/>
                  </a:cubicBezTo>
                  <a:cubicBezTo>
                    <a:pt x="12" y="0"/>
                    <a:pt x="0" y="12"/>
                    <a:pt x="0" y="27"/>
                  </a:cubicBezTo>
                  <a:cubicBezTo>
                    <a:pt x="0" y="42"/>
                    <a:pt x="12" y="54"/>
                    <a:pt x="27" y="54"/>
                  </a:cubicBezTo>
                  <a:cubicBezTo>
                    <a:pt x="42" y="54"/>
                    <a:pt x="54" y="42"/>
                    <a:pt x="54" y="27"/>
                  </a:cubicBezTo>
                  <a:lnTo>
                    <a:pt x="48" y="27"/>
                  </a:lnTo>
                  <a:close/>
                </a:path>
              </a:pathLst>
            </a:custGeom>
            <a:solidFill>
              <a:srgbClr val="4D4D4D">
                <a:alpha val="100000"/>
              </a:srgbClr>
            </a:solidFill>
            <a:ln w="9525">
              <a:noFill/>
            </a:ln>
          </p:spPr>
          <p:txBody>
            <a:bodyPr/>
            <a:p>
              <a:endParaRPr lang="zh-CN" altLang="en-US"/>
            </a:p>
          </p:txBody>
        </p:sp>
        <p:sp>
          <p:nvSpPr>
            <p:cNvPr id="71" name="iṧ1iḓè"/>
            <p:cNvSpPr/>
            <p:nvPr/>
          </p:nvSpPr>
          <p:spPr bwMode="auto">
            <a:xfrm>
              <a:off x="1591" y="1018"/>
              <a:ext cx="4396" cy="3459"/>
            </a:xfrm>
            <a:custGeom>
              <a:avLst/>
              <a:gdLst>
                <a:gd name="T0" fmla="*/ 1775 w 1858"/>
                <a:gd name="T1" fmla="*/ 431 h 1463"/>
                <a:gd name="T2" fmla="*/ 1462 w 1858"/>
                <a:gd name="T3" fmla="*/ 0 h 1463"/>
                <a:gd name="T4" fmla="*/ 1383 w 1858"/>
                <a:gd name="T5" fmla="*/ 79 h 1463"/>
                <a:gd name="T6" fmla="*/ 1673 w 1858"/>
                <a:gd name="T7" fmla="*/ 476 h 1463"/>
                <a:gd name="T8" fmla="*/ 1702 w 1858"/>
                <a:gd name="T9" fmla="*/ 823 h 1463"/>
                <a:gd name="T10" fmla="*/ 1393 w 1858"/>
                <a:gd name="T11" fmla="*/ 1072 h 1463"/>
                <a:gd name="T12" fmla="*/ 1108 w 1858"/>
                <a:gd name="T13" fmla="*/ 1143 h 1463"/>
                <a:gd name="T14" fmla="*/ 1050 w 1858"/>
                <a:gd name="T15" fmla="*/ 1095 h 1463"/>
                <a:gd name="T16" fmla="*/ 1064 w 1858"/>
                <a:gd name="T17" fmla="*/ 1052 h 1463"/>
                <a:gd name="T18" fmla="*/ 1001 w 1858"/>
                <a:gd name="T19" fmla="*/ 976 h 1463"/>
                <a:gd name="T20" fmla="*/ 1005 w 1858"/>
                <a:gd name="T21" fmla="*/ 943 h 1463"/>
                <a:gd name="T22" fmla="*/ 870 w 1858"/>
                <a:gd name="T23" fmla="*/ 809 h 1463"/>
                <a:gd name="T24" fmla="*/ 809 w 1858"/>
                <a:gd name="T25" fmla="*/ 824 h 1463"/>
                <a:gd name="T26" fmla="*/ 819 w 1858"/>
                <a:gd name="T27" fmla="*/ 777 h 1463"/>
                <a:gd name="T28" fmla="*/ 698 w 1858"/>
                <a:gd name="T29" fmla="*/ 656 h 1463"/>
                <a:gd name="T30" fmla="*/ 671 w 1858"/>
                <a:gd name="T31" fmla="*/ 659 h 1463"/>
                <a:gd name="T32" fmla="*/ 671 w 1858"/>
                <a:gd name="T33" fmla="*/ 656 h 1463"/>
                <a:gd name="T34" fmla="*/ 591 w 1858"/>
                <a:gd name="T35" fmla="*/ 547 h 1463"/>
                <a:gd name="T36" fmla="*/ 599 w 1858"/>
                <a:gd name="T37" fmla="*/ 503 h 1463"/>
                <a:gd name="T38" fmla="*/ 474 w 1858"/>
                <a:gd name="T39" fmla="*/ 378 h 1463"/>
                <a:gd name="T40" fmla="*/ 408 w 1858"/>
                <a:gd name="T41" fmla="*/ 397 h 1463"/>
                <a:gd name="T42" fmla="*/ 410 w 1858"/>
                <a:gd name="T43" fmla="*/ 378 h 1463"/>
                <a:gd name="T44" fmla="*/ 386 w 1858"/>
                <a:gd name="T45" fmla="*/ 306 h 1463"/>
                <a:gd name="T46" fmla="*/ 193 w 1858"/>
                <a:gd name="T47" fmla="*/ 306 h 1463"/>
                <a:gd name="T48" fmla="*/ 193 w 1858"/>
                <a:gd name="T49" fmla="*/ 306 h 1463"/>
                <a:gd name="T50" fmla="*/ 0 w 1858"/>
                <a:gd name="T51" fmla="*/ 306 h 1463"/>
                <a:gd name="T52" fmla="*/ 0 w 1858"/>
                <a:gd name="T53" fmla="*/ 1462 h 1463"/>
                <a:gd name="T54" fmla="*/ 991 w 1858"/>
                <a:gd name="T55" fmla="*/ 1463 h 1463"/>
                <a:gd name="T56" fmla="*/ 991 w 1858"/>
                <a:gd name="T57" fmla="*/ 1462 h 1463"/>
                <a:gd name="T58" fmla="*/ 1269 w 1858"/>
                <a:gd name="T59" fmla="*/ 1462 h 1463"/>
                <a:gd name="T60" fmla="*/ 1270 w 1858"/>
                <a:gd name="T61" fmla="*/ 1450 h 1463"/>
                <a:gd name="T62" fmla="*/ 1248 w 1858"/>
                <a:gd name="T63" fmla="*/ 1383 h 1463"/>
                <a:gd name="T64" fmla="*/ 1270 w 1858"/>
                <a:gd name="T65" fmla="*/ 1316 h 1463"/>
                <a:gd name="T66" fmla="*/ 1234 w 1858"/>
                <a:gd name="T67" fmla="*/ 1233 h 1463"/>
                <a:gd name="T68" fmla="*/ 1432 w 1858"/>
                <a:gd name="T69" fmla="*/ 1177 h 1463"/>
                <a:gd name="T70" fmla="*/ 1805 w 1858"/>
                <a:gd name="T71" fmla="*/ 866 h 1463"/>
                <a:gd name="T72" fmla="*/ 1775 w 1858"/>
                <a:gd name="T73" fmla="*/ 431 h 14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858" h="1463">
                  <a:moveTo>
                    <a:pt x="1775" y="431"/>
                  </a:moveTo>
                  <a:cubicBezTo>
                    <a:pt x="1714" y="292"/>
                    <a:pt x="1605" y="143"/>
                    <a:pt x="1462" y="0"/>
                  </a:cubicBezTo>
                  <a:cubicBezTo>
                    <a:pt x="1383" y="79"/>
                    <a:pt x="1383" y="79"/>
                    <a:pt x="1383" y="79"/>
                  </a:cubicBezTo>
                  <a:cubicBezTo>
                    <a:pt x="1517" y="212"/>
                    <a:pt x="1617" y="350"/>
                    <a:pt x="1673" y="476"/>
                  </a:cubicBezTo>
                  <a:cubicBezTo>
                    <a:pt x="1733" y="609"/>
                    <a:pt x="1742" y="726"/>
                    <a:pt x="1702" y="823"/>
                  </a:cubicBezTo>
                  <a:cubicBezTo>
                    <a:pt x="1658" y="928"/>
                    <a:pt x="1554" y="1012"/>
                    <a:pt x="1393" y="1072"/>
                  </a:cubicBezTo>
                  <a:cubicBezTo>
                    <a:pt x="1311" y="1102"/>
                    <a:pt x="1216" y="1126"/>
                    <a:pt x="1108" y="1143"/>
                  </a:cubicBezTo>
                  <a:cubicBezTo>
                    <a:pt x="1095" y="1121"/>
                    <a:pt x="1075" y="1103"/>
                    <a:pt x="1050" y="1095"/>
                  </a:cubicBezTo>
                  <a:cubicBezTo>
                    <a:pt x="1059" y="1083"/>
                    <a:pt x="1064" y="1068"/>
                    <a:pt x="1064" y="1052"/>
                  </a:cubicBezTo>
                  <a:cubicBezTo>
                    <a:pt x="1064" y="1014"/>
                    <a:pt x="1037" y="983"/>
                    <a:pt x="1001" y="976"/>
                  </a:cubicBezTo>
                  <a:cubicBezTo>
                    <a:pt x="1003" y="966"/>
                    <a:pt x="1005" y="955"/>
                    <a:pt x="1005" y="943"/>
                  </a:cubicBezTo>
                  <a:cubicBezTo>
                    <a:pt x="1005" y="869"/>
                    <a:pt x="945" y="809"/>
                    <a:pt x="870" y="809"/>
                  </a:cubicBezTo>
                  <a:cubicBezTo>
                    <a:pt x="849" y="809"/>
                    <a:pt x="828" y="814"/>
                    <a:pt x="809" y="824"/>
                  </a:cubicBezTo>
                  <a:cubicBezTo>
                    <a:pt x="816" y="809"/>
                    <a:pt x="819" y="793"/>
                    <a:pt x="819" y="777"/>
                  </a:cubicBezTo>
                  <a:cubicBezTo>
                    <a:pt x="819" y="710"/>
                    <a:pt x="765" y="656"/>
                    <a:pt x="698" y="656"/>
                  </a:cubicBezTo>
                  <a:cubicBezTo>
                    <a:pt x="689" y="656"/>
                    <a:pt x="679" y="657"/>
                    <a:pt x="671" y="659"/>
                  </a:cubicBezTo>
                  <a:cubicBezTo>
                    <a:pt x="671" y="658"/>
                    <a:pt x="671" y="657"/>
                    <a:pt x="671" y="656"/>
                  </a:cubicBezTo>
                  <a:cubicBezTo>
                    <a:pt x="671" y="605"/>
                    <a:pt x="637" y="561"/>
                    <a:pt x="591" y="547"/>
                  </a:cubicBezTo>
                  <a:cubicBezTo>
                    <a:pt x="596" y="533"/>
                    <a:pt x="599" y="518"/>
                    <a:pt x="599" y="503"/>
                  </a:cubicBezTo>
                  <a:cubicBezTo>
                    <a:pt x="599" y="434"/>
                    <a:pt x="543" y="378"/>
                    <a:pt x="474" y="378"/>
                  </a:cubicBezTo>
                  <a:cubicBezTo>
                    <a:pt x="450" y="378"/>
                    <a:pt x="427" y="385"/>
                    <a:pt x="408" y="397"/>
                  </a:cubicBezTo>
                  <a:cubicBezTo>
                    <a:pt x="409" y="390"/>
                    <a:pt x="410" y="384"/>
                    <a:pt x="410" y="378"/>
                  </a:cubicBezTo>
                  <a:cubicBezTo>
                    <a:pt x="410" y="351"/>
                    <a:pt x="401" y="326"/>
                    <a:pt x="386" y="306"/>
                  </a:cubicBezTo>
                  <a:cubicBezTo>
                    <a:pt x="193" y="306"/>
                    <a:pt x="193" y="306"/>
                    <a:pt x="193" y="306"/>
                  </a:cubicBezTo>
                  <a:cubicBezTo>
                    <a:pt x="193" y="306"/>
                    <a:pt x="193" y="306"/>
                    <a:pt x="193" y="306"/>
                  </a:cubicBezTo>
                  <a:cubicBezTo>
                    <a:pt x="0" y="306"/>
                    <a:pt x="0" y="306"/>
                    <a:pt x="0" y="306"/>
                  </a:cubicBezTo>
                  <a:cubicBezTo>
                    <a:pt x="0" y="1462"/>
                    <a:pt x="0" y="1462"/>
                    <a:pt x="0" y="1462"/>
                  </a:cubicBezTo>
                  <a:cubicBezTo>
                    <a:pt x="991" y="1463"/>
                    <a:pt x="991" y="1463"/>
                    <a:pt x="991" y="1463"/>
                  </a:cubicBezTo>
                  <a:cubicBezTo>
                    <a:pt x="991" y="1462"/>
                    <a:pt x="991" y="1462"/>
                    <a:pt x="991" y="1462"/>
                  </a:cubicBezTo>
                  <a:cubicBezTo>
                    <a:pt x="1269" y="1462"/>
                    <a:pt x="1269" y="1462"/>
                    <a:pt x="1269" y="1462"/>
                  </a:cubicBezTo>
                  <a:cubicBezTo>
                    <a:pt x="1270" y="1458"/>
                    <a:pt x="1270" y="1454"/>
                    <a:pt x="1270" y="1450"/>
                  </a:cubicBezTo>
                  <a:cubicBezTo>
                    <a:pt x="1270" y="1425"/>
                    <a:pt x="1262" y="1402"/>
                    <a:pt x="1248" y="1383"/>
                  </a:cubicBezTo>
                  <a:cubicBezTo>
                    <a:pt x="1262" y="1365"/>
                    <a:pt x="1270" y="1341"/>
                    <a:pt x="1270" y="1316"/>
                  </a:cubicBezTo>
                  <a:cubicBezTo>
                    <a:pt x="1270" y="1283"/>
                    <a:pt x="1256" y="1254"/>
                    <a:pt x="1234" y="1233"/>
                  </a:cubicBezTo>
                  <a:cubicBezTo>
                    <a:pt x="1306" y="1218"/>
                    <a:pt x="1372" y="1199"/>
                    <a:pt x="1432" y="1177"/>
                  </a:cubicBezTo>
                  <a:cubicBezTo>
                    <a:pt x="1623" y="1106"/>
                    <a:pt x="1749" y="1001"/>
                    <a:pt x="1805" y="866"/>
                  </a:cubicBezTo>
                  <a:cubicBezTo>
                    <a:pt x="1858" y="739"/>
                    <a:pt x="1848" y="593"/>
                    <a:pt x="1775" y="431"/>
                  </a:cubicBezTo>
                  <a:close/>
                </a:path>
              </a:pathLst>
            </a:custGeom>
            <a:solidFill>
              <a:schemeClr val="tx2">
                <a:lumMod val="40000"/>
                <a:lumOff val="60000"/>
              </a:schemeClr>
            </a:solidFill>
            <a:ln>
              <a:noFill/>
            </a:ln>
          </p:spPr>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sz="1800" b="0" i="0" u="none" strike="noStrike" kern="1200" cap="none" spc="0" normalizeH="0" baseline="0" noProof="0" dirty="0">
                <a:ln>
                  <a:noFill/>
                </a:ln>
                <a:solidFill>
                  <a:schemeClr val="tx1"/>
                </a:solidFill>
                <a:effectLst/>
                <a:uLnTx/>
                <a:uFillTx/>
                <a:latin typeface="等线" pitchFamily="2" charset="-122"/>
                <a:ea typeface="等线" pitchFamily="2" charset="-122"/>
                <a:cs typeface="+mn-cs"/>
              </a:endParaRPr>
            </a:p>
          </p:txBody>
        </p:sp>
        <p:sp>
          <p:nvSpPr>
            <p:cNvPr id="72" name="iŝ1íḓe"/>
            <p:cNvSpPr/>
            <p:nvPr/>
          </p:nvSpPr>
          <p:spPr bwMode="auto">
            <a:xfrm>
              <a:off x="1591" y="1053"/>
              <a:ext cx="4345" cy="3424"/>
            </a:xfrm>
            <a:custGeom>
              <a:avLst/>
              <a:gdLst>
                <a:gd name="T0" fmla="*/ 1756 w 1836"/>
                <a:gd name="T1" fmla="*/ 424 h 1448"/>
                <a:gd name="T2" fmla="*/ 1447 w 1836"/>
                <a:gd name="T3" fmla="*/ 0 h 1448"/>
                <a:gd name="T4" fmla="*/ 1398 w 1836"/>
                <a:gd name="T5" fmla="*/ 49 h 1448"/>
                <a:gd name="T6" fmla="*/ 1693 w 1836"/>
                <a:gd name="T7" fmla="*/ 452 h 1448"/>
                <a:gd name="T8" fmla="*/ 1722 w 1836"/>
                <a:gd name="T9" fmla="*/ 816 h 1448"/>
                <a:gd name="T10" fmla="*/ 981 w 1836"/>
                <a:gd name="T11" fmla="*/ 1166 h 1448"/>
                <a:gd name="T12" fmla="*/ 836 w 1836"/>
                <a:gd name="T13" fmla="*/ 1023 h 1448"/>
                <a:gd name="T14" fmla="*/ 755 w 1836"/>
                <a:gd name="T15" fmla="*/ 1048 h 1448"/>
                <a:gd name="T16" fmla="*/ 706 w 1836"/>
                <a:gd name="T17" fmla="*/ 1026 h 1448"/>
                <a:gd name="T18" fmla="*/ 711 w 1836"/>
                <a:gd name="T19" fmla="*/ 978 h 1448"/>
                <a:gd name="T20" fmla="*/ 505 w 1836"/>
                <a:gd name="T21" fmla="*/ 772 h 1448"/>
                <a:gd name="T22" fmla="*/ 446 w 1836"/>
                <a:gd name="T23" fmla="*/ 780 h 1448"/>
                <a:gd name="T24" fmla="*/ 318 w 1836"/>
                <a:gd name="T25" fmla="*/ 669 h 1448"/>
                <a:gd name="T26" fmla="*/ 135 w 1836"/>
                <a:gd name="T27" fmla="*/ 497 h 1448"/>
                <a:gd name="T28" fmla="*/ 0 w 1836"/>
                <a:gd name="T29" fmla="*/ 557 h 1448"/>
                <a:gd name="T30" fmla="*/ 0 w 1836"/>
                <a:gd name="T31" fmla="*/ 1026 h 1448"/>
                <a:gd name="T32" fmla="*/ 0 w 1836"/>
                <a:gd name="T33" fmla="*/ 1026 h 1448"/>
                <a:gd name="T34" fmla="*/ 0 w 1836"/>
                <a:gd name="T35" fmla="*/ 1448 h 1448"/>
                <a:gd name="T36" fmla="*/ 1113 w 1836"/>
                <a:gd name="T37" fmla="*/ 1448 h 1448"/>
                <a:gd name="T38" fmla="*/ 1126 w 1836"/>
                <a:gd name="T39" fmla="*/ 1378 h 1448"/>
                <a:gd name="T40" fmla="*/ 1054 w 1836"/>
                <a:gd name="T41" fmla="*/ 1227 h 1448"/>
                <a:gd name="T42" fmla="*/ 1424 w 1836"/>
                <a:gd name="T43" fmla="*/ 1142 h 1448"/>
                <a:gd name="T44" fmla="*/ 1786 w 1836"/>
                <a:gd name="T45" fmla="*/ 843 h 1448"/>
                <a:gd name="T46" fmla="*/ 1756 w 1836"/>
                <a:gd name="T47" fmla="*/ 424 h 14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836" h="1448">
                  <a:moveTo>
                    <a:pt x="1756" y="424"/>
                  </a:moveTo>
                  <a:cubicBezTo>
                    <a:pt x="1695" y="288"/>
                    <a:pt x="1589" y="141"/>
                    <a:pt x="1447" y="0"/>
                  </a:cubicBezTo>
                  <a:cubicBezTo>
                    <a:pt x="1398" y="49"/>
                    <a:pt x="1398" y="49"/>
                    <a:pt x="1398" y="49"/>
                  </a:cubicBezTo>
                  <a:cubicBezTo>
                    <a:pt x="1534" y="184"/>
                    <a:pt x="1635" y="324"/>
                    <a:pt x="1693" y="452"/>
                  </a:cubicBezTo>
                  <a:cubicBezTo>
                    <a:pt x="1754" y="591"/>
                    <a:pt x="1764" y="713"/>
                    <a:pt x="1722" y="816"/>
                  </a:cubicBezTo>
                  <a:cubicBezTo>
                    <a:pt x="1644" y="1004"/>
                    <a:pt x="1390" y="1123"/>
                    <a:pt x="981" y="1166"/>
                  </a:cubicBezTo>
                  <a:cubicBezTo>
                    <a:pt x="980" y="1087"/>
                    <a:pt x="916" y="1023"/>
                    <a:pt x="836" y="1023"/>
                  </a:cubicBezTo>
                  <a:cubicBezTo>
                    <a:pt x="806" y="1023"/>
                    <a:pt x="778" y="1032"/>
                    <a:pt x="755" y="1048"/>
                  </a:cubicBezTo>
                  <a:cubicBezTo>
                    <a:pt x="741" y="1038"/>
                    <a:pt x="724" y="1030"/>
                    <a:pt x="706" y="1026"/>
                  </a:cubicBezTo>
                  <a:cubicBezTo>
                    <a:pt x="709" y="1011"/>
                    <a:pt x="711" y="995"/>
                    <a:pt x="711" y="978"/>
                  </a:cubicBezTo>
                  <a:cubicBezTo>
                    <a:pt x="711" y="864"/>
                    <a:pt x="619" y="772"/>
                    <a:pt x="505" y="772"/>
                  </a:cubicBezTo>
                  <a:cubicBezTo>
                    <a:pt x="485" y="772"/>
                    <a:pt x="465" y="775"/>
                    <a:pt x="446" y="780"/>
                  </a:cubicBezTo>
                  <a:cubicBezTo>
                    <a:pt x="423" y="725"/>
                    <a:pt x="376" y="684"/>
                    <a:pt x="318" y="669"/>
                  </a:cubicBezTo>
                  <a:cubicBezTo>
                    <a:pt x="311" y="573"/>
                    <a:pt x="232" y="497"/>
                    <a:pt x="135" y="497"/>
                  </a:cubicBezTo>
                  <a:cubicBezTo>
                    <a:pt x="81" y="497"/>
                    <a:pt x="33" y="520"/>
                    <a:pt x="0" y="557"/>
                  </a:cubicBezTo>
                  <a:cubicBezTo>
                    <a:pt x="0" y="1026"/>
                    <a:pt x="0" y="1026"/>
                    <a:pt x="0" y="1026"/>
                  </a:cubicBezTo>
                  <a:cubicBezTo>
                    <a:pt x="0" y="1026"/>
                    <a:pt x="0" y="1026"/>
                    <a:pt x="0" y="1026"/>
                  </a:cubicBezTo>
                  <a:cubicBezTo>
                    <a:pt x="0" y="1448"/>
                    <a:pt x="0" y="1448"/>
                    <a:pt x="0" y="1448"/>
                  </a:cubicBezTo>
                  <a:cubicBezTo>
                    <a:pt x="1113" y="1448"/>
                    <a:pt x="1113" y="1448"/>
                    <a:pt x="1113" y="1448"/>
                  </a:cubicBezTo>
                  <a:cubicBezTo>
                    <a:pt x="1121" y="1426"/>
                    <a:pt x="1126" y="1403"/>
                    <a:pt x="1126" y="1378"/>
                  </a:cubicBezTo>
                  <a:cubicBezTo>
                    <a:pt x="1126" y="1317"/>
                    <a:pt x="1098" y="1263"/>
                    <a:pt x="1054" y="1227"/>
                  </a:cubicBezTo>
                  <a:cubicBezTo>
                    <a:pt x="1197" y="1209"/>
                    <a:pt x="1321" y="1180"/>
                    <a:pt x="1424" y="1142"/>
                  </a:cubicBezTo>
                  <a:cubicBezTo>
                    <a:pt x="1610" y="1073"/>
                    <a:pt x="1732" y="972"/>
                    <a:pt x="1786" y="843"/>
                  </a:cubicBezTo>
                  <a:cubicBezTo>
                    <a:pt x="1836" y="722"/>
                    <a:pt x="1826" y="581"/>
                    <a:pt x="1756" y="424"/>
                  </a:cubicBezTo>
                  <a:close/>
                </a:path>
              </a:pathLst>
            </a:custGeom>
            <a:solidFill>
              <a:schemeClr val="tx2">
                <a:lumMod val="20000"/>
                <a:lumOff val="80000"/>
              </a:schemeClr>
            </a:solidFill>
            <a:ln>
              <a:noFill/>
            </a:ln>
          </p:spPr>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chemeClr val="tx1"/>
                </a:solidFill>
                <a:effectLst/>
                <a:uLnTx/>
                <a:uFillTx/>
                <a:latin typeface="等线" pitchFamily="2" charset="-122"/>
                <a:ea typeface="等线" pitchFamily="2" charset="-122"/>
                <a:cs typeface="+mn-cs"/>
              </a:endParaRPr>
            </a:p>
          </p:txBody>
        </p:sp>
        <p:sp>
          <p:nvSpPr>
            <p:cNvPr id="73" name="ïṣ1iḍê"/>
            <p:cNvSpPr/>
            <p:nvPr/>
          </p:nvSpPr>
          <p:spPr bwMode="auto">
            <a:xfrm>
              <a:off x="1604" y="1064"/>
              <a:ext cx="4407" cy="3426"/>
            </a:xfrm>
            <a:custGeom>
              <a:avLst/>
              <a:gdLst>
                <a:gd name="T0" fmla="*/ 1429 w 1862"/>
                <a:gd name="T1" fmla="*/ 0 h 1449"/>
                <a:gd name="T2" fmla="*/ 1400 w 1862"/>
                <a:gd name="T3" fmla="*/ 30 h 1449"/>
                <a:gd name="T4" fmla="*/ 1733 w 1862"/>
                <a:gd name="T5" fmla="*/ 809 h 1449"/>
                <a:gd name="T6" fmla="*/ 653 w 1862"/>
                <a:gd name="T7" fmla="*/ 1195 h 1449"/>
                <a:gd name="T8" fmla="*/ 653 w 1862"/>
                <a:gd name="T9" fmla="*/ 1187 h 1449"/>
                <a:gd name="T10" fmla="*/ 526 w 1862"/>
                <a:gd name="T11" fmla="*/ 1062 h 1449"/>
                <a:gd name="T12" fmla="*/ 465 w 1862"/>
                <a:gd name="T13" fmla="*/ 1078 h 1449"/>
                <a:gd name="T14" fmla="*/ 361 w 1862"/>
                <a:gd name="T15" fmla="*/ 1018 h 1449"/>
                <a:gd name="T16" fmla="*/ 361 w 1862"/>
                <a:gd name="T17" fmla="*/ 1017 h 1449"/>
                <a:gd name="T18" fmla="*/ 232 w 1862"/>
                <a:gd name="T19" fmla="*/ 891 h 1449"/>
                <a:gd name="T20" fmla="*/ 116 w 1862"/>
                <a:gd name="T21" fmla="*/ 968 h 1449"/>
                <a:gd name="T22" fmla="*/ 79 w 1862"/>
                <a:gd name="T23" fmla="*/ 962 h 1449"/>
                <a:gd name="T24" fmla="*/ 0 w 1862"/>
                <a:gd name="T25" fmla="*/ 998 h 1449"/>
                <a:gd name="T26" fmla="*/ 4 w 1862"/>
                <a:gd name="T27" fmla="*/ 1449 h 1449"/>
                <a:gd name="T28" fmla="*/ 773 w 1862"/>
                <a:gd name="T29" fmla="*/ 1443 h 1449"/>
                <a:gd name="T30" fmla="*/ 822 w 1862"/>
                <a:gd name="T31" fmla="*/ 1339 h 1449"/>
                <a:gd name="T32" fmla="*/ 768 w 1862"/>
                <a:gd name="T33" fmla="*/ 1233 h 1449"/>
                <a:gd name="T34" fmla="*/ 1421 w 1862"/>
                <a:gd name="T35" fmla="*/ 1120 h 1449"/>
                <a:gd name="T36" fmla="*/ 1772 w 1862"/>
                <a:gd name="T37" fmla="*/ 825 h 1449"/>
                <a:gd name="T38" fmla="*/ 1429 w 1862"/>
                <a:gd name="T39" fmla="*/ 0 h 1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862" h="1449">
                  <a:moveTo>
                    <a:pt x="1429" y="0"/>
                  </a:moveTo>
                  <a:cubicBezTo>
                    <a:pt x="1400" y="30"/>
                    <a:pt x="1400" y="30"/>
                    <a:pt x="1400" y="30"/>
                  </a:cubicBezTo>
                  <a:cubicBezTo>
                    <a:pt x="1694" y="320"/>
                    <a:pt x="1816" y="604"/>
                    <a:pt x="1733" y="809"/>
                  </a:cubicBezTo>
                  <a:cubicBezTo>
                    <a:pt x="1636" y="1050"/>
                    <a:pt x="1263" y="1183"/>
                    <a:pt x="653" y="1195"/>
                  </a:cubicBezTo>
                  <a:cubicBezTo>
                    <a:pt x="653" y="1192"/>
                    <a:pt x="653" y="1190"/>
                    <a:pt x="653" y="1187"/>
                  </a:cubicBezTo>
                  <a:cubicBezTo>
                    <a:pt x="653" y="1117"/>
                    <a:pt x="596" y="1061"/>
                    <a:pt x="526" y="1062"/>
                  </a:cubicBezTo>
                  <a:cubicBezTo>
                    <a:pt x="504" y="1062"/>
                    <a:pt x="483" y="1068"/>
                    <a:pt x="465" y="1078"/>
                  </a:cubicBezTo>
                  <a:cubicBezTo>
                    <a:pt x="442" y="1044"/>
                    <a:pt x="404" y="1021"/>
                    <a:pt x="361" y="1018"/>
                  </a:cubicBezTo>
                  <a:cubicBezTo>
                    <a:pt x="361" y="1017"/>
                    <a:pt x="361" y="1017"/>
                    <a:pt x="361" y="1017"/>
                  </a:cubicBezTo>
                  <a:cubicBezTo>
                    <a:pt x="360" y="947"/>
                    <a:pt x="303" y="890"/>
                    <a:pt x="232" y="891"/>
                  </a:cubicBezTo>
                  <a:cubicBezTo>
                    <a:pt x="180" y="891"/>
                    <a:pt x="136" y="923"/>
                    <a:pt x="116" y="968"/>
                  </a:cubicBezTo>
                  <a:cubicBezTo>
                    <a:pt x="105" y="964"/>
                    <a:pt x="92" y="961"/>
                    <a:pt x="79" y="962"/>
                  </a:cubicBezTo>
                  <a:cubicBezTo>
                    <a:pt x="47" y="962"/>
                    <a:pt x="19" y="976"/>
                    <a:pt x="0" y="998"/>
                  </a:cubicBezTo>
                  <a:cubicBezTo>
                    <a:pt x="4" y="1449"/>
                    <a:pt x="4" y="1449"/>
                    <a:pt x="4" y="1449"/>
                  </a:cubicBezTo>
                  <a:cubicBezTo>
                    <a:pt x="773" y="1443"/>
                    <a:pt x="773" y="1443"/>
                    <a:pt x="773" y="1443"/>
                  </a:cubicBezTo>
                  <a:cubicBezTo>
                    <a:pt x="803" y="1418"/>
                    <a:pt x="822" y="1381"/>
                    <a:pt x="822" y="1339"/>
                  </a:cubicBezTo>
                  <a:cubicBezTo>
                    <a:pt x="822" y="1296"/>
                    <a:pt x="801" y="1257"/>
                    <a:pt x="768" y="1233"/>
                  </a:cubicBezTo>
                  <a:cubicBezTo>
                    <a:pt x="1037" y="1221"/>
                    <a:pt x="1255" y="1183"/>
                    <a:pt x="1421" y="1120"/>
                  </a:cubicBezTo>
                  <a:cubicBezTo>
                    <a:pt x="1603" y="1051"/>
                    <a:pt x="1721" y="952"/>
                    <a:pt x="1772" y="825"/>
                  </a:cubicBezTo>
                  <a:cubicBezTo>
                    <a:pt x="1862" y="603"/>
                    <a:pt x="1737" y="302"/>
                    <a:pt x="1429" y="0"/>
                  </a:cubicBezTo>
                  <a:close/>
                </a:path>
              </a:pathLst>
            </a:custGeom>
            <a:solidFill>
              <a:schemeClr val="tx2">
                <a:lumMod val="40000"/>
                <a:lumOff val="60000"/>
              </a:schemeClr>
            </a:solidFill>
            <a:ln>
              <a:noFill/>
            </a:ln>
          </p:spPr>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chemeClr val="tx1"/>
                </a:solidFill>
                <a:effectLst/>
                <a:uLnTx/>
                <a:uFillTx/>
                <a:latin typeface="等线" pitchFamily="2" charset="-122"/>
                <a:ea typeface="等线" pitchFamily="2" charset="-122"/>
                <a:cs typeface="+mn-cs"/>
              </a:endParaRPr>
            </a:p>
          </p:txBody>
        </p:sp>
        <p:sp>
          <p:nvSpPr>
            <p:cNvPr id="47143" name="ïṩ1ïďé"/>
            <p:cNvSpPr/>
            <p:nvPr/>
          </p:nvSpPr>
          <p:spPr>
            <a:xfrm>
              <a:off x="4650" y="882"/>
              <a:ext cx="533" cy="449"/>
            </a:xfrm>
            <a:custGeom>
              <a:avLst/>
              <a:gdLst>
                <a:gd name="txL" fmla="*/ 0 w 225"/>
                <a:gd name="txT" fmla="*/ 0 h 190"/>
                <a:gd name="txR" fmla="*/ 225 w 225"/>
                <a:gd name="txB" fmla="*/ 190 h 190"/>
              </a:gdLst>
              <a:ahLst/>
              <a:cxnLst>
                <a:cxn ang="0">
                  <a:pos x="0" y="1026854"/>
                </a:cxn>
                <a:cxn ang="0">
                  <a:pos x="2032047" y="4643345"/>
                </a:cxn>
                <a:cxn ang="0">
                  <a:pos x="7028949" y="5761668"/>
                </a:cxn>
                <a:cxn ang="0">
                  <a:pos x="1069129" y="0"/>
                </a:cxn>
                <a:cxn ang="0">
                  <a:pos x="0" y="1026854"/>
                </a:cxn>
              </a:cxnLst>
              <a:rect l="txL" t="txT" r="txR" b="txB"/>
              <a:pathLst>
                <a:path w="225" h="190">
                  <a:moveTo>
                    <a:pt x="0" y="34"/>
                  </a:moveTo>
                  <a:cubicBezTo>
                    <a:pt x="0" y="34"/>
                    <a:pt x="4" y="124"/>
                    <a:pt x="65" y="153"/>
                  </a:cubicBezTo>
                  <a:cubicBezTo>
                    <a:pt x="127" y="183"/>
                    <a:pt x="225" y="190"/>
                    <a:pt x="225" y="190"/>
                  </a:cubicBezTo>
                  <a:cubicBezTo>
                    <a:pt x="34" y="0"/>
                    <a:pt x="34" y="0"/>
                    <a:pt x="34" y="0"/>
                  </a:cubicBezTo>
                  <a:lnTo>
                    <a:pt x="0" y="34"/>
                  </a:lnTo>
                  <a:close/>
                </a:path>
              </a:pathLst>
            </a:custGeom>
            <a:solidFill>
              <a:srgbClr val="FF6400">
                <a:alpha val="100000"/>
              </a:srgbClr>
            </a:solidFill>
            <a:ln w="9525">
              <a:noFill/>
            </a:ln>
          </p:spPr>
          <p:txBody>
            <a:bodyPr/>
            <a:p>
              <a:endParaRPr lang="zh-CN" altLang="en-US"/>
            </a:p>
          </p:txBody>
        </p:sp>
        <p:sp>
          <p:nvSpPr>
            <p:cNvPr id="47144" name="iş1iḑè"/>
            <p:cNvSpPr/>
            <p:nvPr/>
          </p:nvSpPr>
          <p:spPr>
            <a:xfrm>
              <a:off x="4681" y="882"/>
              <a:ext cx="336" cy="286"/>
            </a:xfrm>
            <a:custGeom>
              <a:avLst/>
              <a:gdLst>
                <a:gd name="txL" fmla="*/ 0 w 142"/>
                <a:gd name="txT" fmla="*/ 0 h 121"/>
                <a:gd name="txR" fmla="*/ 142 w 142"/>
                <a:gd name="txB" fmla="*/ 121 h 121"/>
              </a:gdLst>
              <a:ahLst/>
              <a:cxnLst>
                <a:cxn ang="0">
                  <a:pos x="0" y="670096"/>
                </a:cxn>
                <a:cxn ang="0">
                  <a:pos x="1264527" y="2982033"/>
                </a:cxn>
                <a:cxn ang="0">
                  <a:pos x="4373917" y="3679341"/>
                </a:cxn>
                <a:cxn ang="0">
                  <a:pos x="648636" y="0"/>
                </a:cxn>
                <a:cxn ang="0">
                  <a:pos x="0" y="670096"/>
                </a:cxn>
              </a:cxnLst>
              <a:rect l="txL" t="txT" r="txR" b="txB"/>
              <a:pathLst>
                <a:path w="142" h="121">
                  <a:moveTo>
                    <a:pt x="0" y="22"/>
                  </a:moveTo>
                  <a:cubicBezTo>
                    <a:pt x="0" y="22"/>
                    <a:pt x="2" y="79"/>
                    <a:pt x="41" y="98"/>
                  </a:cubicBezTo>
                  <a:cubicBezTo>
                    <a:pt x="80" y="117"/>
                    <a:pt x="142" y="121"/>
                    <a:pt x="142" y="121"/>
                  </a:cubicBezTo>
                  <a:cubicBezTo>
                    <a:pt x="21" y="0"/>
                    <a:pt x="21" y="0"/>
                    <a:pt x="21" y="0"/>
                  </a:cubicBezTo>
                  <a:lnTo>
                    <a:pt x="0" y="22"/>
                  </a:lnTo>
                  <a:close/>
                </a:path>
              </a:pathLst>
            </a:custGeom>
            <a:solidFill>
              <a:srgbClr val="FFC000">
                <a:alpha val="100000"/>
              </a:srgbClr>
            </a:solidFill>
            <a:ln w="9525">
              <a:noFill/>
            </a:ln>
          </p:spPr>
          <p:txBody>
            <a:bodyPr/>
            <a:p>
              <a:endParaRPr lang="zh-CN" altLang="en-US"/>
            </a:p>
          </p:txBody>
        </p:sp>
        <p:sp>
          <p:nvSpPr>
            <p:cNvPr id="47145" name="îŝļíḋê"/>
            <p:cNvSpPr/>
            <p:nvPr/>
          </p:nvSpPr>
          <p:spPr>
            <a:xfrm>
              <a:off x="4731" y="801"/>
              <a:ext cx="452" cy="530"/>
            </a:xfrm>
            <a:custGeom>
              <a:avLst/>
              <a:gdLst>
                <a:gd name="txL" fmla="*/ 0 w 191"/>
                <a:gd name="txT" fmla="*/ 0 h 224"/>
                <a:gd name="txR" fmla="*/ 191 w 191"/>
                <a:gd name="txB" fmla="*/ 224 h 224"/>
              </a:gdLst>
              <a:ahLst/>
              <a:cxnLst>
                <a:cxn ang="0">
                  <a:pos x="1040880" y="0"/>
                </a:cxn>
                <a:cxn ang="0">
                  <a:pos x="4720598" y="2000920"/>
                </a:cxn>
                <a:cxn ang="0">
                  <a:pos x="5894019" y="6895438"/>
                </a:cxn>
                <a:cxn ang="0">
                  <a:pos x="0" y="1039039"/>
                </a:cxn>
                <a:cxn ang="0">
                  <a:pos x="1040880" y="0"/>
                </a:cxn>
              </a:cxnLst>
              <a:rect l="txL" t="txT" r="txR" b="txB"/>
              <a:pathLst>
                <a:path w="191" h="224">
                  <a:moveTo>
                    <a:pt x="34" y="0"/>
                  </a:moveTo>
                  <a:cubicBezTo>
                    <a:pt x="34" y="0"/>
                    <a:pt x="124" y="3"/>
                    <a:pt x="153" y="65"/>
                  </a:cubicBezTo>
                  <a:cubicBezTo>
                    <a:pt x="183" y="126"/>
                    <a:pt x="191" y="224"/>
                    <a:pt x="191" y="224"/>
                  </a:cubicBezTo>
                  <a:cubicBezTo>
                    <a:pt x="0" y="34"/>
                    <a:pt x="0" y="34"/>
                    <a:pt x="0" y="34"/>
                  </a:cubicBezTo>
                  <a:lnTo>
                    <a:pt x="34" y="0"/>
                  </a:lnTo>
                  <a:close/>
                </a:path>
              </a:pathLst>
            </a:custGeom>
            <a:solidFill>
              <a:srgbClr val="FF6400">
                <a:alpha val="100000"/>
              </a:srgbClr>
            </a:solidFill>
            <a:ln w="9525">
              <a:noFill/>
            </a:ln>
          </p:spPr>
          <p:txBody>
            <a:bodyPr/>
            <a:p>
              <a:endParaRPr lang="zh-CN" altLang="en-US"/>
            </a:p>
          </p:txBody>
        </p:sp>
        <p:sp>
          <p:nvSpPr>
            <p:cNvPr id="47146" name="ïṧḷïḍè"/>
            <p:cNvSpPr/>
            <p:nvPr/>
          </p:nvSpPr>
          <p:spPr>
            <a:xfrm>
              <a:off x="4731" y="830"/>
              <a:ext cx="286" cy="338"/>
            </a:xfrm>
            <a:custGeom>
              <a:avLst/>
              <a:gdLst>
                <a:gd name="txL" fmla="*/ 0 w 121"/>
                <a:gd name="txT" fmla="*/ 0 h 143"/>
                <a:gd name="txR" fmla="*/ 121 w 121"/>
                <a:gd name="txB" fmla="*/ 143 h 143"/>
              </a:gdLst>
              <a:ahLst/>
              <a:cxnLst>
                <a:cxn ang="0">
                  <a:pos x="670096" y="0"/>
                </a:cxn>
                <a:cxn ang="0">
                  <a:pos x="2982033" y="1273104"/>
                </a:cxn>
                <a:cxn ang="0">
                  <a:pos x="3679341" y="4349936"/>
                </a:cxn>
                <a:cxn ang="0">
                  <a:pos x="0" y="670096"/>
                </a:cxn>
                <a:cxn ang="0">
                  <a:pos x="670096" y="0"/>
                </a:cxn>
              </a:cxnLst>
              <a:rect l="txL" t="txT" r="txR" b="txB"/>
              <a:pathLst>
                <a:path w="121" h="143">
                  <a:moveTo>
                    <a:pt x="22" y="0"/>
                  </a:moveTo>
                  <a:cubicBezTo>
                    <a:pt x="22" y="0"/>
                    <a:pt x="79" y="3"/>
                    <a:pt x="98" y="42"/>
                  </a:cubicBezTo>
                  <a:cubicBezTo>
                    <a:pt x="117" y="81"/>
                    <a:pt x="121" y="143"/>
                    <a:pt x="121" y="143"/>
                  </a:cubicBezTo>
                  <a:cubicBezTo>
                    <a:pt x="0" y="22"/>
                    <a:pt x="0" y="22"/>
                    <a:pt x="0" y="22"/>
                  </a:cubicBezTo>
                  <a:lnTo>
                    <a:pt x="22" y="0"/>
                  </a:lnTo>
                  <a:close/>
                </a:path>
              </a:pathLst>
            </a:custGeom>
            <a:solidFill>
              <a:srgbClr val="FFC000">
                <a:alpha val="100000"/>
              </a:srgbClr>
            </a:solidFill>
            <a:ln w="9525">
              <a:noFill/>
            </a:ln>
          </p:spPr>
          <p:txBody>
            <a:bodyPr/>
            <a:p>
              <a:endParaRPr lang="zh-CN" altLang="en-US"/>
            </a:p>
          </p:txBody>
        </p:sp>
        <p:sp>
          <p:nvSpPr>
            <p:cNvPr id="47147" name="ïşľídé"/>
            <p:cNvSpPr/>
            <p:nvPr/>
          </p:nvSpPr>
          <p:spPr>
            <a:xfrm>
              <a:off x="2746" y="-1124"/>
              <a:ext cx="1895" cy="1914"/>
            </a:xfrm>
            <a:custGeom>
              <a:avLst/>
              <a:gdLst>
                <a:gd name="txL" fmla="*/ 0 w 801"/>
                <a:gd name="txT" fmla="*/ 0 h 809"/>
                <a:gd name="txR" fmla="*/ 801 w 801"/>
                <a:gd name="txB" fmla="*/ 809 h 809"/>
              </a:gdLst>
              <a:ahLst/>
              <a:cxnLst>
                <a:cxn ang="0">
                  <a:pos x="24261169" y="24880563"/>
                </a:cxn>
                <a:cxn ang="0">
                  <a:pos x="24128779" y="24856905"/>
                </a:cxn>
                <a:cxn ang="0">
                  <a:pos x="23814810" y="24763443"/>
                </a:cxn>
                <a:cxn ang="0">
                  <a:pos x="22712597" y="24324960"/>
                </a:cxn>
                <a:cxn ang="0">
                  <a:pos x="21091651" y="23556161"/>
                </a:cxn>
                <a:cxn ang="0">
                  <a:pos x="19153741" y="22423433"/>
                </a:cxn>
                <a:cxn ang="0">
                  <a:pos x="18076142" y="21709845"/>
                </a:cxn>
                <a:cxn ang="0">
                  <a:pos x="16994710" y="20878227"/>
                </a:cxn>
                <a:cxn ang="0">
                  <a:pos x="14814159" y="18978759"/>
                </a:cxn>
                <a:cxn ang="0">
                  <a:pos x="13841885" y="17836208"/>
                </a:cxn>
                <a:cxn ang="0">
                  <a:pos x="12852511" y="16577766"/>
                </a:cxn>
                <a:cxn ang="0">
                  <a:pos x="10873895" y="14055006"/>
                </a:cxn>
                <a:cxn ang="0">
                  <a:pos x="8820243" y="11592983"/>
                </a:cxn>
                <a:cxn ang="0">
                  <a:pos x="6860388" y="9191903"/>
                </a:cxn>
                <a:cxn ang="0">
                  <a:pos x="5043038" y="6918564"/>
                </a:cxn>
                <a:cxn ang="0">
                  <a:pos x="4213896" y="5852345"/>
                </a:cxn>
                <a:cxn ang="0">
                  <a:pos x="3442453" y="4863223"/>
                </a:cxn>
                <a:cxn ang="0">
                  <a:pos x="2092246" y="3104804"/>
                </a:cxn>
                <a:cxn ang="0">
                  <a:pos x="1531886" y="2368744"/>
                </a:cxn>
                <a:cxn ang="0">
                  <a:pos x="1077590" y="1753006"/>
                </a:cxn>
                <a:cxn ang="0">
                  <a:pos x="429758" y="856902"/>
                </a:cxn>
                <a:cxn ang="0">
                  <a:pos x="181655" y="559785"/>
                </a:cxn>
                <a:cxn ang="0">
                  <a:pos x="181655" y="153089"/>
                </a:cxn>
                <a:cxn ang="0">
                  <a:pos x="582830" y="181693"/>
                </a:cxn>
                <a:cxn ang="0">
                  <a:pos x="895930" y="401602"/>
                </a:cxn>
                <a:cxn ang="0">
                  <a:pos x="1752447" y="1078005"/>
                </a:cxn>
                <a:cxn ang="0">
                  <a:pos x="2405344" y="1532246"/>
                </a:cxn>
                <a:cxn ang="0">
                  <a:pos x="3103916" y="2120291"/>
                </a:cxn>
                <a:cxn ang="0">
                  <a:pos x="4861403" y="3472043"/>
                </a:cxn>
                <a:cxn ang="0">
                  <a:pos x="5850847" y="4276077"/>
                </a:cxn>
                <a:cxn ang="0">
                  <a:pos x="6887746" y="5109103"/>
                </a:cxn>
                <a:cxn ang="0">
                  <a:pos x="9133015" y="6955945"/>
                </a:cxn>
                <a:cxn ang="0">
                  <a:pos x="11521904" y="8918014"/>
                </a:cxn>
                <a:cxn ang="0">
                  <a:pos x="13955509" y="11010891"/>
                </a:cxn>
                <a:cxn ang="0">
                  <a:pos x="16476601" y="13010327"/>
                </a:cxn>
                <a:cxn ang="0">
                  <a:pos x="17713901" y="13990276"/>
                </a:cxn>
                <a:cxn ang="0">
                  <a:pos x="18839346" y="15016766"/>
                </a:cxn>
                <a:cxn ang="0">
                  <a:pos x="20722455" y="17197155"/>
                </a:cxn>
                <a:cxn ang="0">
                  <a:pos x="21519348" y="18303413"/>
                </a:cxn>
                <a:cxn ang="0">
                  <a:pos x="22222064" y="19341090"/>
                </a:cxn>
                <a:cxn ang="0">
                  <a:pos x="23364345" y="21320174"/>
                </a:cxn>
                <a:cxn ang="0">
                  <a:pos x="24105065" y="22945650"/>
                </a:cxn>
                <a:cxn ang="0">
                  <a:pos x="24506625" y="24076504"/>
                </a:cxn>
                <a:cxn ang="0">
                  <a:pos x="24594935" y="24385450"/>
                </a:cxn>
                <a:cxn ang="0">
                  <a:pos x="24623192" y="24478061"/>
                </a:cxn>
                <a:cxn ang="0">
                  <a:pos x="24261169" y="24880563"/>
                </a:cxn>
              </a:cxnLst>
              <a:rect l="txL" t="txT" r="txR" b="txB"/>
              <a:pathLst>
                <a:path w="801" h="809">
                  <a:moveTo>
                    <a:pt x="789" y="809"/>
                  </a:moveTo>
                  <a:cubicBezTo>
                    <a:pt x="789" y="809"/>
                    <a:pt x="788" y="809"/>
                    <a:pt x="785" y="808"/>
                  </a:cubicBezTo>
                  <a:cubicBezTo>
                    <a:pt x="783" y="807"/>
                    <a:pt x="780" y="806"/>
                    <a:pt x="775" y="805"/>
                  </a:cubicBezTo>
                  <a:cubicBezTo>
                    <a:pt x="767" y="802"/>
                    <a:pt x="754" y="797"/>
                    <a:pt x="739" y="791"/>
                  </a:cubicBezTo>
                  <a:cubicBezTo>
                    <a:pt x="724" y="785"/>
                    <a:pt x="706" y="776"/>
                    <a:pt x="686" y="766"/>
                  </a:cubicBezTo>
                  <a:cubicBezTo>
                    <a:pt x="667" y="756"/>
                    <a:pt x="645" y="743"/>
                    <a:pt x="623" y="729"/>
                  </a:cubicBezTo>
                  <a:cubicBezTo>
                    <a:pt x="611" y="722"/>
                    <a:pt x="600" y="714"/>
                    <a:pt x="588" y="706"/>
                  </a:cubicBezTo>
                  <a:cubicBezTo>
                    <a:pt x="577" y="697"/>
                    <a:pt x="565" y="689"/>
                    <a:pt x="553" y="679"/>
                  </a:cubicBezTo>
                  <a:cubicBezTo>
                    <a:pt x="529" y="661"/>
                    <a:pt x="505" y="641"/>
                    <a:pt x="482" y="617"/>
                  </a:cubicBezTo>
                  <a:cubicBezTo>
                    <a:pt x="471" y="605"/>
                    <a:pt x="460" y="593"/>
                    <a:pt x="450" y="580"/>
                  </a:cubicBezTo>
                  <a:cubicBezTo>
                    <a:pt x="439" y="567"/>
                    <a:pt x="429" y="553"/>
                    <a:pt x="418" y="539"/>
                  </a:cubicBezTo>
                  <a:cubicBezTo>
                    <a:pt x="398" y="511"/>
                    <a:pt x="376" y="483"/>
                    <a:pt x="354" y="457"/>
                  </a:cubicBezTo>
                  <a:cubicBezTo>
                    <a:pt x="331" y="430"/>
                    <a:pt x="309" y="404"/>
                    <a:pt x="287" y="377"/>
                  </a:cubicBezTo>
                  <a:cubicBezTo>
                    <a:pt x="265" y="351"/>
                    <a:pt x="244" y="324"/>
                    <a:pt x="223" y="299"/>
                  </a:cubicBezTo>
                  <a:cubicBezTo>
                    <a:pt x="203" y="273"/>
                    <a:pt x="183" y="248"/>
                    <a:pt x="164" y="225"/>
                  </a:cubicBezTo>
                  <a:cubicBezTo>
                    <a:pt x="155" y="213"/>
                    <a:pt x="146" y="201"/>
                    <a:pt x="137" y="190"/>
                  </a:cubicBezTo>
                  <a:cubicBezTo>
                    <a:pt x="129" y="179"/>
                    <a:pt x="120" y="168"/>
                    <a:pt x="112" y="158"/>
                  </a:cubicBezTo>
                  <a:cubicBezTo>
                    <a:pt x="96" y="137"/>
                    <a:pt x="81" y="118"/>
                    <a:pt x="68" y="101"/>
                  </a:cubicBezTo>
                  <a:cubicBezTo>
                    <a:pt x="62" y="93"/>
                    <a:pt x="56" y="85"/>
                    <a:pt x="50" y="77"/>
                  </a:cubicBezTo>
                  <a:cubicBezTo>
                    <a:pt x="45" y="70"/>
                    <a:pt x="40" y="63"/>
                    <a:pt x="35" y="57"/>
                  </a:cubicBezTo>
                  <a:cubicBezTo>
                    <a:pt x="26" y="45"/>
                    <a:pt x="19" y="35"/>
                    <a:pt x="14" y="28"/>
                  </a:cubicBezTo>
                  <a:cubicBezTo>
                    <a:pt x="9" y="22"/>
                    <a:pt x="6" y="18"/>
                    <a:pt x="6" y="18"/>
                  </a:cubicBezTo>
                  <a:cubicBezTo>
                    <a:pt x="6" y="18"/>
                    <a:pt x="0" y="10"/>
                    <a:pt x="6" y="5"/>
                  </a:cubicBezTo>
                  <a:cubicBezTo>
                    <a:pt x="11" y="0"/>
                    <a:pt x="19" y="6"/>
                    <a:pt x="19" y="6"/>
                  </a:cubicBezTo>
                  <a:cubicBezTo>
                    <a:pt x="19" y="6"/>
                    <a:pt x="22" y="8"/>
                    <a:pt x="29" y="13"/>
                  </a:cubicBezTo>
                  <a:cubicBezTo>
                    <a:pt x="36" y="18"/>
                    <a:pt x="45" y="26"/>
                    <a:pt x="57" y="35"/>
                  </a:cubicBezTo>
                  <a:cubicBezTo>
                    <a:pt x="63" y="40"/>
                    <a:pt x="70" y="45"/>
                    <a:pt x="78" y="50"/>
                  </a:cubicBezTo>
                  <a:cubicBezTo>
                    <a:pt x="85" y="56"/>
                    <a:pt x="93" y="62"/>
                    <a:pt x="101" y="69"/>
                  </a:cubicBezTo>
                  <a:cubicBezTo>
                    <a:pt x="118" y="82"/>
                    <a:pt x="137" y="97"/>
                    <a:pt x="158" y="113"/>
                  </a:cubicBezTo>
                  <a:cubicBezTo>
                    <a:pt x="168" y="121"/>
                    <a:pt x="179" y="130"/>
                    <a:pt x="190" y="139"/>
                  </a:cubicBezTo>
                  <a:cubicBezTo>
                    <a:pt x="201" y="147"/>
                    <a:pt x="212" y="157"/>
                    <a:pt x="224" y="166"/>
                  </a:cubicBezTo>
                  <a:cubicBezTo>
                    <a:pt x="247" y="185"/>
                    <a:pt x="272" y="205"/>
                    <a:pt x="297" y="226"/>
                  </a:cubicBezTo>
                  <a:cubicBezTo>
                    <a:pt x="322" y="246"/>
                    <a:pt x="349" y="268"/>
                    <a:pt x="375" y="290"/>
                  </a:cubicBezTo>
                  <a:cubicBezTo>
                    <a:pt x="401" y="312"/>
                    <a:pt x="427" y="335"/>
                    <a:pt x="454" y="358"/>
                  </a:cubicBezTo>
                  <a:cubicBezTo>
                    <a:pt x="480" y="381"/>
                    <a:pt x="508" y="402"/>
                    <a:pt x="536" y="423"/>
                  </a:cubicBezTo>
                  <a:cubicBezTo>
                    <a:pt x="549" y="434"/>
                    <a:pt x="563" y="444"/>
                    <a:pt x="576" y="455"/>
                  </a:cubicBezTo>
                  <a:cubicBezTo>
                    <a:pt x="589" y="466"/>
                    <a:pt x="601" y="477"/>
                    <a:pt x="613" y="488"/>
                  </a:cubicBezTo>
                  <a:cubicBezTo>
                    <a:pt x="636" y="511"/>
                    <a:pt x="656" y="535"/>
                    <a:pt x="674" y="559"/>
                  </a:cubicBezTo>
                  <a:cubicBezTo>
                    <a:pt x="684" y="571"/>
                    <a:pt x="692" y="583"/>
                    <a:pt x="700" y="595"/>
                  </a:cubicBezTo>
                  <a:cubicBezTo>
                    <a:pt x="708" y="607"/>
                    <a:pt x="716" y="618"/>
                    <a:pt x="723" y="629"/>
                  </a:cubicBezTo>
                  <a:cubicBezTo>
                    <a:pt x="737" y="652"/>
                    <a:pt x="749" y="674"/>
                    <a:pt x="760" y="693"/>
                  </a:cubicBezTo>
                  <a:cubicBezTo>
                    <a:pt x="770" y="713"/>
                    <a:pt x="778" y="731"/>
                    <a:pt x="784" y="746"/>
                  </a:cubicBezTo>
                  <a:cubicBezTo>
                    <a:pt x="790" y="762"/>
                    <a:pt x="795" y="774"/>
                    <a:pt x="797" y="783"/>
                  </a:cubicBezTo>
                  <a:cubicBezTo>
                    <a:pt x="799" y="787"/>
                    <a:pt x="800" y="791"/>
                    <a:pt x="800" y="793"/>
                  </a:cubicBezTo>
                  <a:cubicBezTo>
                    <a:pt x="801" y="795"/>
                    <a:pt x="801" y="796"/>
                    <a:pt x="801" y="796"/>
                  </a:cubicBezTo>
                  <a:lnTo>
                    <a:pt x="789" y="809"/>
                  </a:lnTo>
                  <a:close/>
                </a:path>
              </a:pathLst>
            </a:custGeom>
            <a:solidFill>
              <a:schemeClr val="accent1">
                <a:alpha val="100000"/>
              </a:schemeClr>
            </a:solidFill>
            <a:ln w="9525">
              <a:noFill/>
            </a:ln>
          </p:spPr>
          <p:txBody>
            <a:bodyPr/>
            <a:p>
              <a:endParaRPr lang="zh-CN" altLang="en-US"/>
            </a:p>
          </p:txBody>
        </p:sp>
        <p:sp>
          <p:nvSpPr>
            <p:cNvPr id="47148" name="íśľiḋe"/>
            <p:cNvSpPr/>
            <p:nvPr/>
          </p:nvSpPr>
          <p:spPr>
            <a:xfrm>
              <a:off x="4598" y="492"/>
              <a:ext cx="571" cy="413"/>
            </a:xfrm>
            <a:custGeom>
              <a:avLst/>
              <a:gdLst>
                <a:gd name="txL" fmla="*/ 0 w 241"/>
                <a:gd name="txT" fmla="*/ 0 h 175"/>
                <a:gd name="txR" fmla="*/ 241 w 241"/>
                <a:gd name="txB" fmla="*/ 175 h 175"/>
              </a:gdLst>
              <a:ahLst/>
              <a:cxnLst>
                <a:cxn ang="0">
                  <a:pos x="0" y="0"/>
                </a:cxn>
                <a:cxn ang="0">
                  <a:pos x="5006851" y="1729979"/>
                </a:cxn>
                <a:cxn ang="0">
                  <a:pos x="7542806" y="5225074"/>
                </a:cxn>
                <a:cxn ang="0">
                  <a:pos x="2312702" y="2920731"/>
                </a:cxn>
                <a:cxn ang="0">
                  <a:pos x="0" y="0"/>
                </a:cxn>
              </a:cxnLst>
              <a:rect l="txL" t="txT" r="txR" b="txB"/>
              <a:pathLst>
                <a:path w="241" h="175">
                  <a:moveTo>
                    <a:pt x="0" y="0"/>
                  </a:moveTo>
                  <a:cubicBezTo>
                    <a:pt x="0" y="0"/>
                    <a:pt x="120" y="23"/>
                    <a:pt x="160" y="58"/>
                  </a:cubicBezTo>
                  <a:cubicBezTo>
                    <a:pt x="200" y="92"/>
                    <a:pt x="241" y="175"/>
                    <a:pt x="241" y="175"/>
                  </a:cubicBezTo>
                  <a:cubicBezTo>
                    <a:pt x="74" y="98"/>
                    <a:pt x="74" y="98"/>
                    <a:pt x="74" y="98"/>
                  </a:cubicBezTo>
                  <a:lnTo>
                    <a:pt x="0" y="0"/>
                  </a:lnTo>
                  <a:close/>
                </a:path>
              </a:pathLst>
            </a:custGeom>
            <a:solidFill>
              <a:schemeClr val="tx2">
                <a:alpha val="100000"/>
              </a:schemeClr>
            </a:solidFill>
            <a:ln w="9525">
              <a:noFill/>
            </a:ln>
          </p:spPr>
          <p:txBody>
            <a:bodyPr/>
            <a:p>
              <a:endParaRPr lang="zh-CN" altLang="en-US"/>
            </a:p>
          </p:txBody>
        </p:sp>
        <p:sp>
          <p:nvSpPr>
            <p:cNvPr id="47149" name="íśḻîdê"/>
            <p:cNvSpPr/>
            <p:nvPr/>
          </p:nvSpPr>
          <p:spPr>
            <a:xfrm>
              <a:off x="4343" y="742"/>
              <a:ext cx="409" cy="575"/>
            </a:xfrm>
            <a:custGeom>
              <a:avLst/>
              <a:gdLst>
                <a:gd name="txL" fmla="*/ 0 w 173"/>
                <a:gd name="txT" fmla="*/ 0 h 243"/>
                <a:gd name="txR" fmla="*/ 173 w 173"/>
                <a:gd name="txB" fmla="*/ 243 h 243"/>
              </a:gdLst>
              <a:ahLst/>
              <a:cxnLst>
                <a:cxn ang="0">
                  <a:pos x="0" y="0"/>
                </a:cxn>
                <a:cxn ang="0">
                  <a:pos x="1739971" y="4963713"/>
                </a:cxn>
                <a:cxn ang="0">
                  <a:pos x="5274072" y="7488261"/>
                </a:cxn>
                <a:cxn ang="0">
                  <a:pos x="2990379" y="2304806"/>
                </a:cxn>
                <a:cxn ang="0">
                  <a:pos x="0" y="0"/>
                </a:cxn>
              </a:cxnLst>
              <a:rect l="txL" t="txT" r="txR" b="txB"/>
              <a:pathLst>
                <a:path w="173" h="243">
                  <a:moveTo>
                    <a:pt x="0" y="0"/>
                  </a:moveTo>
                  <a:cubicBezTo>
                    <a:pt x="0" y="0"/>
                    <a:pt x="23" y="121"/>
                    <a:pt x="57" y="161"/>
                  </a:cubicBezTo>
                  <a:cubicBezTo>
                    <a:pt x="91" y="201"/>
                    <a:pt x="173" y="243"/>
                    <a:pt x="173" y="243"/>
                  </a:cubicBezTo>
                  <a:cubicBezTo>
                    <a:pt x="98" y="75"/>
                    <a:pt x="98" y="75"/>
                    <a:pt x="98" y="75"/>
                  </a:cubicBezTo>
                  <a:lnTo>
                    <a:pt x="0" y="0"/>
                  </a:lnTo>
                  <a:close/>
                </a:path>
              </a:pathLst>
            </a:custGeom>
            <a:solidFill>
              <a:srgbClr val="2E3955">
                <a:alpha val="100000"/>
              </a:srgbClr>
            </a:solidFill>
            <a:ln w="9525">
              <a:noFill/>
            </a:ln>
          </p:spPr>
          <p:txBody>
            <a:bodyPr/>
            <a:p>
              <a:endParaRPr lang="zh-CN" altLang="en-US"/>
            </a:p>
          </p:txBody>
        </p:sp>
        <p:sp>
          <p:nvSpPr>
            <p:cNvPr id="47150" name="iSlïḑe"/>
            <p:cNvSpPr/>
            <p:nvPr/>
          </p:nvSpPr>
          <p:spPr>
            <a:xfrm>
              <a:off x="4525" y="674"/>
              <a:ext cx="345" cy="343"/>
            </a:xfrm>
            <a:custGeom>
              <a:avLst/>
              <a:gdLst>
                <a:gd name="txL" fmla="*/ 0 w 146"/>
                <a:gd name="txT" fmla="*/ 0 h 145"/>
                <a:gd name="txR" fmla="*/ 146 w 146"/>
                <a:gd name="txB" fmla="*/ 145 h 145"/>
              </a:gdLst>
              <a:ahLst/>
              <a:cxnLst>
                <a:cxn ang="0">
                  <a:pos x="4181007" y="273534"/>
                </a:cxn>
                <a:cxn ang="0">
                  <a:pos x="4181007" y="1197004"/>
                </a:cxn>
                <a:cxn ang="0">
                  <a:pos x="1155998" y="4202253"/>
                </a:cxn>
                <a:cxn ang="0">
                  <a:pos x="243204" y="4202253"/>
                </a:cxn>
                <a:cxn ang="0">
                  <a:pos x="243204" y="3281284"/>
                </a:cxn>
                <a:cxn ang="0">
                  <a:pos x="3245916" y="246203"/>
                </a:cxn>
                <a:cxn ang="0">
                  <a:pos x="4181007" y="273534"/>
                </a:cxn>
              </a:cxnLst>
              <a:rect l="txL" t="txT" r="txR" b="txB"/>
              <a:pathLst>
                <a:path w="146" h="145">
                  <a:moveTo>
                    <a:pt x="138" y="9"/>
                  </a:moveTo>
                  <a:cubicBezTo>
                    <a:pt x="146" y="17"/>
                    <a:pt x="146" y="31"/>
                    <a:pt x="138" y="39"/>
                  </a:cubicBezTo>
                  <a:cubicBezTo>
                    <a:pt x="38" y="137"/>
                    <a:pt x="38" y="137"/>
                    <a:pt x="38" y="137"/>
                  </a:cubicBezTo>
                  <a:cubicBezTo>
                    <a:pt x="30" y="145"/>
                    <a:pt x="17" y="145"/>
                    <a:pt x="8" y="137"/>
                  </a:cubicBezTo>
                  <a:cubicBezTo>
                    <a:pt x="0" y="128"/>
                    <a:pt x="0" y="115"/>
                    <a:pt x="8" y="107"/>
                  </a:cubicBezTo>
                  <a:cubicBezTo>
                    <a:pt x="107" y="8"/>
                    <a:pt x="107" y="8"/>
                    <a:pt x="107" y="8"/>
                  </a:cubicBezTo>
                  <a:cubicBezTo>
                    <a:pt x="116" y="0"/>
                    <a:pt x="129" y="0"/>
                    <a:pt x="138" y="9"/>
                  </a:cubicBezTo>
                  <a:close/>
                </a:path>
              </a:pathLst>
            </a:custGeom>
            <a:solidFill>
              <a:srgbClr val="E5E5E5">
                <a:alpha val="100000"/>
              </a:srgbClr>
            </a:solidFill>
            <a:ln w="9525">
              <a:noFill/>
            </a:ln>
          </p:spPr>
          <p:txBody>
            <a:bodyPr/>
            <a:p>
              <a:endParaRPr lang="zh-CN" altLang="en-US"/>
            </a:p>
          </p:txBody>
        </p:sp>
        <p:sp>
          <p:nvSpPr>
            <p:cNvPr id="47151" name="íṥliḋé"/>
            <p:cNvSpPr/>
            <p:nvPr/>
          </p:nvSpPr>
          <p:spPr>
            <a:xfrm>
              <a:off x="4149" y="295"/>
              <a:ext cx="400" cy="398"/>
            </a:xfrm>
            <a:custGeom>
              <a:avLst/>
              <a:gdLst>
                <a:gd name="txL" fmla="*/ 0 w 169"/>
                <a:gd name="txT" fmla="*/ 0 h 168"/>
                <a:gd name="txR" fmla="*/ 169 w 169"/>
                <a:gd name="txB" fmla="*/ 168 h 168"/>
              </a:gdLst>
              <a:ahLst/>
              <a:cxnLst>
                <a:cxn ang="0">
                  <a:pos x="4911715" y="317509"/>
                </a:cxn>
                <a:cxn ang="0">
                  <a:pos x="4948840" y="1408058"/>
                </a:cxn>
                <a:cxn ang="0">
                  <a:pos x="1396438" y="4934017"/>
                </a:cxn>
                <a:cxn ang="0">
                  <a:pos x="315025" y="4934017"/>
                </a:cxn>
                <a:cxn ang="0">
                  <a:pos x="315025" y="3835898"/>
                </a:cxn>
                <a:cxn ang="0">
                  <a:pos x="3867787" y="317509"/>
                </a:cxn>
                <a:cxn ang="0">
                  <a:pos x="4911715" y="317509"/>
                </a:cxn>
              </a:cxnLst>
              <a:rect l="txL" t="txT" r="txR" b="txB"/>
              <a:pathLst>
                <a:path w="169" h="168">
                  <a:moveTo>
                    <a:pt x="159" y="10"/>
                  </a:moveTo>
                  <a:cubicBezTo>
                    <a:pt x="169" y="20"/>
                    <a:pt x="169" y="36"/>
                    <a:pt x="160" y="45"/>
                  </a:cubicBezTo>
                  <a:cubicBezTo>
                    <a:pt x="45" y="158"/>
                    <a:pt x="45" y="158"/>
                    <a:pt x="45" y="158"/>
                  </a:cubicBezTo>
                  <a:cubicBezTo>
                    <a:pt x="35" y="168"/>
                    <a:pt x="20" y="167"/>
                    <a:pt x="10" y="158"/>
                  </a:cubicBezTo>
                  <a:cubicBezTo>
                    <a:pt x="1" y="148"/>
                    <a:pt x="0" y="132"/>
                    <a:pt x="10" y="123"/>
                  </a:cubicBezTo>
                  <a:cubicBezTo>
                    <a:pt x="125" y="10"/>
                    <a:pt x="125" y="10"/>
                    <a:pt x="125" y="10"/>
                  </a:cubicBezTo>
                  <a:cubicBezTo>
                    <a:pt x="134" y="0"/>
                    <a:pt x="150" y="1"/>
                    <a:pt x="159" y="10"/>
                  </a:cubicBezTo>
                  <a:close/>
                </a:path>
              </a:pathLst>
            </a:custGeom>
            <a:solidFill>
              <a:srgbClr val="E5E5E5">
                <a:alpha val="100000"/>
              </a:srgbClr>
            </a:solidFill>
            <a:ln w="9525">
              <a:noFill/>
            </a:ln>
          </p:spPr>
          <p:txBody>
            <a:bodyPr/>
            <a:p>
              <a:endParaRPr lang="zh-CN" altLang="en-US"/>
            </a:p>
          </p:txBody>
        </p:sp>
        <p:sp>
          <p:nvSpPr>
            <p:cNvPr id="47152" name="iS1ïďê"/>
            <p:cNvSpPr/>
            <p:nvPr/>
          </p:nvSpPr>
          <p:spPr>
            <a:xfrm>
              <a:off x="4255" y="402"/>
              <a:ext cx="523" cy="525"/>
            </a:xfrm>
            <a:custGeom>
              <a:avLst/>
              <a:gdLst>
                <a:gd name="txL" fmla="*/ 0 w 523"/>
                <a:gd name="txT" fmla="*/ 0 h 525"/>
                <a:gd name="txR" fmla="*/ 523 w 523"/>
                <a:gd name="txB" fmla="*/ 525 h 525"/>
              </a:gdLst>
              <a:ahLst/>
              <a:cxnLst>
                <a:cxn ang="0">
                  <a:pos x="0" y="267"/>
                </a:cxn>
                <a:cxn ang="0">
                  <a:pos x="289" y="525"/>
                </a:cxn>
                <a:cxn ang="0">
                  <a:pos x="523" y="291"/>
                </a:cxn>
                <a:cxn ang="0">
                  <a:pos x="272" y="0"/>
                </a:cxn>
                <a:cxn ang="0">
                  <a:pos x="0" y="267"/>
                </a:cxn>
              </a:cxnLst>
              <a:rect l="txL" t="txT" r="txR" b="txB"/>
              <a:pathLst>
                <a:path w="523" h="525">
                  <a:moveTo>
                    <a:pt x="0" y="267"/>
                  </a:moveTo>
                  <a:lnTo>
                    <a:pt x="289" y="525"/>
                  </a:lnTo>
                  <a:lnTo>
                    <a:pt x="523" y="291"/>
                  </a:lnTo>
                  <a:lnTo>
                    <a:pt x="272" y="0"/>
                  </a:lnTo>
                  <a:lnTo>
                    <a:pt x="0" y="267"/>
                  </a:lnTo>
                  <a:close/>
                </a:path>
              </a:pathLst>
            </a:custGeom>
            <a:solidFill>
              <a:srgbClr val="CBCBCB">
                <a:alpha val="100000"/>
              </a:srgbClr>
            </a:solidFill>
            <a:ln w="9525">
              <a:noFill/>
            </a:ln>
          </p:spPr>
          <p:txBody>
            <a:bodyPr/>
            <a:p>
              <a:endParaRPr lang="zh-CN" altLang="en-US"/>
            </a:p>
          </p:txBody>
        </p:sp>
        <p:sp>
          <p:nvSpPr>
            <p:cNvPr id="47153" name="iŝḻîḓe"/>
            <p:cNvSpPr/>
            <p:nvPr/>
          </p:nvSpPr>
          <p:spPr>
            <a:xfrm>
              <a:off x="4454" y="605"/>
              <a:ext cx="511" cy="511"/>
            </a:xfrm>
            <a:custGeom>
              <a:avLst/>
              <a:gdLst>
                <a:gd name="txL" fmla="*/ 0 w 216"/>
                <a:gd name="txT" fmla="*/ 0 h 216"/>
                <a:gd name="txR" fmla="*/ 216 w 216"/>
                <a:gd name="txB" fmla="*/ 216 h 216"/>
              </a:gdLst>
              <a:ahLst/>
              <a:cxnLst>
                <a:cxn ang="0">
                  <a:pos x="93281" y="0"/>
                </a:cxn>
                <a:cxn ang="0">
                  <a:pos x="181620" y="64682"/>
                </a:cxn>
                <a:cxn ang="0">
                  <a:pos x="455445" y="181620"/>
                </a:cxn>
                <a:cxn ang="0">
                  <a:pos x="1351264" y="768024"/>
                </a:cxn>
                <a:cxn ang="0">
                  <a:pos x="1624933" y="989126"/>
                </a:cxn>
                <a:cxn ang="0">
                  <a:pos x="1933775" y="1198243"/>
                </a:cxn>
                <a:cxn ang="0">
                  <a:pos x="2492907" y="1752236"/>
                </a:cxn>
                <a:cxn ang="0">
                  <a:pos x="2794413" y="2066217"/>
                </a:cxn>
                <a:cxn ang="0">
                  <a:pos x="3079814" y="2367730"/>
                </a:cxn>
                <a:cxn ang="0">
                  <a:pos x="3623492" y="3042433"/>
                </a:cxn>
                <a:cxn ang="0">
                  <a:pos x="4212831" y="3691149"/>
                </a:cxn>
                <a:cxn ang="0">
                  <a:pos x="4765262" y="4298423"/>
                </a:cxn>
                <a:cxn ang="0">
                  <a:pos x="5260136" y="4925474"/>
                </a:cxn>
                <a:cxn ang="0">
                  <a:pos x="5717211" y="5440495"/>
                </a:cxn>
                <a:cxn ang="0">
                  <a:pos x="6116552" y="5897570"/>
                </a:cxn>
                <a:cxn ang="0">
                  <a:pos x="6392284" y="6276614"/>
                </a:cxn>
                <a:cxn ang="0">
                  <a:pos x="6638581" y="6573523"/>
                </a:cxn>
                <a:cxn ang="0">
                  <a:pos x="6573523" y="6638581"/>
                </a:cxn>
                <a:cxn ang="0">
                  <a:pos x="6276614" y="6392284"/>
                </a:cxn>
                <a:cxn ang="0">
                  <a:pos x="5897570" y="6079174"/>
                </a:cxn>
                <a:cxn ang="0">
                  <a:pos x="5469097" y="5717211"/>
                </a:cxn>
                <a:cxn ang="0">
                  <a:pos x="4925474" y="5260136"/>
                </a:cxn>
                <a:cxn ang="0">
                  <a:pos x="4338513" y="4728453"/>
                </a:cxn>
                <a:cxn ang="0">
                  <a:pos x="3691149" y="4184579"/>
                </a:cxn>
                <a:cxn ang="0">
                  <a:pos x="3042433" y="3623492"/>
                </a:cxn>
                <a:cxn ang="0">
                  <a:pos x="2367730" y="3042433"/>
                </a:cxn>
                <a:cxn ang="0">
                  <a:pos x="2066217" y="2794413"/>
                </a:cxn>
                <a:cxn ang="0">
                  <a:pos x="1752236" y="2492907"/>
                </a:cxn>
                <a:cxn ang="0">
                  <a:pos x="1198243" y="1933775"/>
                </a:cxn>
                <a:cxn ang="0">
                  <a:pos x="989126" y="1624933"/>
                </a:cxn>
                <a:cxn ang="0">
                  <a:pos x="768024" y="1351264"/>
                </a:cxn>
                <a:cxn ang="0">
                  <a:pos x="181620" y="455445"/>
                </a:cxn>
                <a:cxn ang="0">
                  <a:pos x="64682" y="181620"/>
                </a:cxn>
                <a:cxn ang="0">
                  <a:pos x="0" y="93281"/>
                </a:cxn>
                <a:cxn ang="0">
                  <a:pos x="93281" y="0"/>
                </a:cxn>
              </a:cxnLst>
              <a:rect l="txL" t="txT" r="txR" b="txB"/>
              <a:pathLst>
                <a:path w="216" h="216">
                  <a:moveTo>
                    <a:pt x="3" y="0"/>
                  </a:moveTo>
                  <a:cubicBezTo>
                    <a:pt x="3" y="0"/>
                    <a:pt x="4" y="1"/>
                    <a:pt x="6" y="2"/>
                  </a:cubicBezTo>
                  <a:cubicBezTo>
                    <a:pt x="8" y="3"/>
                    <a:pt x="11" y="4"/>
                    <a:pt x="15" y="6"/>
                  </a:cubicBezTo>
                  <a:cubicBezTo>
                    <a:pt x="22" y="11"/>
                    <a:pt x="33" y="17"/>
                    <a:pt x="44" y="25"/>
                  </a:cubicBezTo>
                  <a:cubicBezTo>
                    <a:pt x="47" y="27"/>
                    <a:pt x="50" y="30"/>
                    <a:pt x="53" y="32"/>
                  </a:cubicBezTo>
                  <a:cubicBezTo>
                    <a:pt x="56" y="34"/>
                    <a:pt x="59" y="37"/>
                    <a:pt x="63" y="39"/>
                  </a:cubicBezTo>
                  <a:cubicBezTo>
                    <a:pt x="69" y="45"/>
                    <a:pt x="75" y="50"/>
                    <a:pt x="81" y="57"/>
                  </a:cubicBezTo>
                  <a:cubicBezTo>
                    <a:pt x="85" y="60"/>
                    <a:pt x="88" y="63"/>
                    <a:pt x="91" y="67"/>
                  </a:cubicBezTo>
                  <a:cubicBezTo>
                    <a:pt x="94" y="70"/>
                    <a:pt x="97" y="74"/>
                    <a:pt x="100" y="77"/>
                  </a:cubicBezTo>
                  <a:cubicBezTo>
                    <a:pt x="105" y="84"/>
                    <a:pt x="112" y="92"/>
                    <a:pt x="118" y="99"/>
                  </a:cubicBezTo>
                  <a:cubicBezTo>
                    <a:pt x="124" y="106"/>
                    <a:pt x="130" y="113"/>
                    <a:pt x="137" y="120"/>
                  </a:cubicBezTo>
                  <a:cubicBezTo>
                    <a:pt x="143" y="127"/>
                    <a:pt x="149" y="134"/>
                    <a:pt x="155" y="140"/>
                  </a:cubicBezTo>
                  <a:cubicBezTo>
                    <a:pt x="160" y="147"/>
                    <a:pt x="166" y="154"/>
                    <a:pt x="171" y="160"/>
                  </a:cubicBezTo>
                  <a:cubicBezTo>
                    <a:pt x="177" y="166"/>
                    <a:pt x="182" y="172"/>
                    <a:pt x="186" y="177"/>
                  </a:cubicBezTo>
                  <a:cubicBezTo>
                    <a:pt x="191" y="183"/>
                    <a:pt x="195" y="188"/>
                    <a:pt x="199" y="192"/>
                  </a:cubicBezTo>
                  <a:cubicBezTo>
                    <a:pt x="202" y="197"/>
                    <a:pt x="206" y="200"/>
                    <a:pt x="208" y="204"/>
                  </a:cubicBezTo>
                  <a:cubicBezTo>
                    <a:pt x="213" y="210"/>
                    <a:pt x="216" y="214"/>
                    <a:pt x="216" y="214"/>
                  </a:cubicBezTo>
                  <a:cubicBezTo>
                    <a:pt x="214" y="216"/>
                    <a:pt x="214" y="216"/>
                    <a:pt x="214" y="216"/>
                  </a:cubicBezTo>
                  <a:cubicBezTo>
                    <a:pt x="214" y="216"/>
                    <a:pt x="210" y="213"/>
                    <a:pt x="204" y="208"/>
                  </a:cubicBezTo>
                  <a:cubicBezTo>
                    <a:pt x="201" y="205"/>
                    <a:pt x="197" y="202"/>
                    <a:pt x="192" y="198"/>
                  </a:cubicBezTo>
                  <a:cubicBezTo>
                    <a:pt x="188" y="195"/>
                    <a:pt x="183" y="190"/>
                    <a:pt x="178" y="186"/>
                  </a:cubicBezTo>
                  <a:cubicBezTo>
                    <a:pt x="172" y="181"/>
                    <a:pt x="166" y="176"/>
                    <a:pt x="160" y="171"/>
                  </a:cubicBezTo>
                  <a:cubicBezTo>
                    <a:pt x="154" y="166"/>
                    <a:pt x="147" y="160"/>
                    <a:pt x="141" y="154"/>
                  </a:cubicBezTo>
                  <a:cubicBezTo>
                    <a:pt x="134" y="149"/>
                    <a:pt x="127" y="143"/>
                    <a:pt x="120" y="136"/>
                  </a:cubicBezTo>
                  <a:cubicBezTo>
                    <a:pt x="113" y="130"/>
                    <a:pt x="106" y="124"/>
                    <a:pt x="99" y="118"/>
                  </a:cubicBezTo>
                  <a:cubicBezTo>
                    <a:pt x="92" y="111"/>
                    <a:pt x="84" y="105"/>
                    <a:pt x="77" y="99"/>
                  </a:cubicBezTo>
                  <a:cubicBezTo>
                    <a:pt x="74" y="96"/>
                    <a:pt x="70" y="94"/>
                    <a:pt x="67" y="91"/>
                  </a:cubicBezTo>
                  <a:cubicBezTo>
                    <a:pt x="63" y="88"/>
                    <a:pt x="60" y="85"/>
                    <a:pt x="57" y="81"/>
                  </a:cubicBezTo>
                  <a:cubicBezTo>
                    <a:pt x="50" y="75"/>
                    <a:pt x="45" y="69"/>
                    <a:pt x="39" y="63"/>
                  </a:cubicBezTo>
                  <a:cubicBezTo>
                    <a:pt x="37" y="59"/>
                    <a:pt x="34" y="56"/>
                    <a:pt x="32" y="53"/>
                  </a:cubicBezTo>
                  <a:cubicBezTo>
                    <a:pt x="30" y="50"/>
                    <a:pt x="27" y="47"/>
                    <a:pt x="25" y="44"/>
                  </a:cubicBezTo>
                  <a:cubicBezTo>
                    <a:pt x="17" y="33"/>
                    <a:pt x="11" y="23"/>
                    <a:pt x="6" y="15"/>
                  </a:cubicBezTo>
                  <a:cubicBezTo>
                    <a:pt x="4" y="11"/>
                    <a:pt x="3" y="8"/>
                    <a:pt x="2" y="6"/>
                  </a:cubicBezTo>
                  <a:cubicBezTo>
                    <a:pt x="1" y="4"/>
                    <a:pt x="0" y="3"/>
                    <a:pt x="0" y="3"/>
                  </a:cubicBezTo>
                  <a:lnTo>
                    <a:pt x="3" y="0"/>
                  </a:lnTo>
                  <a:close/>
                </a:path>
              </a:pathLst>
            </a:custGeom>
            <a:solidFill>
              <a:srgbClr val="2E3955">
                <a:alpha val="100000"/>
              </a:srgbClr>
            </a:solidFill>
            <a:ln w="9525">
              <a:noFill/>
            </a:ln>
          </p:spPr>
          <p:txBody>
            <a:bodyPr/>
            <a:p>
              <a:endParaRPr lang="zh-CN" altLang="en-US"/>
            </a:p>
          </p:txBody>
        </p:sp>
        <p:sp>
          <p:nvSpPr>
            <p:cNvPr id="110" name="ïṥľîďê"/>
            <p:cNvSpPr/>
            <p:nvPr/>
          </p:nvSpPr>
          <p:spPr bwMode="auto">
            <a:xfrm>
              <a:off x="2748" y="-1106"/>
              <a:ext cx="1876" cy="1896"/>
            </a:xfrm>
            <a:custGeom>
              <a:avLst/>
              <a:gdLst>
                <a:gd name="T0" fmla="*/ 4 w 793"/>
                <a:gd name="T1" fmla="*/ 0 h 802"/>
                <a:gd name="T2" fmla="*/ 5 w 793"/>
                <a:gd name="T3" fmla="*/ 11 h 802"/>
                <a:gd name="T4" fmla="*/ 13 w 793"/>
                <a:gd name="T5" fmla="*/ 21 h 802"/>
                <a:gd name="T6" fmla="*/ 34 w 793"/>
                <a:gd name="T7" fmla="*/ 50 h 802"/>
                <a:gd name="T8" fmla="*/ 49 w 793"/>
                <a:gd name="T9" fmla="*/ 70 h 802"/>
                <a:gd name="T10" fmla="*/ 67 w 793"/>
                <a:gd name="T11" fmla="*/ 94 h 802"/>
                <a:gd name="T12" fmla="*/ 111 w 793"/>
                <a:gd name="T13" fmla="*/ 151 h 802"/>
                <a:gd name="T14" fmla="*/ 136 w 793"/>
                <a:gd name="T15" fmla="*/ 183 h 802"/>
                <a:gd name="T16" fmla="*/ 163 w 793"/>
                <a:gd name="T17" fmla="*/ 218 h 802"/>
                <a:gd name="T18" fmla="*/ 222 w 793"/>
                <a:gd name="T19" fmla="*/ 292 h 802"/>
                <a:gd name="T20" fmla="*/ 286 w 793"/>
                <a:gd name="T21" fmla="*/ 370 h 802"/>
                <a:gd name="T22" fmla="*/ 353 w 793"/>
                <a:gd name="T23" fmla="*/ 450 h 802"/>
                <a:gd name="T24" fmla="*/ 417 w 793"/>
                <a:gd name="T25" fmla="*/ 532 h 802"/>
                <a:gd name="T26" fmla="*/ 449 w 793"/>
                <a:gd name="T27" fmla="*/ 573 h 802"/>
                <a:gd name="T28" fmla="*/ 481 w 793"/>
                <a:gd name="T29" fmla="*/ 610 h 802"/>
                <a:gd name="T30" fmla="*/ 552 w 793"/>
                <a:gd name="T31" fmla="*/ 672 h 802"/>
                <a:gd name="T32" fmla="*/ 587 w 793"/>
                <a:gd name="T33" fmla="*/ 699 h 802"/>
                <a:gd name="T34" fmla="*/ 622 w 793"/>
                <a:gd name="T35" fmla="*/ 722 h 802"/>
                <a:gd name="T36" fmla="*/ 685 w 793"/>
                <a:gd name="T37" fmla="*/ 759 h 802"/>
                <a:gd name="T38" fmla="*/ 738 w 793"/>
                <a:gd name="T39" fmla="*/ 784 h 802"/>
                <a:gd name="T40" fmla="*/ 774 w 793"/>
                <a:gd name="T41" fmla="*/ 798 h 802"/>
                <a:gd name="T42" fmla="*/ 784 w 793"/>
                <a:gd name="T43" fmla="*/ 801 h 802"/>
                <a:gd name="T44" fmla="*/ 788 w 793"/>
                <a:gd name="T45" fmla="*/ 802 h 802"/>
                <a:gd name="T46" fmla="*/ 793 w 793"/>
                <a:gd name="T47" fmla="*/ 797 h 802"/>
                <a:gd name="T48" fmla="*/ 4 w 793"/>
                <a:gd name="T49" fmla="*/ 0 h 8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793" h="802">
                  <a:moveTo>
                    <a:pt x="4" y="0"/>
                  </a:moveTo>
                  <a:cubicBezTo>
                    <a:pt x="0" y="5"/>
                    <a:pt x="5" y="11"/>
                    <a:pt x="5" y="11"/>
                  </a:cubicBezTo>
                  <a:cubicBezTo>
                    <a:pt x="5" y="11"/>
                    <a:pt x="8" y="15"/>
                    <a:pt x="13" y="21"/>
                  </a:cubicBezTo>
                  <a:cubicBezTo>
                    <a:pt x="18" y="28"/>
                    <a:pt x="25" y="38"/>
                    <a:pt x="34" y="50"/>
                  </a:cubicBezTo>
                  <a:cubicBezTo>
                    <a:pt x="39" y="56"/>
                    <a:pt x="44" y="63"/>
                    <a:pt x="49" y="70"/>
                  </a:cubicBezTo>
                  <a:cubicBezTo>
                    <a:pt x="55" y="78"/>
                    <a:pt x="61" y="86"/>
                    <a:pt x="67" y="94"/>
                  </a:cubicBezTo>
                  <a:cubicBezTo>
                    <a:pt x="80" y="111"/>
                    <a:pt x="95" y="130"/>
                    <a:pt x="111" y="151"/>
                  </a:cubicBezTo>
                  <a:cubicBezTo>
                    <a:pt x="119" y="161"/>
                    <a:pt x="128" y="172"/>
                    <a:pt x="136" y="183"/>
                  </a:cubicBezTo>
                  <a:cubicBezTo>
                    <a:pt x="145" y="194"/>
                    <a:pt x="154" y="206"/>
                    <a:pt x="163" y="218"/>
                  </a:cubicBezTo>
                  <a:cubicBezTo>
                    <a:pt x="182" y="241"/>
                    <a:pt x="202" y="266"/>
                    <a:pt x="222" y="292"/>
                  </a:cubicBezTo>
                  <a:cubicBezTo>
                    <a:pt x="243" y="317"/>
                    <a:pt x="264" y="344"/>
                    <a:pt x="286" y="370"/>
                  </a:cubicBezTo>
                  <a:cubicBezTo>
                    <a:pt x="308" y="397"/>
                    <a:pt x="330" y="423"/>
                    <a:pt x="353" y="450"/>
                  </a:cubicBezTo>
                  <a:cubicBezTo>
                    <a:pt x="375" y="476"/>
                    <a:pt x="397" y="504"/>
                    <a:pt x="417" y="532"/>
                  </a:cubicBezTo>
                  <a:cubicBezTo>
                    <a:pt x="428" y="546"/>
                    <a:pt x="438" y="560"/>
                    <a:pt x="449" y="573"/>
                  </a:cubicBezTo>
                  <a:cubicBezTo>
                    <a:pt x="459" y="586"/>
                    <a:pt x="470" y="598"/>
                    <a:pt x="481" y="610"/>
                  </a:cubicBezTo>
                  <a:cubicBezTo>
                    <a:pt x="504" y="634"/>
                    <a:pt x="528" y="654"/>
                    <a:pt x="552" y="672"/>
                  </a:cubicBezTo>
                  <a:cubicBezTo>
                    <a:pt x="564" y="682"/>
                    <a:pt x="576" y="690"/>
                    <a:pt x="587" y="699"/>
                  </a:cubicBezTo>
                  <a:cubicBezTo>
                    <a:pt x="599" y="707"/>
                    <a:pt x="610" y="715"/>
                    <a:pt x="622" y="722"/>
                  </a:cubicBezTo>
                  <a:cubicBezTo>
                    <a:pt x="644" y="736"/>
                    <a:pt x="666" y="749"/>
                    <a:pt x="685" y="759"/>
                  </a:cubicBezTo>
                  <a:cubicBezTo>
                    <a:pt x="705" y="769"/>
                    <a:pt x="723" y="778"/>
                    <a:pt x="738" y="784"/>
                  </a:cubicBezTo>
                  <a:cubicBezTo>
                    <a:pt x="753" y="790"/>
                    <a:pt x="766" y="795"/>
                    <a:pt x="774" y="798"/>
                  </a:cubicBezTo>
                  <a:cubicBezTo>
                    <a:pt x="779" y="799"/>
                    <a:pt x="782" y="800"/>
                    <a:pt x="784" y="801"/>
                  </a:cubicBezTo>
                  <a:cubicBezTo>
                    <a:pt x="787" y="802"/>
                    <a:pt x="788" y="802"/>
                    <a:pt x="788" y="802"/>
                  </a:cubicBezTo>
                  <a:cubicBezTo>
                    <a:pt x="793" y="797"/>
                    <a:pt x="793" y="797"/>
                    <a:pt x="793" y="797"/>
                  </a:cubicBezTo>
                  <a:lnTo>
                    <a:pt x="4" y="0"/>
                  </a:lnTo>
                  <a:close/>
                </a:path>
              </a:pathLst>
            </a:custGeom>
            <a:solidFill>
              <a:schemeClr val="accent1">
                <a:lumMod val="75000"/>
              </a:schemeClr>
            </a:solidFill>
            <a:ln>
              <a:noFill/>
            </a:ln>
          </p:spPr>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chemeClr val="tx1"/>
                </a:solidFill>
                <a:effectLst/>
                <a:uLnTx/>
                <a:uFillTx/>
                <a:latin typeface="等线" pitchFamily="2" charset="-122"/>
                <a:ea typeface="等线" pitchFamily="2" charset="-122"/>
                <a:cs typeface="+mn-cs"/>
              </a:endParaRPr>
            </a:p>
          </p:txBody>
        </p:sp>
        <p:sp>
          <p:nvSpPr>
            <p:cNvPr id="47155" name="i$ḷiḓè"/>
            <p:cNvSpPr/>
            <p:nvPr/>
          </p:nvSpPr>
          <p:spPr>
            <a:xfrm>
              <a:off x="4343" y="742"/>
              <a:ext cx="409" cy="575"/>
            </a:xfrm>
            <a:custGeom>
              <a:avLst/>
              <a:gdLst>
                <a:gd name="txL" fmla="*/ 0 w 173"/>
                <a:gd name="txT" fmla="*/ 0 h 243"/>
                <a:gd name="txR" fmla="*/ 173 w 173"/>
                <a:gd name="txB" fmla="*/ 243 h 243"/>
              </a:gdLst>
              <a:ahLst/>
              <a:cxnLst>
                <a:cxn ang="0">
                  <a:pos x="0" y="0"/>
                </a:cxn>
                <a:cxn ang="0">
                  <a:pos x="1739971" y="4963713"/>
                </a:cxn>
                <a:cxn ang="0">
                  <a:pos x="5274072" y="7488261"/>
                </a:cxn>
                <a:cxn ang="0">
                  <a:pos x="2990379" y="2304806"/>
                </a:cxn>
                <a:cxn ang="0">
                  <a:pos x="0" y="0"/>
                </a:cxn>
              </a:cxnLst>
              <a:rect l="txL" t="txT" r="txR" b="txB"/>
              <a:pathLst>
                <a:path w="173" h="243">
                  <a:moveTo>
                    <a:pt x="0" y="0"/>
                  </a:moveTo>
                  <a:cubicBezTo>
                    <a:pt x="0" y="0"/>
                    <a:pt x="23" y="121"/>
                    <a:pt x="57" y="161"/>
                  </a:cubicBezTo>
                  <a:cubicBezTo>
                    <a:pt x="91" y="201"/>
                    <a:pt x="173" y="243"/>
                    <a:pt x="173" y="243"/>
                  </a:cubicBezTo>
                  <a:cubicBezTo>
                    <a:pt x="98" y="75"/>
                    <a:pt x="98" y="75"/>
                    <a:pt x="98" y="75"/>
                  </a:cubicBezTo>
                  <a:lnTo>
                    <a:pt x="0" y="0"/>
                  </a:lnTo>
                  <a:close/>
                </a:path>
              </a:pathLst>
            </a:custGeom>
            <a:solidFill>
              <a:schemeClr val="tx2">
                <a:alpha val="100000"/>
              </a:schemeClr>
            </a:solidFill>
            <a:ln w="9525">
              <a:noFill/>
            </a:ln>
          </p:spPr>
          <p:txBody>
            <a:bodyPr/>
            <a:p>
              <a:endParaRPr lang="zh-CN" altLang="en-US"/>
            </a:p>
          </p:txBody>
        </p:sp>
        <p:sp>
          <p:nvSpPr>
            <p:cNvPr id="47156" name="işľiďé"/>
            <p:cNvSpPr/>
            <p:nvPr/>
          </p:nvSpPr>
          <p:spPr>
            <a:xfrm>
              <a:off x="4525" y="813"/>
              <a:ext cx="206" cy="204"/>
            </a:xfrm>
            <a:custGeom>
              <a:avLst/>
              <a:gdLst>
                <a:gd name="txL" fmla="*/ 0 w 87"/>
                <a:gd name="txT" fmla="*/ 0 h 86"/>
                <a:gd name="txR" fmla="*/ 87 w 87"/>
                <a:gd name="txB" fmla="*/ 86 h 86"/>
              </a:gdLst>
              <a:ahLst/>
              <a:cxnLst>
                <a:cxn ang="0">
                  <a:pos x="1745061" y="0"/>
                </a:cxn>
                <a:cxn ang="0">
                  <a:pos x="249935" y="1521731"/>
                </a:cxn>
                <a:cxn ang="0">
                  <a:pos x="249935" y="2475015"/>
                </a:cxn>
                <a:cxn ang="0">
                  <a:pos x="1178777" y="2475015"/>
                </a:cxn>
                <a:cxn ang="0">
                  <a:pos x="2702370" y="948318"/>
                </a:cxn>
                <a:cxn ang="0">
                  <a:pos x="1745061" y="0"/>
                </a:cxn>
              </a:cxnLst>
              <a:rect l="txL" t="txT" r="txR" b="txB"/>
              <a:pathLst>
                <a:path w="87" h="86">
                  <a:moveTo>
                    <a:pt x="56" y="0"/>
                  </a:moveTo>
                  <a:cubicBezTo>
                    <a:pt x="8" y="48"/>
                    <a:pt x="8" y="48"/>
                    <a:pt x="8" y="48"/>
                  </a:cubicBezTo>
                  <a:cubicBezTo>
                    <a:pt x="0" y="56"/>
                    <a:pt x="0" y="69"/>
                    <a:pt x="8" y="78"/>
                  </a:cubicBezTo>
                  <a:cubicBezTo>
                    <a:pt x="17" y="86"/>
                    <a:pt x="30" y="86"/>
                    <a:pt x="38" y="78"/>
                  </a:cubicBezTo>
                  <a:cubicBezTo>
                    <a:pt x="87" y="30"/>
                    <a:pt x="87" y="30"/>
                    <a:pt x="87" y="30"/>
                  </a:cubicBezTo>
                  <a:lnTo>
                    <a:pt x="56" y="0"/>
                  </a:lnTo>
                  <a:close/>
                </a:path>
              </a:pathLst>
            </a:custGeom>
            <a:solidFill>
              <a:srgbClr val="CBCBCB">
                <a:alpha val="100000"/>
              </a:srgbClr>
            </a:solidFill>
            <a:ln w="9525">
              <a:noFill/>
            </a:ln>
          </p:spPr>
          <p:txBody>
            <a:bodyPr/>
            <a:p>
              <a:endParaRPr lang="zh-CN" altLang="en-US"/>
            </a:p>
          </p:txBody>
        </p:sp>
        <p:sp>
          <p:nvSpPr>
            <p:cNvPr id="47157" name="íś1ïdè"/>
            <p:cNvSpPr/>
            <p:nvPr/>
          </p:nvSpPr>
          <p:spPr>
            <a:xfrm>
              <a:off x="4149" y="456"/>
              <a:ext cx="239" cy="237"/>
            </a:xfrm>
            <a:custGeom>
              <a:avLst/>
              <a:gdLst>
                <a:gd name="txL" fmla="*/ 0 w 101"/>
                <a:gd name="txT" fmla="*/ 0 h 100"/>
                <a:gd name="txR" fmla="*/ 101 w 101"/>
                <a:gd name="txB" fmla="*/ 100 h 100"/>
              </a:gdLst>
              <a:ahLst/>
              <a:cxnLst>
                <a:cxn ang="0">
                  <a:pos x="2031209" y="0"/>
                </a:cxn>
                <a:cxn ang="0">
                  <a:pos x="313772" y="1721940"/>
                </a:cxn>
                <a:cxn ang="0">
                  <a:pos x="313772" y="2824002"/>
                </a:cxn>
                <a:cxn ang="0">
                  <a:pos x="1382282" y="2824002"/>
                </a:cxn>
                <a:cxn ang="0">
                  <a:pos x="3115585" y="1102052"/>
                </a:cxn>
                <a:cxn ang="0">
                  <a:pos x="2031209" y="0"/>
                </a:cxn>
              </a:cxnLst>
              <a:rect l="txL" t="txT" r="txR" b="txB"/>
              <a:pathLst>
                <a:path w="101" h="100">
                  <a:moveTo>
                    <a:pt x="66" y="0"/>
                  </a:moveTo>
                  <a:cubicBezTo>
                    <a:pt x="10" y="55"/>
                    <a:pt x="10" y="55"/>
                    <a:pt x="10" y="55"/>
                  </a:cubicBezTo>
                  <a:cubicBezTo>
                    <a:pt x="0" y="64"/>
                    <a:pt x="1" y="80"/>
                    <a:pt x="10" y="90"/>
                  </a:cubicBezTo>
                  <a:cubicBezTo>
                    <a:pt x="20" y="99"/>
                    <a:pt x="35" y="100"/>
                    <a:pt x="45" y="90"/>
                  </a:cubicBezTo>
                  <a:cubicBezTo>
                    <a:pt x="101" y="35"/>
                    <a:pt x="101" y="35"/>
                    <a:pt x="101" y="35"/>
                  </a:cubicBezTo>
                  <a:lnTo>
                    <a:pt x="66" y="0"/>
                  </a:lnTo>
                  <a:close/>
                </a:path>
              </a:pathLst>
            </a:custGeom>
            <a:solidFill>
              <a:srgbClr val="CBCBCB">
                <a:alpha val="100000"/>
              </a:srgbClr>
            </a:solidFill>
            <a:ln w="9525">
              <a:noFill/>
            </a:ln>
          </p:spPr>
          <p:txBody>
            <a:bodyPr/>
            <a:p>
              <a:endParaRPr lang="zh-CN" altLang="en-US"/>
            </a:p>
          </p:txBody>
        </p:sp>
        <p:sp>
          <p:nvSpPr>
            <p:cNvPr id="47158" name="ïŝľïḍè"/>
            <p:cNvSpPr/>
            <p:nvPr/>
          </p:nvSpPr>
          <p:spPr>
            <a:xfrm>
              <a:off x="4255" y="539"/>
              <a:ext cx="402" cy="388"/>
            </a:xfrm>
            <a:custGeom>
              <a:avLst/>
              <a:gdLst>
                <a:gd name="txL" fmla="*/ 0 w 402"/>
                <a:gd name="txT" fmla="*/ 0 h 388"/>
                <a:gd name="txR" fmla="*/ 402 w 402"/>
                <a:gd name="txB" fmla="*/ 388 h 388"/>
              </a:gdLst>
              <a:ahLst/>
              <a:cxnLst>
                <a:cxn ang="0">
                  <a:pos x="133" y="0"/>
                </a:cxn>
                <a:cxn ang="0">
                  <a:pos x="0" y="130"/>
                </a:cxn>
                <a:cxn ang="0">
                  <a:pos x="289" y="388"/>
                </a:cxn>
                <a:cxn ang="0">
                  <a:pos x="402" y="274"/>
                </a:cxn>
                <a:cxn ang="0">
                  <a:pos x="133" y="0"/>
                </a:cxn>
              </a:cxnLst>
              <a:rect l="txL" t="txT" r="txR" b="txB"/>
              <a:pathLst>
                <a:path w="402" h="388">
                  <a:moveTo>
                    <a:pt x="133" y="0"/>
                  </a:moveTo>
                  <a:lnTo>
                    <a:pt x="0" y="130"/>
                  </a:lnTo>
                  <a:lnTo>
                    <a:pt x="289" y="388"/>
                  </a:lnTo>
                  <a:lnTo>
                    <a:pt x="402" y="274"/>
                  </a:lnTo>
                  <a:lnTo>
                    <a:pt x="133" y="0"/>
                  </a:lnTo>
                  <a:close/>
                </a:path>
              </a:pathLst>
            </a:custGeom>
            <a:solidFill>
              <a:srgbClr val="B1B1B1">
                <a:alpha val="100000"/>
              </a:srgbClr>
            </a:solidFill>
            <a:ln w="9525">
              <a:noFill/>
            </a:ln>
          </p:spPr>
          <p:txBody>
            <a:bodyPr/>
            <a:p>
              <a:endParaRPr lang="zh-CN" altLang="en-US"/>
            </a:p>
          </p:txBody>
        </p:sp>
        <p:sp>
          <p:nvSpPr>
            <p:cNvPr id="47159" name="ïṥľïďê"/>
            <p:cNvSpPr/>
            <p:nvPr/>
          </p:nvSpPr>
          <p:spPr>
            <a:xfrm>
              <a:off x="4454" y="610"/>
              <a:ext cx="499" cy="499"/>
            </a:xfrm>
            <a:custGeom>
              <a:avLst/>
              <a:gdLst>
                <a:gd name="txL" fmla="*/ 0 w 211"/>
                <a:gd name="txT" fmla="*/ 0 h 211"/>
                <a:gd name="txR" fmla="*/ 211 w 211"/>
                <a:gd name="txB" fmla="*/ 211 h 211"/>
              </a:gdLst>
              <a:ahLst/>
              <a:cxnLst>
                <a:cxn ang="0">
                  <a:pos x="27315" y="0"/>
                </a:cxn>
                <a:cxn ang="0">
                  <a:pos x="0" y="27315"/>
                </a:cxn>
                <a:cxn ang="0">
                  <a:pos x="64598" y="115482"/>
                </a:cxn>
                <a:cxn ang="0">
                  <a:pos x="180059" y="400137"/>
                </a:cxn>
                <a:cxn ang="0">
                  <a:pos x="766242" y="1279720"/>
                </a:cxn>
                <a:cxn ang="0">
                  <a:pos x="985142" y="1564739"/>
                </a:cxn>
                <a:cxn ang="0">
                  <a:pos x="1193662" y="1865160"/>
                </a:cxn>
                <a:cxn ang="0">
                  <a:pos x="1744729" y="2417974"/>
                </a:cxn>
                <a:cxn ang="0">
                  <a:pos x="2046025" y="2719044"/>
                </a:cxn>
                <a:cxn ang="0">
                  <a:pos x="2353376" y="2966570"/>
                </a:cxn>
                <a:cxn ang="0">
                  <a:pos x="3026447" y="3545003"/>
                </a:cxn>
                <a:cxn ang="0">
                  <a:pos x="3676888" y="4104616"/>
                </a:cxn>
                <a:cxn ang="0">
                  <a:pos x="4313162" y="4646797"/>
                </a:cxn>
                <a:cxn ang="0">
                  <a:pos x="4891226" y="5175809"/>
                </a:cxn>
                <a:cxn ang="0">
                  <a:pos x="5448915" y="5632325"/>
                </a:cxn>
                <a:cxn ang="0">
                  <a:pos x="5877521" y="6002990"/>
                </a:cxn>
                <a:cxn ang="0">
                  <a:pos x="6238853" y="6303345"/>
                </a:cxn>
                <a:cxn ang="0">
                  <a:pos x="6458905" y="6458905"/>
                </a:cxn>
                <a:cxn ang="0">
                  <a:pos x="27315" y="0"/>
                </a:cxn>
              </a:cxnLst>
              <a:rect l="txL" t="txT" r="txR" b="txB"/>
              <a:pathLst>
                <a:path w="211" h="211">
                  <a:moveTo>
                    <a:pt x="1" y="0"/>
                  </a:moveTo>
                  <a:cubicBezTo>
                    <a:pt x="0" y="1"/>
                    <a:pt x="0" y="1"/>
                    <a:pt x="0" y="1"/>
                  </a:cubicBezTo>
                  <a:cubicBezTo>
                    <a:pt x="0" y="1"/>
                    <a:pt x="1" y="2"/>
                    <a:pt x="2" y="4"/>
                  </a:cubicBezTo>
                  <a:cubicBezTo>
                    <a:pt x="3" y="6"/>
                    <a:pt x="4" y="9"/>
                    <a:pt x="6" y="13"/>
                  </a:cubicBezTo>
                  <a:cubicBezTo>
                    <a:pt x="11" y="21"/>
                    <a:pt x="17" y="31"/>
                    <a:pt x="25" y="42"/>
                  </a:cubicBezTo>
                  <a:cubicBezTo>
                    <a:pt x="27" y="45"/>
                    <a:pt x="30" y="48"/>
                    <a:pt x="32" y="51"/>
                  </a:cubicBezTo>
                  <a:cubicBezTo>
                    <a:pt x="34" y="54"/>
                    <a:pt x="37" y="57"/>
                    <a:pt x="39" y="61"/>
                  </a:cubicBezTo>
                  <a:cubicBezTo>
                    <a:pt x="45" y="67"/>
                    <a:pt x="50" y="73"/>
                    <a:pt x="57" y="79"/>
                  </a:cubicBezTo>
                  <a:cubicBezTo>
                    <a:pt x="60" y="83"/>
                    <a:pt x="63" y="86"/>
                    <a:pt x="67" y="89"/>
                  </a:cubicBezTo>
                  <a:cubicBezTo>
                    <a:pt x="70" y="92"/>
                    <a:pt x="74" y="94"/>
                    <a:pt x="77" y="97"/>
                  </a:cubicBezTo>
                  <a:cubicBezTo>
                    <a:pt x="84" y="103"/>
                    <a:pt x="92" y="109"/>
                    <a:pt x="99" y="116"/>
                  </a:cubicBezTo>
                  <a:cubicBezTo>
                    <a:pt x="106" y="122"/>
                    <a:pt x="113" y="128"/>
                    <a:pt x="120" y="134"/>
                  </a:cubicBezTo>
                  <a:cubicBezTo>
                    <a:pt x="127" y="141"/>
                    <a:pt x="134" y="147"/>
                    <a:pt x="141" y="152"/>
                  </a:cubicBezTo>
                  <a:cubicBezTo>
                    <a:pt x="147" y="158"/>
                    <a:pt x="154" y="164"/>
                    <a:pt x="160" y="169"/>
                  </a:cubicBezTo>
                  <a:cubicBezTo>
                    <a:pt x="166" y="174"/>
                    <a:pt x="172" y="179"/>
                    <a:pt x="178" y="184"/>
                  </a:cubicBezTo>
                  <a:cubicBezTo>
                    <a:pt x="183" y="188"/>
                    <a:pt x="188" y="193"/>
                    <a:pt x="192" y="196"/>
                  </a:cubicBezTo>
                  <a:cubicBezTo>
                    <a:pt x="197" y="200"/>
                    <a:pt x="201" y="203"/>
                    <a:pt x="204" y="206"/>
                  </a:cubicBezTo>
                  <a:cubicBezTo>
                    <a:pt x="207" y="208"/>
                    <a:pt x="209" y="210"/>
                    <a:pt x="211" y="211"/>
                  </a:cubicBezTo>
                  <a:lnTo>
                    <a:pt x="1" y="0"/>
                  </a:lnTo>
                  <a:close/>
                </a:path>
              </a:pathLst>
            </a:custGeom>
            <a:solidFill>
              <a:schemeClr val="tx2">
                <a:alpha val="100000"/>
              </a:schemeClr>
            </a:solidFill>
            <a:ln w="9525">
              <a:noFill/>
            </a:ln>
          </p:spPr>
          <p:txBody>
            <a:bodyPr/>
            <a:p>
              <a:endParaRPr lang="zh-CN" altLang="en-US"/>
            </a:p>
          </p:txBody>
        </p:sp>
        <p:sp>
          <p:nvSpPr>
            <p:cNvPr id="119" name="ïṧḷíďê"/>
            <p:cNvSpPr/>
            <p:nvPr/>
          </p:nvSpPr>
          <p:spPr bwMode="auto">
            <a:xfrm>
              <a:off x="4281" y="3265"/>
              <a:ext cx="193" cy="195"/>
            </a:xfrm>
            <a:prstGeom prst="ellipse">
              <a:avLst/>
            </a:prstGeom>
            <a:solidFill>
              <a:schemeClr val="accent3"/>
            </a:solidFill>
            <a:ln>
              <a:noFill/>
            </a:ln>
          </p:spPr>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chemeClr val="tx1"/>
                </a:solidFill>
                <a:effectLst/>
                <a:uLnTx/>
                <a:uFillTx/>
                <a:latin typeface="等线" pitchFamily="2" charset="-122"/>
                <a:ea typeface="等线" pitchFamily="2" charset="-122"/>
                <a:cs typeface="+mn-cs"/>
              </a:endParaRPr>
            </a:p>
          </p:txBody>
        </p:sp>
        <p:sp>
          <p:nvSpPr>
            <p:cNvPr id="120" name="ïSľïḑê"/>
            <p:cNvSpPr/>
            <p:nvPr/>
          </p:nvSpPr>
          <p:spPr bwMode="auto">
            <a:xfrm>
              <a:off x="4449" y="3109"/>
              <a:ext cx="84" cy="84"/>
            </a:xfrm>
            <a:prstGeom prst="ellipse">
              <a:avLst/>
            </a:prstGeom>
            <a:solidFill>
              <a:schemeClr val="accent3"/>
            </a:solidFill>
            <a:ln>
              <a:noFill/>
            </a:ln>
          </p:spPr>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chemeClr val="tx1"/>
                </a:solidFill>
                <a:effectLst/>
                <a:uLnTx/>
                <a:uFillTx/>
                <a:latin typeface="等线" pitchFamily="2" charset="-122"/>
                <a:ea typeface="等线" pitchFamily="2" charset="-122"/>
                <a:cs typeface="+mn-cs"/>
              </a:endParaRPr>
            </a:p>
          </p:txBody>
        </p:sp>
        <p:sp>
          <p:nvSpPr>
            <p:cNvPr id="121" name="îşḷíḋè"/>
            <p:cNvSpPr/>
            <p:nvPr/>
          </p:nvSpPr>
          <p:spPr bwMode="auto">
            <a:xfrm>
              <a:off x="5526" y="3773"/>
              <a:ext cx="331" cy="333"/>
            </a:xfrm>
            <a:prstGeom prst="ellipse">
              <a:avLst/>
            </a:prstGeom>
            <a:solidFill>
              <a:schemeClr val="accent3"/>
            </a:solidFill>
            <a:ln>
              <a:noFill/>
            </a:ln>
          </p:spPr>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chemeClr val="tx1"/>
                </a:solidFill>
                <a:effectLst/>
                <a:uLnTx/>
                <a:uFillTx/>
                <a:latin typeface="等线" pitchFamily="2" charset="-122"/>
                <a:ea typeface="等线" pitchFamily="2" charset="-122"/>
                <a:cs typeface="+mn-cs"/>
              </a:endParaRPr>
            </a:p>
          </p:txBody>
        </p:sp>
      </p:grpSp>
      <p:sp>
        <p:nvSpPr>
          <p:cNvPr id="64" name="î$ḷíde"/>
          <p:cNvSpPr/>
          <p:nvPr/>
        </p:nvSpPr>
        <p:spPr>
          <a:xfrm>
            <a:off x="5789613" y="3748088"/>
            <a:ext cx="942975" cy="942975"/>
          </a:xfrm>
          <a:prstGeom prst="ellipse">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chemeClr val="lt1"/>
              </a:solidFill>
              <a:effectLst/>
              <a:uLnTx/>
              <a:uFillTx/>
              <a:latin typeface="+mn-lt"/>
              <a:ea typeface="+mn-ea"/>
              <a:cs typeface="+mn-cs"/>
            </a:endParaRPr>
          </a:p>
        </p:txBody>
      </p:sp>
      <p:sp>
        <p:nvSpPr>
          <p:cNvPr id="47113" name="ïs1íḍe"/>
          <p:cNvSpPr/>
          <p:nvPr/>
        </p:nvSpPr>
        <p:spPr>
          <a:xfrm>
            <a:off x="6111875" y="4000500"/>
            <a:ext cx="300038" cy="439738"/>
          </a:xfrm>
          <a:custGeom>
            <a:avLst/>
            <a:gdLst>
              <a:gd name="txL" fmla="*/ 0 w 73"/>
              <a:gd name="txT" fmla="*/ 0 h 107"/>
              <a:gd name="txR" fmla="*/ 73 w 73"/>
              <a:gd name="txB" fmla="*/ 107 h 107"/>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rect l="txL" t="txT" r="txR" b="txB"/>
            <a:pathLst>
              <a:path w="73" h="107">
                <a:moveTo>
                  <a:pt x="16" y="77"/>
                </a:moveTo>
                <a:cubicBezTo>
                  <a:pt x="57" y="77"/>
                  <a:pt x="57" y="77"/>
                  <a:pt x="57" y="77"/>
                </a:cubicBezTo>
                <a:cubicBezTo>
                  <a:pt x="52" y="101"/>
                  <a:pt x="52" y="101"/>
                  <a:pt x="52" y="101"/>
                </a:cubicBezTo>
                <a:cubicBezTo>
                  <a:pt x="45" y="101"/>
                  <a:pt x="45" y="101"/>
                  <a:pt x="45" y="101"/>
                </a:cubicBezTo>
                <a:cubicBezTo>
                  <a:pt x="44" y="104"/>
                  <a:pt x="41" y="107"/>
                  <a:pt x="37" y="107"/>
                </a:cubicBezTo>
                <a:cubicBezTo>
                  <a:pt x="33" y="107"/>
                  <a:pt x="30" y="104"/>
                  <a:pt x="29" y="101"/>
                </a:cubicBezTo>
                <a:cubicBezTo>
                  <a:pt x="21" y="101"/>
                  <a:pt x="21" y="101"/>
                  <a:pt x="21" y="101"/>
                </a:cubicBezTo>
                <a:cubicBezTo>
                  <a:pt x="16" y="77"/>
                  <a:pt x="16" y="77"/>
                  <a:pt x="16" y="77"/>
                </a:cubicBezTo>
                <a:close/>
                <a:moveTo>
                  <a:pt x="51" y="29"/>
                </a:moveTo>
                <a:cubicBezTo>
                  <a:pt x="52" y="35"/>
                  <a:pt x="52" y="35"/>
                  <a:pt x="52" y="35"/>
                </a:cubicBezTo>
                <a:cubicBezTo>
                  <a:pt x="51" y="37"/>
                  <a:pt x="51" y="37"/>
                  <a:pt x="51" y="37"/>
                </a:cubicBezTo>
                <a:cubicBezTo>
                  <a:pt x="53" y="38"/>
                  <a:pt x="53" y="38"/>
                  <a:pt x="53" y="38"/>
                </a:cubicBezTo>
                <a:cubicBezTo>
                  <a:pt x="52" y="42"/>
                  <a:pt x="52" y="42"/>
                  <a:pt x="52" y="42"/>
                </a:cubicBezTo>
                <a:cubicBezTo>
                  <a:pt x="50" y="42"/>
                  <a:pt x="50" y="42"/>
                  <a:pt x="50" y="42"/>
                </a:cubicBezTo>
                <a:cubicBezTo>
                  <a:pt x="52" y="44"/>
                  <a:pt x="52" y="44"/>
                  <a:pt x="52" y="44"/>
                </a:cubicBezTo>
                <a:cubicBezTo>
                  <a:pt x="51" y="47"/>
                  <a:pt x="51" y="47"/>
                  <a:pt x="51" y="47"/>
                </a:cubicBezTo>
                <a:cubicBezTo>
                  <a:pt x="50" y="48"/>
                  <a:pt x="50" y="48"/>
                  <a:pt x="50" y="48"/>
                </a:cubicBezTo>
                <a:cubicBezTo>
                  <a:pt x="51" y="49"/>
                  <a:pt x="51" y="49"/>
                  <a:pt x="51" y="49"/>
                </a:cubicBezTo>
                <a:cubicBezTo>
                  <a:pt x="50" y="53"/>
                  <a:pt x="50" y="53"/>
                  <a:pt x="50" y="53"/>
                </a:cubicBezTo>
                <a:cubicBezTo>
                  <a:pt x="47" y="54"/>
                  <a:pt x="47" y="54"/>
                  <a:pt x="47" y="54"/>
                </a:cubicBezTo>
                <a:cubicBezTo>
                  <a:pt x="29" y="49"/>
                  <a:pt x="29" y="49"/>
                  <a:pt x="29" y="49"/>
                </a:cubicBezTo>
                <a:cubicBezTo>
                  <a:pt x="21" y="49"/>
                  <a:pt x="21" y="49"/>
                  <a:pt x="21" y="49"/>
                </a:cubicBezTo>
                <a:cubicBezTo>
                  <a:pt x="21" y="32"/>
                  <a:pt x="21" y="32"/>
                  <a:pt x="21" y="32"/>
                </a:cubicBezTo>
                <a:cubicBezTo>
                  <a:pt x="28" y="31"/>
                  <a:pt x="28" y="31"/>
                  <a:pt x="28" y="31"/>
                </a:cubicBezTo>
                <a:cubicBezTo>
                  <a:pt x="42" y="16"/>
                  <a:pt x="42" y="16"/>
                  <a:pt x="42" y="16"/>
                </a:cubicBezTo>
                <a:cubicBezTo>
                  <a:pt x="50" y="21"/>
                  <a:pt x="43" y="27"/>
                  <a:pt x="38" y="30"/>
                </a:cubicBezTo>
                <a:cubicBezTo>
                  <a:pt x="51" y="29"/>
                  <a:pt x="51" y="29"/>
                  <a:pt x="51" y="29"/>
                </a:cubicBezTo>
                <a:close/>
                <a:moveTo>
                  <a:pt x="15" y="71"/>
                </a:moveTo>
                <a:cubicBezTo>
                  <a:pt x="25" y="71"/>
                  <a:pt x="25" y="71"/>
                  <a:pt x="25" y="71"/>
                </a:cubicBezTo>
                <a:cubicBezTo>
                  <a:pt x="24" y="62"/>
                  <a:pt x="20" y="55"/>
                  <a:pt x="17" y="48"/>
                </a:cubicBezTo>
                <a:cubicBezTo>
                  <a:pt x="13" y="41"/>
                  <a:pt x="10" y="34"/>
                  <a:pt x="11" y="29"/>
                </a:cubicBezTo>
                <a:cubicBezTo>
                  <a:pt x="13" y="21"/>
                  <a:pt x="17" y="16"/>
                  <a:pt x="23" y="13"/>
                </a:cubicBezTo>
                <a:cubicBezTo>
                  <a:pt x="27" y="11"/>
                  <a:pt x="32" y="10"/>
                  <a:pt x="37" y="11"/>
                </a:cubicBezTo>
                <a:cubicBezTo>
                  <a:pt x="42" y="11"/>
                  <a:pt x="46" y="12"/>
                  <a:pt x="50" y="14"/>
                </a:cubicBezTo>
                <a:cubicBezTo>
                  <a:pt x="56" y="17"/>
                  <a:pt x="60" y="22"/>
                  <a:pt x="62" y="29"/>
                </a:cubicBezTo>
                <a:cubicBezTo>
                  <a:pt x="63" y="34"/>
                  <a:pt x="59" y="41"/>
                  <a:pt x="56" y="48"/>
                </a:cubicBezTo>
                <a:cubicBezTo>
                  <a:pt x="53" y="55"/>
                  <a:pt x="49" y="62"/>
                  <a:pt x="48" y="71"/>
                </a:cubicBezTo>
                <a:cubicBezTo>
                  <a:pt x="58" y="71"/>
                  <a:pt x="58" y="71"/>
                  <a:pt x="58" y="71"/>
                </a:cubicBezTo>
                <a:cubicBezTo>
                  <a:pt x="59" y="64"/>
                  <a:pt x="62" y="58"/>
                  <a:pt x="65" y="52"/>
                </a:cubicBezTo>
                <a:cubicBezTo>
                  <a:pt x="69" y="44"/>
                  <a:pt x="73" y="36"/>
                  <a:pt x="71" y="27"/>
                </a:cubicBezTo>
                <a:cubicBezTo>
                  <a:pt x="70" y="17"/>
                  <a:pt x="63" y="9"/>
                  <a:pt x="55" y="5"/>
                </a:cubicBezTo>
                <a:cubicBezTo>
                  <a:pt x="49" y="2"/>
                  <a:pt x="43" y="1"/>
                  <a:pt x="37" y="1"/>
                </a:cubicBezTo>
                <a:cubicBezTo>
                  <a:pt x="31" y="0"/>
                  <a:pt x="24" y="2"/>
                  <a:pt x="19" y="5"/>
                </a:cubicBezTo>
                <a:cubicBezTo>
                  <a:pt x="10" y="9"/>
                  <a:pt x="4" y="16"/>
                  <a:pt x="2" y="27"/>
                </a:cubicBezTo>
                <a:cubicBezTo>
                  <a:pt x="0" y="36"/>
                  <a:pt x="4" y="44"/>
                  <a:pt x="8" y="53"/>
                </a:cubicBezTo>
                <a:cubicBezTo>
                  <a:pt x="11" y="58"/>
                  <a:pt x="13" y="64"/>
                  <a:pt x="15" y="71"/>
                </a:cubicBezTo>
                <a:close/>
              </a:path>
            </a:pathLst>
          </a:custGeom>
          <a:solidFill>
            <a:srgbClr val="36A2DE">
              <a:alpha val="100000"/>
            </a:srgbClr>
          </a:solidFill>
          <a:ln w="9525" cap="flat" cmpd="sng">
            <a:solidFill>
              <a:schemeClr val="accent1">
                <a:alpha val="100000"/>
              </a:schemeClr>
            </a:solidFill>
            <a:prstDash val="solid"/>
            <a:round/>
            <a:headEnd type="none" w="med" len="med"/>
            <a:tailEnd type="none" w="med" len="med"/>
          </a:ln>
        </p:spPr>
        <p:txBody>
          <a:bodyPr/>
          <a:p>
            <a:endParaRPr lang="zh-CN" altLang="en-US"/>
          </a:p>
        </p:txBody>
      </p:sp>
      <p:sp>
        <p:nvSpPr>
          <p:cNvPr id="62" name="ïşľide"/>
          <p:cNvSpPr/>
          <p:nvPr/>
        </p:nvSpPr>
        <p:spPr>
          <a:xfrm>
            <a:off x="7875588" y="3748088"/>
            <a:ext cx="942975" cy="942975"/>
          </a:xfrm>
          <a:prstGeom prst="ellipse">
            <a:avLst/>
          </a:prstGeom>
          <a:noFill/>
          <a:ln w="28575">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chemeClr val="lt1"/>
              </a:solidFill>
              <a:effectLst/>
              <a:uLnTx/>
              <a:uFillTx/>
              <a:latin typeface="+mn-lt"/>
              <a:ea typeface="+mn-ea"/>
              <a:cs typeface="+mn-cs"/>
            </a:endParaRPr>
          </a:p>
        </p:txBody>
      </p:sp>
      <p:sp>
        <p:nvSpPr>
          <p:cNvPr id="122" name="ïS1íḍè"/>
          <p:cNvSpPr/>
          <p:nvPr/>
        </p:nvSpPr>
        <p:spPr bwMode="auto">
          <a:xfrm>
            <a:off x="8123238" y="4062413"/>
            <a:ext cx="447675" cy="315913"/>
          </a:xfrm>
          <a:custGeom>
            <a:avLst/>
            <a:gdLst>
              <a:gd name="connsiteX0" fmla="*/ 468872 w 606933"/>
              <a:gd name="connsiteY0" fmla="*/ 319662 h 426286"/>
              <a:gd name="connsiteX1" fmla="*/ 522255 w 606933"/>
              <a:gd name="connsiteY1" fmla="*/ 372974 h 426286"/>
              <a:gd name="connsiteX2" fmla="*/ 468872 w 606933"/>
              <a:gd name="connsiteY2" fmla="*/ 426286 h 426286"/>
              <a:gd name="connsiteX3" fmla="*/ 415489 w 606933"/>
              <a:gd name="connsiteY3" fmla="*/ 372974 h 426286"/>
              <a:gd name="connsiteX4" fmla="*/ 468872 w 606933"/>
              <a:gd name="connsiteY4" fmla="*/ 319662 h 426286"/>
              <a:gd name="connsiteX5" fmla="*/ 138061 w 606933"/>
              <a:gd name="connsiteY5" fmla="*/ 319662 h 426286"/>
              <a:gd name="connsiteX6" fmla="*/ 191373 w 606933"/>
              <a:gd name="connsiteY6" fmla="*/ 372974 h 426286"/>
              <a:gd name="connsiteX7" fmla="*/ 138061 w 606933"/>
              <a:gd name="connsiteY7" fmla="*/ 426286 h 426286"/>
              <a:gd name="connsiteX8" fmla="*/ 84749 w 606933"/>
              <a:gd name="connsiteY8" fmla="*/ 372974 h 426286"/>
              <a:gd name="connsiteX9" fmla="*/ 138061 w 606933"/>
              <a:gd name="connsiteY9" fmla="*/ 319662 h 426286"/>
              <a:gd name="connsiteX10" fmla="*/ 0 w 606933"/>
              <a:gd name="connsiteY10" fmla="*/ 237029 h 426286"/>
              <a:gd name="connsiteX11" fmla="*/ 315427 w 606933"/>
              <a:gd name="connsiteY11" fmla="*/ 237029 h 426286"/>
              <a:gd name="connsiteX12" fmla="*/ 315427 w 606933"/>
              <a:gd name="connsiteY12" fmla="*/ 352968 h 426286"/>
              <a:gd name="connsiteX13" fmla="*/ 229292 w 606933"/>
              <a:gd name="connsiteY13" fmla="*/ 352968 h 426286"/>
              <a:gd name="connsiteX14" fmla="*/ 138056 w 606933"/>
              <a:gd name="connsiteY14" fmla="*/ 279707 h 426286"/>
              <a:gd name="connsiteX15" fmla="*/ 46819 w 606933"/>
              <a:gd name="connsiteY15" fmla="*/ 352968 h 426286"/>
              <a:gd name="connsiteX16" fmla="*/ 0 w 606933"/>
              <a:gd name="connsiteY16" fmla="*/ 352968 h 426286"/>
              <a:gd name="connsiteX17" fmla="*/ 355438 w 606933"/>
              <a:gd name="connsiteY17" fmla="*/ 0 h 426286"/>
              <a:gd name="connsiteX18" fmla="*/ 473483 w 606933"/>
              <a:gd name="connsiteY18" fmla="*/ 0 h 426286"/>
              <a:gd name="connsiteX19" fmla="*/ 606933 w 606933"/>
              <a:gd name="connsiteY19" fmla="*/ 167842 h 426286"/>
              <a:gd name="connsiteX20" fmla="*/ 606933 w 606933"/>
              <a:gd name="connsiteY20" fmla="*/ 352968 h 426286"/>
              <a:gd name="connsiteX21" fmla="*/ 560015 w 606933"/>
              <a:gd name="connsiteY21" fmla="*/ 352968 h 426286"/>
              <a:gd name="connsiteX22" fmla="*/ 468881 w 606933"/>
              <a:gd name="connsiteY22" fmla="*/ 279737 h 426286"/>
              <a:gd name="connsiteX23" fmla="*/ 377646 w 606933"/>
              <a:gd name="connsiteY23" fmla="*/ 352968 h 426286"/>
              <a:gd name="connsiteX24" fmla="*/ 355438 w 606933"/>
              <a:gd name="connsiteY24" fmla="*/ 352968 h 426286"/>
              <a:gd name="connsiteX25" fmla="*/ 0 w 606933"/>
              <a:gd name="connsiteY25" fmla="*/ 0 h 426286"/>
              <a:gd name="connsiteX26" fmla="*/ 315427 w 606933"/>
              <a:gd name="connsiteY26" fmla="*/ 0 h 426286"/>
              <a:gd name="connsiteX27" fmla="*/ 315427 w 606933"/>
              <a:gd name="connsiteY27" fmla="*/ 197089 h 426286"/>
              <a:gd name="connsiteX28" fmla="*/ 0 w 606933"/>
              <a:gd name="connsiteY28" fmla="*/ 197089 h 4262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06933" h="426286">
                <a:moveTo>
                  <a:pt x="468872" y="319662"/>
                </a:moveTo>
                <a:cubicBezTo>
                  <a:pt x="498355" y="319662"/>
                  <a:pt x="522255" y="343531"/>
                  <a:pt x="522255" y="372974"/>
                </a:cubicBezTo>
                <a:cubicBezTo>
                  <a:pt x="522255" y="402417"/>
                  <a:pt x="498355" y="426286"/>
                  <a:pt x="468872" y="426286"/>
                </a:cubicBezTo>
                <a:cubicBezTo>
                  <a:pt x="439389" y="426286"/>
                  <a:pt x="415489" y="402417"/>
                  <a:pt x="415489" y="372974"/>
                </a:cubicBezTo>
                <a:cubicBezTo>
                  <a:pt x="415489" y="343531"/>
                  <a:pt x="439389" y="319662"/>
                  <a:pt x="468872" y="319662"/>
                </a:cubicBezTo>
                <a:close/>
                <a:moveTo>
                  <a:pt x="138061" y="319662"/>
                </a:moveTo>
                <a:cubicBezTo>
                  <a:pt x="167504" y="319662"/>
                  <a:pt x="191373" y="343531"/>
                  <a:pt x="191373" y="372974"/>
                </a:cubicBezTo>
                <a:cubicBezTo>
                  <a:pt x="191373" y="402417"/>
                  <a:pt x="167504" y="426286"/>
                  <a:pt x="138061" y="426286"/>
                </a:cubicBezTo>
                <a:cubicBezTo>
                  <a:pt x="108618" y="426286"/>
                  <a:pt x="84749" y="402417"/>
                  <a:pt x="84749" y="372974"/>
                </a:cubicBezTo>
                <a:cubicBezTo>
                  <a:pt x="84749" y="343531"/>
                  <a:pt x="108618" y="319662"/>
                  <a:pt x="138061" y="319662"/>
                </a:cubicBezTo>
                <a:close/>
                <a:moveTo>
                  <a:pt x="0" y="237029"/>
                </a:moveTo>
                <a:lnTo>
                  <a:pt x="315427" y="237029"/>
                </a:lnTo>
                <a:lnTo>
                  <a:pt x="315427" y="352968"/>
                </a:lnTo>
                <a:lnTo>
                  <a:pt x="229292" y="352968"/>
                </a:lnTo>
                <a:cubicBezTo>
                  <a:pt x="220089" y="311190"/>
                  <a:pt x="182674" y="279707"/>
                  <a:pt x="138056" y="279707"/>
                </a:cubicBezTo>
                <a:cubicBezTo>
                  <a:pt x="93438" y="279707"/>
                  <a:pt x="56023" y="311190"/>
                  <a:pt x="46819" y="352968"/>
                </a:cubicBezTo>
                <a:lnTo>
                  <a:pt x="0" y="352968"/>
                </a:lnTo>
                <a:close/>
                <a:moveTo>
                  <a:pt x="355438" y="0"/>
                </a:moveTo>
                <a:lnTo>
                  <a:pt x="473483" y="0"/>
                </a:lnTo>
                <a:lnTo>
                  <a:pt x="606933" y="167842"/>
                </a:lnTo>
                <a:lnTo>
                  <a:pt x="606933" y="352968"/>
                </a:lnTo>
                <a:lnTo>
                  <a:pt x="560015" y="352968"/>
                </a:lnTo>
                <a:cubicBezTo>
                  <a:pt x="550812" y="311207"/>
                  <a:pt x="513498" y="279737"/>
                  <a:pt x="468881" y="279737"/>
                </a:cubicBezTo>
                <a:cubicBezTo>
                  <a:pt x="424264" y="279737"/>
                  <a:pt x="386850" y="311207"/>
                  <a:pt x="377646" y="352968"/>
                </a:cubicBezTo>
                <a:lnTo>
                  <a:pt x="355438" y="352968"/>
                </a:lnTo>
                <a:close/>
                <a:moveTo>
                  <a:pt x="0" y="0"/>
                </a:moveTo>
                <a:lnTo>
                  <a:pt x="315427" y="0"/>
                </a:lnTo>
                <a:lnTo>
                  <a:pt x="315427" y="197089"/>
                </a:lnTo>
                <a:lnTo>
                  <a:pt x="0" y="197089"/>
                </a:lnTo>
                <a:close/>
              </a:path>
            </a:pathLst>
          </a:custGeom>
          <a:solidFill>
            <a:schemeClr val="accent3"/>
          </a:solidFill>
          <a:ln>
            <a:noFill/>
          </a:ln>
        </p:spPr>
        <p:txBody>
          <a:bodyPr anchor="ctr"/>
          <a:lstStyle>
            <a:defPPr>
              <a:defRPr lang="zh-CN"/>
            </a:defPPr>
            <a:lvl1pPr algn="l" rtl="0" fontAlgn="base">
              <a:spcBef>
                <a:spcPct val="0"/>
              </a:spcBef>
              <a:spcAft>
                <a:spcPct val="0"/>
              </a:spcAft>
              <a:defRPr kern="1200">
                <a:solidFill>
                  <a:schemeClr val="tx1"/>
                </a:solidFill>
                <a:latin typeface="等线" pitchFamily="2" charset="-122"/>
                <a:ea typeface="等线" pitchFamily="2" charset="-122"/>
                <a:cs typeface="+mn-cs"/>
              </a:defRPr>
            </a:lvl1pPr>
            <a:lvl2pPr marL="457200" algn="l" rtl="0" fontAlgn="base">
              <a:spcBef>
                <a:spcPct val="0"/>
              </a:spcBef>
              <a:spcAft>
                <a:spcPct val="0"/>
              </a:spcAft>
              <a:defRPr kern="1200">
                <a:solidFill>
                  <a:schemeClr val="tx1"/>
                </a:solidFill>
                <a:latin typeface="等线" pitchFamily="2" charset="-122"/>
                <a:ea typeface="等线" pitchFamily="2" charset="-122"/>
                <a:cs typeface="+mn-cs"/>
              </a:defRPr>
            </a:lvl2pPr>
            <a:lvl3pPr marL="914400" algn="l" rtl="0" fontAlgn="base">
              <a:spcBef>
                <a:spcPct val="0"/>
              </a:spcBef>
              <a:spcAft>
                <a:spcPct val="0"/>
              </a:spcAft>
              <a:defRPr kern="1200">
                <a:solidFill>
                  <a:schemeClr val="tx1"/>
                </a:solidFill>
                <a:latin typeface="等线" pitchFamily="2" charset="-122"/>
                <a:ea typeface="等线" pitchFamily="2" charset="-122"/>
                <a:cs typeface="+mn-cs"/>
              </a:defRPr>
            </a:lvl3pPr>
            <a:lvl4pPr marL="1371600" algn="l" rtl="0" fontAlgn="base">
              <a:spcBef>
                <a:spcPct val="0"/>
              </a:spcBef>
              <a:spcAft>
                <a:spcPct val="0"/>
              </a:spcAft>
              <a:defRPr kern="1200">
                <a:solidFill>
                  <a:schemeClr val="tx1"/>
                </a:solidFill>
                <a:latin typeface="等线" pitchFamily="2" charset="-122"/>
                <a:ea typeface="等线" pitchFamily="2" charset="-122"/>
                <a:cs typeface="+mn-cs"/>
              </a:defRPr>
            </a:lvl4pPr>
            <a:lvl5pPr marL="1828800" algn="l" rtl="0" fontAlgn="base">
              <a:spcBef>
                <a:spcPct val="0"/>
              </a:spcBef>
              <a:spcAft>
                <a:spcPct val="0"/>
              </a:spcAft>
              <a:defRPr kern="1200">
                <a:solidFill>
                  <a:schemeClr val="tx1"/>
                </a:solidFill>
                <a:latin typeface="等线" pitchFamily="2" charset="-122"/>
                <a:ea typeface="等线" pitchFamily="2" charset="-122"/>
                <a:cs typeface="+mn-cs"/>
              </a:defRPr>
            </a:lvl5pPr>
            <a:lvl6pPr marL="2286000" algn="l" defTabSz="914400" rtl="0" eaLnBrk="1" latinLnBrk="0" hangingPunct="1">
              <a:defRPr kern="1200">
                <a:solidFill>
                  <a:schemeClr val="tx1"/>
                </a:solidFill>
                <a:latin typeface="等线" pitchFamily="2" charset="-122"/>
                <a:ea typeface="等线" pitchFamily="2" charset="-122"/>
                <a:cs typeface="+mn-cs"/>
              </a:defRPr>
            </a:lvl6pPr>
            <a:lvl7pPr marL="2743200" algn="l" defTabSz="914400" rtl="0" eaLnBrk="1" latinLnBrk="0" hangingPunct="1">
              <a:defRPr kern="1200">
                <a:solidFill>
                  <a:schemeClr val="tx1"/>
                </a:solidFill>
                <a:latin typeface="等线" pitchFamily="2" charset="-122"/>
                <a:ea typeface="等线" pitchFamily="2" charset="-122"/>
                <a:cs typeface="+mn-cs"/>
              </a:defRPr>
            </a:lvl7pPr>
            <a:lvl8pPr marL="3200400" algn="l" defTabSz="914400" rtl="0" eaLnBrk="1" latinLnBrk="0" hangingPunct="1">
              <a:defRPr kern="1200">
                <a:solidFill>
                  <a:schemeClr val="tx1"/>
                </a:solidFill>
                <a:latin typeface="等线" pitchFamily="2" charset="-122"/>
                <a:ea typeface="等线" pitchFamily="2" charset="-122"/>
                <a:cs typeface="+mn-cs"/>
              </a:defRPr>
            </a:lvl8pPr>
            <a:lvl9pPr marL="3657600" algn="l" defTabSz="914400" rtl="0" eaLnBrk="1" latinLnBrk="0" hangingPunct="1">
              <a:defRPr kern="1200">
                <a:solidFill>
                  <a:schemeClr val="tx1"/>
                </a:solidFill>
                <a:latin typeface="等线" pitchFamily="2" charset="-122"/>
                <a:ea typeface="等线"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chemeClr val="tx1"/>
              </a:solidFill>
              <a:effectLst/>
              <a:uLnTx/>
              <a:uFillTx/>
              <a:latin typeface="等线" pitchFamily="2" charset="-122"/>
              <a:ea typeface="等线" pitchFamily="2" charset="-122"/>
              <a:cs typeface="+mn-cs"/>
            </a:endParaRPr>
          </a:p>
        </p:txBody>
      </p:sp>
      <p:sp>
        <p:nvSpPr>
          <p:cNvPr id="60" name="îṣlïḓê"/>
          <p:cNvSpPr/>
          <p:nvPr/>
        </p:nvSpPr>
        <p:spPr>
          <a:xfrm>
            <a:off x="9961563" y="3756025"/>
            <a:ext cx="941388" cy="942975"/>
          </a:xfrm>
          <a:prstGeom prst="ellipse">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chemeClr val="lt1"/>
              </a:solidFill>
              <a:effectLst/>
              <a:uLnTx/>
              <a:uFillTx/>
              <a:latin typeface="+mn-lt"/>
              <a:ea typeface="+mn-ea"/>
              <a:cs typeface="+mn-cs"/>
            </a:endParaRPr>
          </a:p>
        </p:txBody>
      </p:sp>
      <p:sp>
        <p:nvSpPr>
          <p:cNvPr id="47117" name="íŝ1îḑê"/>
          <p:cNvSpPr/>
          <p:nvPr/>
        </p:nvSpPr>
        <p:spPr>
          <a:xfrm>
            <a:off x="10258425" y="4046538"/>
            <a:ext cx="347663" cy="361950"/>
          </a:xfrm>
          <a:custGeom>
            <a:avLst/>
            <a:gdLst>
              <a:gd name="txL" fmla="*/ 0 w 583087"/>
              <a:gd name="txT" fmla="*/ 0 h 606021"/>
              <a:gd name="txR" fmla="*/ 583087 w 583087"/>
              <a:gd name="txB" fmla="*/ 606021 h 606021"/>
            </a:gdLst>
            <a:ahLst/>
            <a:cxnLst>
              <a:cxn ang="0">
                <a:pos x="928" y="872"/>
              </a:cxn>
              <a:cxn ang="0">
                <a:pos x="913" y="886"/>
              </a:cxn>
              <a:cxn ang="0">
                <a:pos x="913" y="991"/>
              </a:cxn>
              <a:cxn ang="0">
                <a:pos x="928" y="1005"/>
              </a:cxn>
              <a:cxn ang="0">
                <a:pos x="1030" y="1005"/>
              </a:cxn>
              <a:cxn ang="0">
                <a:pos x="1045" y="991"/>
              </a:cxn>
              <a:cxn ang="0">
                <a:pos x="1045" y="886"/>
              </a:cxn>
              <a:cxn ang="0">
                <a:pos x="1030" y="872"/>
              </a:cxn>
              <a:cxn ang="0">
                <a:pos x="549" y="872"/>
              </a:cxn>
              <a:cxn ang="0">
                <a:pos x="535" y="886"/>
              </a:cxn>
              <a:cxn ang="0">
                <a:pos x="535" y="991"/>
              </a:cxn>
              <a:cxn ang="0">
                <a:pos x="549" y="1005"/>
              </a:cxn>
              <a:cxn ang="0">
                <a:pos x="650" y="1005"/>
              </a:cxn>
              <a:cxn ang="0">
                <a:pos x="666" y="991"/>
              </a:cxn>
              <a:cxn ang="0">
                <a:pos x="666" y="886"/>
              </a:cxn>
              <a:cxn ang="0">
                <a:pos x="650" y="872"/>
              </a:cxn>
              <a:cxn ang="0">
                <a:pos x="22" y="326"/>
              </a:cxn>
              <a:cxn ang="0">
                <a:pos x="380" y="326"/>
              </a:cxn>
              <a:cxn ang="0">
                <a:pos x="400" y="348"/>
              </a:cxn>
              <a:cxn ang="0">
                <a:pos x="400" y="784"/>
              </a:cxn>
              <a:cxn ang="0">
                <a:pos x="708" y="575"/>
              </a:cxn>
              <a:cxn ang="0">
                <a:pos x="767" y="573"/>
              </a:cxn>
              <a:cxn ang="0">
                <a:pos x="795" y="622"/>
              </a:cxn>
              <a:cxn ang="0">
                <a:pos x="795" y="778"/>
              </a:cxn>
              <a:cxn ang="0">
                <a:pos x="1095" y="575"/>
              </a:cxn>
              <a:cxn ang="0">
                <a:pos x="1151" y="573"/>
              </a:cxn>
              <a:cxn ang="0">
                <a:pos x="1181" y="622"/>
              </a:cxn>
              <a:cxn ang="0">
                <a:pos x="1181" y="1230"/>
              </a:cxn>
              <a:cxn ang="0">
                <a:pos x="1161" y="1251"/>
              </a:cxn>
              <a:cxn ang="0">
                <a:pos x="22" y="1251"/>
              </a:cxn>
              <a:cxn ang="0">
                <a:pos x="0" y="1230"/>
              </a:cxn>
              <a:cxn ang="0">
                <a:pos x="0" y="348"/>
              </a:cxn>
              <a:cxn ang="0">
                <a:pos x="22" y="326"/>
              </a:cxn>
              <a:cxn ang="0">
                <a:pos x="57" y="0"/>
              </a:cxn>
              <a:cxn ang="0">
                <a:pos x="346" y="0"/>
              </a:cxn>
              <a:cxn ang="0">
                <a:pos x="400" y="57"/>
              </a:cxn>
              <a:cxn ang="0">
                <a:pos x="400" y="223"/>
              </a:cxn>
              <a:cxn ang="0">
                <a:pos x="380" y="244"/>
              </a:cxn>
              <a:cxn ang="0">
                <a:pos x="22" y="244"/>
              </a:cxn>
              <a:cxn ang="0">
                <a:pos x="0" y="223"/>
              </a:cxn>
              <a:cxn ang="0">
                <a:pos x="0" y="57"/>
              </a:cxn>
              <a:cxn ang="0">
                <a:pos x="57" y="0"/>
              </a:cxn>
            </a:cxnLst>
            <a:rect l="txL" t="txT" r="txR" b="txB"/>
            <a:pathLst>
              <a:path w="583087" h="606021">
                <a:moveTo>
                  <a:pt x="457927" y="422517"/>
                </a:moveTo>
                <a:cubicBezTo>
                  <a:pt x="453954" y="422517"/>
                  <a:pt x="450974" y="425493"/>
                  <a:pt x="450974" y="429461"/>
                </a:cubicBezTo>
                <a:lnTo>
                  <a:pt x="450974" y="480048"/>
                </a:lnTo>
                <a:cubicBezTo>
                  <a:pt x="450974" y="484016"/>
                  <a:pt x="453954" y="486992"/>
                  <a:pt x="457927" y="486992"/>
                </a:cubicBezTo>
                <a:lnTo>
                  <a:pt x="508587" y="486992"/>
                </a:lnTo>
                <a:cubicBezTo>
                  <a:pt x="512560" y="486992"/>
                  <a:pt x="515540" y="484016"/>
                  <a:pt x="515540" y="480048"/>
                </a:cubicBezTo>
                <a:lnTo>
                  <a:pt x="515540" y="429461"/>
                </a:lnTo>
                <a:cubicBezTo>
                  <a:pt x="515540" y="425493"/>
                  <a:pt x="512560" y="422517"/>
                  <a:pt x="508587" y="422517"/>
                </a:cubicBezTo>
                <a:lnTo>
                  <a:pt x="457927" y="422517"/>
                </a:lnTo>
                <a:close/>
                <a:moveTo>
                  <a:pt x="271180" y="422517"/>
                </a:moveTo>
                <a:cubicBezTo>
                  <a:pt x="267207" y="422517"/>
                  <a:pt x="264227" y="425493"/>
                  <a:pt x="264227" y="429461"/>
                </a:cubicBezTo>
                <a:lnTo>
                  <a:pt x="264227" y="480048"/>
                </a:lnTo>
                <a:cubicBezTo>
                  <a:pt x="264227" y="484016"/>
                  <a:pt x="267207" y="486992"/>
                  <a:pt x="271180" y="486992"/>
                </a:cubicBezTo>
                <a:lnTo>
                  <a:pt x="320847" y="486992"/>
                </a:lnTo>
                <a:cubicBezTo>
                  <a:pt x="324820" y="486992"/>
                  <a:pt x="328794" y="484016"/>
                  <a:pt x="328794" y="480048"/>
                </a:cubicBezTo>
                <a:lnTo>
                  <a:pt x="328794" y="429461"/>
                </a:lnTo>
                <a:cubicBezTo>
                  <a:pt x="328794" y="425493"/>
                  <a:pt x="324820" y="422517"/>
                  <a:pt x="320847" y="422517"/>
                </a:cubicBezTo>
                <a:lnTo>
                  <a:pt x="271180" y="422517"/>
                </a:lnTo>
                <a:close/>
                <a:moveTo>
                  <a:pt x="10927" y="157677"/>
                </a:moveTo>
                <a:lnTo>
                  <a:pt x="187740" y="157677"/>
                </a:lnTo>
                <a:cubicBezTo>
                  <a:pt x="193700" y="157677"/>
                  <a:pt x="197673" y="162637"/>
                  <a:pt x="197673" y="168588"/>
                </a:cubicBezTo>
                <a:lnTo>
                  <a:pt x="197673" y="379865"/>
                </a:lnTo>
                <a:lnTo>
                  <a:pt x="349654" y="278690"/>
                </a:lnTo>
                <a:cubicBezTo>
                  <a:pt x="358594" y="272739"/>
                  <a:pt x="369520" y="272739"/>
                  <a:pt x="378460" y="277698"/>
                </a:cubicBezTo>
                <a:cubicBezTo>
                  <a:pt x="387400" y="282658"/>
                  <a:pt x="392367" y="291585"/>
                  <a:pt x="392367" y="301504"/>
                </a:cubicBezTo>
                <a:lnTo>
                  <a:pt x="392367" y="376889"/>
                </a:lnTo>
                <a:lnTo>
                  <a:pt x="540374" y="278690"/>
                </a:lnTo>
                <a:cubicBezTo>
                  <a:pt x="549314" y="272739"/>
                  <a:pt x="559247" y="272739"/>
                  <a:pt x="568187" y="277698"/>
                </a:cubicBezTo>
                <a:cubicBezTo>
                  <a:pt x="577127" y="282658"/>
                  <a:pt x="583087" y="291585"/>
                  <a:pt x="583087" y="301504"/>
                </a:cubicBezTo>
                <a:lnTo>
                  <a:pt x="583087" y="596102"/>
                </a:lnTo>
                <a:cubicBezTo>
                  <a:pt x="583087" y="602053"/>
                  <a:pt x="578120" y="606021"/>
                  <a:pt x="573154" y="606021"/>
                </a:cubicBezTo>
                <a:lnTo>
                  <a:pt x="10927" y="606021"/>
                </a:lnTo>
                <a:cubicBezTo>
                  <a:pt x="4967" y="606021"/>
                  <a:pt x="0" y="602053"/>
                  <a:pt x="0" y="596102"/>
                </a:cubicBezTo>
                <a:lnTo>
                  <a:pt x="0" y="168588"/>
                </a:lnTo>
                <a:cubicBezTo>
                  <a:pt x="0" y="162637"/>
                  <a:pt x="4967" y="157677"/>
                  <a:pt x="10927" y="157677"/>
                </a:cubicBezTo>
                <a:close/>
                <a:moveTo>
                  <a:pt x="27811" y="0"/>
                </a:moveTo>
                <a:lnTo>
                  <a:pt x="170837" y="0"/>
                </a:lnTo>
                <a:cubicBezTo>
                  <a:pt x="185735" y="0"/>
                  <a:pt x="197654" y="11901"/>
                  <a:pt x="197654" y="27769"/>
                </a:cubicBezTo>
                <a:lnTo>
                  <a:pt x="197654" y="108101"/>
                </a:lnTo>
                <a:cubicBezTo>
                  <a:pt x="197654" y="114052"/>
                  <a:pt x="193681" y="118019"/>
                  <a:pt x="187722" y="118019"/>
                </a:cubicBezTo>
                <a:lnTo>
                  <a:pt x="10926" y="118019"/>
                </a:lnTo>
                <a:cubicBezTo>
                  <a:pt x="4966" y="118019"/>
                  <a:pt x="0" y="114052"/>
                  <a:pt x="0" y="108101"/>
                </a:cubicBezTo>
                <a:lnTo>
                  <a:pt x="0" y="27769"/>
                </a:lnTo>
                <a:cubicBezTo>
                  <a:pt x="0" y="11901"/>
                  <a:pt x="12912" y="0"/>
                  <a:pt x="27811" y="0"/>
                </a:cubicBezTo>
                <a:close/>
              </a:path>
            </a:pathLst>
          </a:custGeom>
          <a:solidFill>
            <a:srgbClr val="36A2DE">
              <a:alpha val="100000"/>
            </a:srgbClr>
          </a:solidFill>
          <a:ln w="9525" cap="flat" cmpd="sng">
            <a:solidFill>
              <a:schemeClr val="accent1">
                <a:alpha val="100000"/>
              </a:schemeClr>
            </a:solidFill>
            <a:prstDash val="solid"/>
            <a:round/>
            <a:headEnd type="none" w="med" len="med"/>
            <a:tailEnd type="none" w="med" len="med"/>
          </a:ln>
        </p:spPr>
        <p:txBody>
          <a:bodyPr/>
          <a:p>
            <a:endParaRPr lang="zh-CN" altLang="en-US"/>
          </a:p>
        </p:txBody>
      </p:sp>
      <p:grpSp>
        <p:nvGrpSpPr>
          <p:cNvPr id="47118" name="组合 50"/>
          <p:cNvGrpSpPr/>
          <p:nvPr/>
        </p:nvGrpSpPr>
        <p:grpSpPr>
          <a:xfrm>
            <a:off x="7259638" y="4586288"/>
            <a:ext cx="2182812" cy="1301750"/>
            <a:chOff x="7259513" y="4349969"/>
            <a:chExt cx="2183363" cy="1793656"/>
          </a:xfrm>
        </p:grpSpPr>
        <p:cxnSp>
          <p:nvCxnSpPr>
            <p:cNvPr id="58" name="直接连接符 57"/>
            <p:cNvCxnSpPr/>
            <p:nvPr/>
          </p:nvCxnSpPr>
          <p:spPr>
            <a:xfrm>
              <a:off x="7259513" y="4349969"/>
              <a:ext cx="0" cy="1793656"/>
            </a:xfrm>
            <a:prstGeom prst="line">
              <a:avLst/>
            </a:prstGeom>
            <a:ln w="3175" cap="rnd">
              <a:solidFill>
                <a:schemeClr val="bg1">
                  <a:lumMod val="8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cxnSp>
          <p:nvCxnSpPr>
            <p:cNvPr id="59" name="直接连接符 58"/>
            <p:cNvCxnSpPr/>
            <p:nvPr/>
          </p:nvCxnSpPr>
          <p:spPr>
            <a:xfrm>
              <a:off x="9442876" y="4349969"/>
              <a:ext cx="0" cy="1793656"/>
            </a:xfrm>
            <a:prstGeom prst="line">
              <a:avLst/>
            </a:prstGeom>
            <a:ln w="3175" cap="rnd">
              <a:solidFill>
                <a:schemeClr val="bg1">
                  <a:lumMod val="8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grpSp>
      <p:cxnSp>
        <p:nvCxnSpPr>
          <p:cNvPr id="52" name="直接连接符 51"/>
          <p:cNvCxnSpPr/>
          <p:nvPr/>
        </p:nvCxnSpPr>
        <p:spPr>
          <a:xfrm>
            <a:off x="5330825" y="3387725"/>
            <a:ext cx="6188075" cy="0"/>
          </a:xfrm>
          <a:prstGeom prst="line">
            <a:avLst/>
          </a:prstGeom>
          <a:ln w="3175" cap="rnd">
            <a:solidFill>
              <a:schemeClr val="bg1">
                <a:lumMod val="8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47120" name="ïṩlïḓé"/>
          <p:cNvSpPr txBox="1"/>
          <p:nvPr/>
        </p:nvSpPr>
        <p:spPr>
          <a:xfrm>
            <a:off x="5064125" y="4757738"/>
            <a:ext cx="2395538" cy="527050"/>
          </a:xfrm>
          <a:prstGeom prst="rect">
            <a:avLst/>
          </a:prstGeom>
          <a:noFill/>
          <a:ln w="9525">
            <a:noFill/>
          </a:ln>
        </p:spPr>
        <p:txBody>
          <a:bodyPr anchor="ctr"/>
          <a:p>
            <a:pPr algn="ctr" eaLnBrk="1" hangingPunct="1">
              <a:lnSpc>
                <a:spcPct val="150000"/>
              </a:lnSpc>
            </a:pPr>
            <a:r>
              <a:rPr lang="zh-CN" altLang="en-US" sz="1600" b="1" dirty="0">
                <a:solidFill>
                  <a:schemeClr val="bg1"/>
                </a:solidFill>
                <a:latin typeface="微软雅黑" panose="020B0503020204020204" pitchFamily="34" charset="-122"/>
                <a:ea typeface="微软雅黑" panose="020B0503020204020204" pitchFamily="34" charset="-122"/>
              </a:rPr>
              <a:t>一批货在</a:t>
            </a:r>
            <a:r>
              <a:rPr lang="en-US" altLang="zh-CN" sz="1600" b="1" dirty="0">
                <a:solidFill>
                  <a:schemeClr val="bg1"/>
                </a:solidFill>
                <a:latin typeface="微软雅黑" panose="020B0503020204020204" pitchFamily="34" charset="-122"/>
                <a:ea typeface="微软雅黑" panose="020B0503020204020204" pitchFamily="34" charset="-122"/>
              </a:rPr>
              <a:t>FBA</a:t>
            </a:r>
            <a:endParaRPr lang="vi-VN" altLang="zh-CN" sz="1600" b="1" dirty="0">
              <a:solidFill>
                <a:schemeClr val="bg1"/>
              </a:solidFill>
              <a:latin typeface="等线" pitchFamily="2" charset="-122"/>
              <a:ea typeface="微软雅黑" panose="020B0503020204020204" pitchFamily="34" charset="-122"/>
            </a:endParaRPr>
          </a:p>
        </p:txBody>
      </p:sp>
      <p:sp>
        <p:nvSpPr>
          <p:cNvPr id="47121" name="işļíḋê"/>
          <p:cNvSpPr txBox="1"/>
          <p:nvPr/>
        </p:nvSpPr>
        <p:spPr>
          <a:xfrm>
            <a:off x="7148513" y="4757738"/>
            <a:ext cx="2395537" cy="527050"/>
          </a:xfrm>
          <a:prstGeom prst="rect">
            <a:avLst/>
          </a:prstGeom>
          <a:noFill/>
          <a:ln w="9525">
            <a:noFill/>
          </a:ln>
        </p:spPr>
        <p:txBody>
          <a:bodyPr anchor="ctr"/>
          <a:p>
            <a:pPr algn="ctr" eaLnBrk="1" hangingPunct="1">
              <a:lnSpc>
                <a:spcPct val="150000"/>
              </a:lnSpc>
            </a:pPr>
            <a:r>
              <a:rPr lang="zh-CN" altLang="en-US" sz="1600" b="1" dirty="0">
                <a:solidFill>
                  <a:schemeClr val="bg1"/>
                </a:solidFill>
                <a:latin typeface="微软雅黑" panose="020B0503020204020204" pitchFamily="34" charset="-122"/>
                <a:ea typeface="微软雅黑" panose="020B0503020204020204" pitchFamily="34" charset="-122"/>
              </a:rPr>
              <a:t>一批货在路上</a:t>
            </a:r>
            <a:endParaRPr lang="vi-VN" altLang="zh-CN" sz="1600" b="1" dirty="0">
              <a:solidFill>
                <a:schemeClr val="bg1"/>
              </a:solidFill>
              <a:latin typeface="等线" pitchFamily="2" charset="-122"/>
              <a:ea typeface="微软雅黑" panose="020B0503020204020204" pitchFamily="34" charset="-122"/>
            </a:endParaRPr>
          </a:p>
        </p:txBody>
      </p:sp>
      <p:sp>
        <p:nvSpPr>
          <p:cNvPr id="47122" name="í$1ide"/>
          <p:cNvSpPr txBox="1"/>
          <p:nvPr/>
        </p:nvSpPr>
        <p:spPr>
          <a:xfrm>
            <a:off x="9345613" y="4757738"/>
            <a:ext cx="2393950" cy="527050"/>
          </a:xfrm>
          <a:prstGeom prst="rect">
            <a:avLst/>
          </a:prstGeom>
          <a:noFill/>
          <a:ln w="9525">
            <a:noFill/>
          </a:ln>
        </p:spPr>
        <p:txBody>
          <a:bodyPr anchor="ctr"/>
          <a:p>
            <a:pPr algn="ctr" eaLnBrk="1" hangingPunct="1">
              <a:lnSpc>
                <a:spcPct val="150000"/>
              </a:lnSpc>
            </a:pPr>
            <a:r>
              <a:rPr lang="zh-CN" altLang="en-US" sz="1600" b="1" dirty="0">
                <a:solidFill>
                  <a:schemeClr val="bg1"/>
                </a:solidFill>
                <a:latin typeface="微软雅黑" panose="020B0503020204020204" pitchFamily="34" charset="-122"/>
                <a:ea typeface="微软雅黑" panose="020B0503020204020204" pitchFamily="34" charset="-122"/>
              </a:rPr>
              <a:t>一批货在工厂</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sp>
        <p:nvSpPr>
          <p:cNvPr id="47123" name="ïṩlïḓé"/>
          <p:cNvSpPr txBox="1"/>
          <p:nvPr/>
        </p:nvSpPr>
        <p:spPr>
          <a:xfrm>
            <a:off x="5330825" y="2035175"/>
            <a:ext cx="3667125" cy="685800"/>
          </a:xfrm>
          <a:prstGeom prst="rect">
            <a:avLst/>
          </a:prstGeom>
          <a:noFill/>
          <a:ln w="9525">
            <a:noFill/>
          </a:ln>
        </p:spPr>
        <p:txBody>
          <a:bodyPr anchor="ctr"/>
          <a:p>
            <a:pPr eaLnBrk="1" hangingPunct="1">
              <a:lnSpc>
                <a:spcPct val="150000"/>
              </a:lnSpc>
            </a:pPr>
            <a:r>
              <a:rPr lang="zh-CN" altLang="en-US" sz="2800" b="1" dirty="0">
                <a:solidFill>
                  <a:srgbClr val="FF643F"/>
                </a:solidFill>
                <a:latin typeface="微软雅黑" panose="020B0503020204020204" pitchFamily="34" charset="-122"/>
                <a:ea typeface="微软雅黑" panose="020B0503020204020204" pitchFamily="34" charset="-122"/>
              </a:rPr>
              <a:t>一定不要断货！！！</a:t>
            </a:r>
            <a:endParaRPr lang="vi-VN" altLang="zh-CN" sz="2800" b="1" dirty="0">
              <a:solidFill>
                <a:srgbClr val="FF643F"/>
              </a:solidFill>
              <a:latin typeface="等线" pitchFamily="2" charset="-122"/>
              <a:ea typeface="微软雅黑" panose="020B0503020204020204" pitchFamily="34" charset="-122"/>
            </a:endParaRPr>
          </a:p>
        </p:txBody>
      </p:sp>
      <p:sp>
        <p:nvSpPr>
          <p:cNvPr id="47124" name="ïṩlïḓé"/>
          <p:cNvSpPr txBox="1"/>
          <p:nvPr/>
        </p:nvSpPr>
        <p:spPr>
          <a:xfrm>
            <a:off x="5330825" y="2730500"/>
            <a:ext cx="2395538" cy="527050"/>
          </a:xfrm>
          <a:prstGeom prst="rect">
            <a:avLst/>
          </a:prstGeom>
          <a:noFill/>
          <a:ln w="9525">
            <a:noFill/>
          </a:ln>
        </p:spPr>
        <p:txBody>
          <a:bodyPr anchor="ctr"/>
          <a:p>
            <a:pPr eaLnBrk="1" hangingPunct="1">
              <a:lnSpc>
                <a:spcPct val="150000"/>
              </a:lnSpc>
            </a:pPr>
            <a:r>
              <a:rPr lang="zh-CN" altLang="en-US" sz="1600" b="1" dirty="0">
                <a:solidFill>
                  <a:schemeClr val="bg1"/>
                </a:solidFill>
                <a:latin typeface="微软雅黑" panose="020B0503020204020204" pitchFamily="34" charset="-122"/>
                <a:ea typeface="微软雅黑" panose="020B0503020204020204" pitchFamily="34" charset="-122"/>
              </a:rPr>
              <a:t>详细，周全的补货计划</a:t>
            </a:r>
            <a:endParaRPr lang="vi-VN" altLang="zh-CN" sz="1600" b="1" dirty="0">
              <a:solidFill>
                <a:schemeClr val="bg1"/>
              </a:solidFill>
              <a:latin typeface="等线" pitchFamily="2" charset="-122"/>
              <a:ea typeface="微软雅黑" panose="020B0503020204020204" pitchFamily="34" charset="-122"/>
            </a:endParaRPr>
          </a:p>
        </p:txBody>
      </p:sp>
    </p:spTree>
  </p:cSld>
  <p:clrMapOvr>
    <a:masterClrMapping/>
  </p:clrMapOvr>
  <p:transition spd="slow" advTm="3000">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48130" name="组合 1"/>
          <p:cNvGrpSpPr/>
          <p:nvPr/>
        </p:nvGrpSpPr>
        <p:grpSpPr>
          <a:xfrm>
            <a:off x="244475" y="274638"/>
            <a:ext cx="2281238" cy="765175"/>
            <a:chOff x="244476" y="274527"/>
            <a:chExt cx="2281117" cy="764797"/>
          </a:xfrm>
        </p:grpSpPr>
        <p:sp>
          <p:nvSpPr>
            <p:cNvPr id="16" name="文本框 15"/>
            <p:cNvSpPr txBox="1"/>
            <p:nvPr/>
          </p:nvSpPr>
          <p:spPr>
            <a:xfrm>
              <a:off x="983128" y="746936"/>
              <a:ext cx="948658" cy="292388"/>
            </a:xfrm>
            <a:prstGeom prst="rect">
              <a:avLst/>
            </a:prstGeom>
            <a:noFill/>
            <a:ln w="12700" cap="flat">
              <a:noFill/>
              <a:miter lim="400000"/>
            </a:ln>
          </p:spPr>
          <p:style>
            <a:lnRef idx="0">
              <a:scrgbClr r="0" g="0" b="0"/>
            </a:lnRef>
            <a:fillRef idx="0">
              <a:scrgbClr r="0" g="0" b="0"/>
            </a:fillRef>
            <a:effectRef idx="0">
              <a:scrgbClr r="0" g="0" b="0"/>
            </a:effectRef>
            <a:fontRef idx="none"/>
          </p:style>
          <p:txBody>
            <a:bodyPr spcFirstLastPara="1" wrap="none" lIns="22860" tIns="22860" rIns="22860" bIns="22860" spcCol="3810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600" b="0" i="0" u="none" strike="noStrike" kern="1200" cap="none" spc="0" normalizeH="0" baseline="0" noProof="0" dirty="0">
                  <a:ln>
                    <a:noFill/>
                  </a:ln>
                  <a:solidFill>
                    <a:schemeClr val="bg1">
                      <a:alpha val="60000"/>
                    </a:schemeClr>
                  </a:solidFill>
                  <a:effectLst/>
                  <a:uLnTx/>
                  <a:uFillTx/>
                  <a:latin typeface="Arial" panose="020B0604020202020204" pitchFamily="34" charset="0"/>
                  <a:ea typeface="微软雅黑" panose="020B0503020204020204" pitchFamily="34" charset="-122"/>
                  <a:cs typeface="+mn-ea"/>
                  <a:sym typeface="Arial" panose="020B0604020202020204" pitchFamily="34" charset="0"/>
                </a:rPr>
                <a:t>after sale </a:t>
              </a:r>
              <a:endParaRPr kumimoji="0" lang="en-US" altLang="zh-CN" sz="1600" b="0" i="0" u="none" strike="noStrike" kern="1200" cap="none" spc="0" normalizeH="0" baseline="0" noProof="0" dirty="0">
                <a:ln>
                  <a:noFill/>
                </a:ln>
                <a:solidFill>
                  <a:schemeClr val="bg1">
                    <a:alpha val="60000"/>
                  </a:schemeClr>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grpSp>
          <p:nvGrpSpPr>
            <p:cNvPr id="3" name="组合 17"/>
            <p:cNvGrpSpPr/>
            <p:nvPr/>
          </p:nvGrpSpPr>
          <p:grpSpPr>
            <a:xfrm>
              <a:off x="244476" y="292500"/>
              <a:ext cx="493773" cy="615629"/>
              <a:chOff x="7409" y="353"/>
              <a:chExt cx="1374" cy="1582"/>
            </a:xfrm>
            <a:solidFill>
              <a:srgbClr val="1766F3"/>
            </a:solidFill>
          </p:grpSpPr>
          <p:sp>
            <p:nvSpPr>
              <p:cNvPr id="20" name="平行四边形 19"/>
              <p:cNvSpPr/>
              <p:nvPr/>
            </p:nvSpPr>
            <p:spPr>
              <a:xfrm>
                <a:off x="7409" y="353"/>
                <a:ext cx="788" cy="981"/>
              </a:xfrm>
              <a:prstGeom prst="parallelogram">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3600" b="0" i="0" u="none" strike="noStrike" kern="1200" cap="none" spc="0" normalizeH="0" baseline="0" noProof="0">
                  <a:ln>
                    <a:noFill/>
                  </a:ln>
                  <a:solidFill>
                    <a:schemeClr val="lt1"/>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1" name="平行四边形 20"/>
              <p:cNvSpPr/>
              <p:nvPr/>
            </p:nvSpPr>
            <p:spPr>
              <a:xfrm>
                <a:off x="7995" y="955"/>
                <a:ext cx="788" cy="981"/>
              </a:xfrm>
              <a:prstGeom prst="parallelogram">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3600" b="0" i="0" u="none" strike="noStrike" kern="1200" cap="none" spc="0" normalizeH="0" baseline="0" noProof="0">
                  <a:ln>
                    <a:noFill/>
                  </a:ln>
                  <a:solidFill>
                    <a:schemeClr val="lt1"/>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grpSp>
        <p:sp>
          <p:nvSpPr>
            <p:cNvPr id="19" name="文本框 18"/>
            <p:cNvSpPr txBox="1"/>
            <p:nvPr/>
          </p:nvSpPr>
          <p:spPr>
            <a:xfrm>
              <a:off x="879442" y="274527"/>
              <a:ext cx="1646151" cy="553763"/>
            </a:xfrm>
            <a:prstGeom prst="rect">
              <a:avLst/>
            </a:prstGeom>
            <a:noFill/>
          </p:spPr>
          <p:txBody>
            <a:bodyPr wrap="none">
              <a:spAutoFit/>
            </a:bodyPr>
            <a:lstStyle/>
            <a:p>
              <a:pPr marR="0" defTabSz="914400" eaLnBrk="1" hangingPunct="1">
                <a:buClrTx/>
                <a:buSzTx/>
                <a:buFontTx/>
                <a:defRPr/>
              </a:pPr>
              <a:r>
                <a:rPr kumimoji="0" lang="zh-CN" altLang="en-US" sz="3000" b="1" kern="1200" cap="none" spc="-150" normalizeH="0" baseline="0" noProof="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四：售后</a:t>
              </a:r>
              <a:endParaRPr kumimoji="0" lang="zh-CN" altLang="en-US" sz="3000" b="1" kern="1200" cap="none" spc="-150" normalizeH="0" baseline="0" noProof="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48131" name="iṣļïḋé"/>
          <p:cNvGrpSpPr/>
          <p:nvPr/>
        </p:nvGrpSpPr>
        <p:grpSpPr>
          <a:xfrm>
            <a:off x="1876425" y="1517650"/>
            <a:ext cx="258763" cy="292100"/>
            <a:chOff x="1687513" y="1622425"/>
            <a:chExt cx="314325" cy="355600"/>
          </a:xfrm>
        </p:grpSpPr>
        <p:sp>
          <p:nvSpPr>
            <p:cNvPr id="48173" name="isľiḓè"/>
            <p:cNvSpPr/>
            <p:nvPr/>
          </p:nvSpPr>
          <p:spPr>
            <a:xfrm>
              <a:off x="1687513" y="1622425"/>
              <a:ext cx="314325" cy="355600"/>
            </a:xfrm>
            <a:custGeom>
              <a:avLst/>
              <a:gdLst>
                <a:gd name="txL" fmla="*/ 0 w 233"/>
                <a:gd name="txT" fmla="*/ 0 h 264"/>
                <a:gd name="txR" fmla="*/ 233 w 233"/>
                <a:gd name="txB" fmla="*/ 264 h 264"/>
              </a:gdLst>
              <a:ahLst/>
              <a:cxnLst>
                <a:cxn ang="0">
                  <a:pos x="2147483647" y="2147483647"/>
                </a:cxn>
                <a:cxn ang="0">
                  <a:pos x="2147483647" y="2147483647"/>
                </a:cxn>
                <a:cxn ang="0">
                  <a:pos x="0"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rect l="txL" t="txT" r="txR" b="txB"/>
              <a:pathLst>
                <a:path w="233" h="264">
                  <a:moveTo>
                    <a:pt x="17" y="264"/>
                  </a:moveTo>
                  <a:cubicBezTo>
                    <a:pt x="14" y="264"/>
                    <a:pt x="11" y="263"/>
                    <a:pt x="9" y="262"/>
                  </a:cubicBezTo>
                  <a:cubicBezTo>
                    <a:pt x="3" y="259"/>
                    <a:pt x="0" y="253"/>
                    <a:pt x="0" y="247"/>
                  </a:cubicBezTo>
                  <a:cubicBezTo>
                    <a:pt x="0" y="17"/>
                    <a:pt x="0" y="17"/>
                    <a:pt x="0" y="17"/>
                  </a:cubicBezTo>
                  <a:cubicBezTo>
                    <a:pt x="0" y="11"/>
                    <a:pt x="3" y="6"/>
                    <a:pt x="9" y="3"/>
                  </a:cubicBezTo>
                  <a:cubicBezTo>
                    <a:pt x="14" y="0"/>
                    <a:pt x="20" y="0"/>
                    <a:pt x="25" y="3"/>
                  </a:cubicBezTo>
                  <a:cubicBezTo>
                    <a:pt x="225" y="118"/>
                    <a:pt x="225" y="118"/>
                    <a:pt x="225" y="118"/>
                  </a:cubicBezTo>
                  <a:cubicBezTo>
                    <a:pt x="230" y="121"/>
                    <a:pt x="233" y="126"/>
                    <a:pt x="233" y="132"/>
                  </a:cubicBezTo>
                  <a:cubicBezTo>
                    <a:pt x="233" y="138"/>
                    <a:pt x="230" y="144"/>
                    <a:pt x="225" y="147"/>
                  </a:cubicBezTo>
                  <a:cubicBezTo>
                    <a:pt x="25" y="262"/>
                    <a:pt x="25" y="262"/>
                    <a:pt x="25" y="262"/>
                  </a:cubicBezTo>
                  <a:cubicBezTo>
                    <a:pt x="23" y="263"/>
                    <a:pt x="20" y="264"/>
                    <a:pt x="17" y="264"/>
                  </a:cubicBezTo>
                  <a:close/>
                </a:path>
              </a:pathLst>
            </a:custGeom>
            <a:solidFill>
              <a:srgbClr val="FFFFFF">
                <a:alpha val="100000"/>
              </a:srgbClr>
            </a:solidFill>
            <a:ln w="9525">
              <a:noFill/>
            </a:ln>
          </p:spPr>
          <p:txBody>
            <a:bodyPr/>
            <a:p>
              <a:endParaRPr lang="zh-CN" altLang="en-US"/>
            </a:p>
          </p:txBody>
        </p:sp>
        <p:sp>
          <p:nvSpPr>
            <p:cNvPr id="108" name="ïsļïḓé"/>
            <p:cNvSpPr/>
            <p:nvPr/>
          </p:nvSpPr>
          <p:spPr bwMode="auto">
            <a:xfrm>
              <a:off x="1845639" y="1759641"/>
              <a:ext cx="71350" cy="81170"/>
            </a:xfrm>
            <a:custGeom>
              <a:avLst/>
              <a:gdLst/>
              <a:ahLst/>
              <a:cxnLst>
                <a:cxn ang="0">
                  <a:pos x="0" y="0"/>
                </a:cxn>
                <a:cxn ang="0">
                  <a:pos x="44" y="26"/>
                </a:cxn>
                <a:cxn ang="0">
                  <a:pos x="0" y="52"/>
                </a:cxn>
                <a:cxn ang="0">
                  <a:pos x="0" y="0"/>
                </a:cxn>
              </a:cxnLst>
              <a:rect l="0" t="0" r="r" b="b"/>
              <a:pathLst>
                <a:path w="44" h="52">
                  <a:moveTo>
                    <a:pt x="0" y="0"/>
                  </a:moveTo>
                  <a:lnTo>
                    <a:pt x="44" y="26"/>
                  </a:lnTo>
                  <a:lnTo>
                    <a:pt x="0" y="52"/>
                  </a:lnTo>
                  <a:lnTo>
                    <a:pt x="0" y="0"/>
                  </a:lnTo>
                  <a:close/>
                </a:path>
              </a:pathLst>
            </a:custGeom>
            <a:solidFill>
              <a:schemeClr val="accent4"/>
            </a:solidFill>
            <a:ln w="9525">
              <a:noFill/>
              <a:round/>
            </a:ln>
          </p:spPr>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chemeClr val="tx1"/>
                </a:solidFill>
                <a:effectLst/>
                <a:uLnTx/>
                <a:uFillTx/>
                <a:latin typeface="等线" pitchFamily="2" charset="-122"/>
                <a:ea typeface="等线" pitchFamily="2" charset="-122"/>
                <a:cs typeface="+mn-cs"/>
              </a:endParaRPr>
            </a:p>
          </p:txBody>
        </p:sp>
      </p:grpSp>
      <p:sp>
        <p:nvSpPr>
          <p:cNvPr id="109" name="文本框 108"/>
          <p:cNvSpPr txBox="1"/>
          <p:nvPr/>
        </p:nvSpPr>
        <p:spPr>
          <a:xfrm>
            <a:off x="1052513" y="1427163"/>
            <a:ext cx="800100" cy="460375"/>
          </a:xfrm>
          <a:prstGeom prst="rect">
            <a:avLst/>
          </a:prstGeom>
          <a:noFill/>
        </p:spPr>
        <p:txBody>
          <a:bodyPr wrap="none">
            <a:spAutoFit/>
          </a:bodyPr>
          <a:lstStyle/>
          <a:p>
            <a:pPr marR="0" defTabSz="914400" eaLnBrk="1" hangingPunct="1">
              <a:buClrTx/>
              <a:buSzTx/>
              <a:buFontTx/>
              <a:defRPr/>
            </a:pPr>
            <a:r>
              <a:rPr kumimoji="0" lang="zh-CN" altLang="en-US" sz="2400" b="1" kern="1200" cap="none" spc="0" normalizeH="0" baseline="0" noProof="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售后</a:t>
            </a:r>
            <a:endParaRPr kumimoji="0" lang="zh-CN" altLang="en-US" sz="2400" b="1" kern="1200" cap="none" spc="0" normalizeH="0" baseline="0" noProof="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63" name="文本框 62"/>
          <p:cNvSpPr txBox="1"/>
          <p:nvPr/>
        </p:nvSpPr>
        <p:spPr>
          <a:xfrm>
            <a:off x="6410325" y="2794000"/>
            <a:ext cx="2338388" cy="460375"/>
          </a:xfrm>
          <a:prstGeom prst="rect">
            <a:avLst/>
          </a:prstGeom>
          <a:noFill/>
        </p:spPr>
        <p:txBody>
          <a:bodyPr wrap="none">
            <a:spAutoFit/>
          </a:bodyPr>
          <a:lstStyle/>
          <a:p>
            <a:pPr marR="0" defTabSz="914400" eaLnBrk="1" hangingPunct="1">
              <a:buClrTx/>
              <a:buSzTx/>
              <a:buFontTx/>
              <a:defRPr/>
            </a:pPr>
            <a:r>
              <a:rPr kumimoji="0" lang="zh-CN" altLang="en-US" sz="2400" b="1" kern="1200" cap="none" spc="0" normalizeH="0" baseline="0" noProof="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亚马逊客服处理</a:t>
            </a:r>
            <a:endParaRPr kumimoji="0" lang="zh-CN" altLang="en-US" sz="2400" b="1" kern="1200" cap="none" spc="0" normalizeH="0" baseline="0" noProof="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76" name="文本框 75"/>
          <p:cNvSpPr txBox="1"/>
          <p:nvPr/>
        </p:nvSpPr>
        <p:spPr>
          <a:xfrm>
            <a:off x="6410325" y="3605213"/>
            <a:ext cx="3570288" cy="461963"/>
          </a:xfrm>
          <a:prstGeom prst="rect">
            <a:avLst/>
          </a:prstGeom>
          <a:noFill/>
        </p:spPr>
        <p:txBody>
          <a:bodyPr wrap="none">
            <a:spAutoFit/>
          </a:bodyPr>
          <a:lstStyle/>
          <a:p>
            <a:pPr marR="0" defTabSz="914400" eaLnBrk="1" hangingPunct="1">
              <a:buClrTx/>
              <a:buSzTx/>
              <a:buFontTx/>
              <a:defRPr/>
            </a:pPr>
            <a:r>
              <a:rPr kumimoji="0" lang="zh-CN" altLang="en-US" sz="2400" kern="1200" cap="none" spc="0" normalizeH="0" baseline="0" noProof="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留言，退货，退款，差评</a:t>
            </a:r>
            <a:endParaRPr kumimoji="0" lang="zh-CN" altLang="en-US" sz="2400" kern="1200" cap="none" spc="0" normalizeH="0" baseline="0" noProof="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77" name="文本框 76"/>
          <p:cNvSpPr txBox="1"/>
          <p:nvPr/>
        </p:nvSpPr>
        <p:spPr>
          <a:xfrm>
            <a:off x="6410325" y="4333875"/>
            <a:ext cx="2030413" cy="461963"/>
          </a:xfrm>
          <a:prstGeom prst="rect">
            <a:avLst/>
          </a:prstGeom>
          <a:noFill/>
        </p:spPr>
        <p:txBody>
          <a:bodyPr wrap="none">
            <a:spAutoFit/>
          </a:bodyPr>
          <a:lstStyle/>
          <a:p>
            <a:pPr marR="0" defTabSz="914400" eaLnBrk="1" hangingPunct="1">
              <a:buClrTx/>
              <a:buSzTx/>
              <a:buFontTx/>
              <a:defRPr/>
            </a:pPr>
            <a:r>
              <a:rPr kumimoji="0" lang="zh-CN" altLang="en-US" sz="2400" kern="1200" cap="none" spc="0" normalizeH="0" baseline="0" noProof="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影响账号表现</a:t>
            </a:r>
            <a:endParaRPr kumimoji="0" lang="zh-CN" altLang="en-US" sz="2400" kern="1200" cap="none" spc="0" normalizeH="0" baseline="0" noProof="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nvGrpSpPr>
          <p:cNvPr id="48136" name="0d4305f8-0c79-4cac-92e5-5a6acf1eda0f" descr="本素材由iSlide™ 提供&#13;&#10;iSlide™尊重知识产权并注重保护用户享有的各项权利。郑重提醒您：&#13;&#10;iSlide™插件中提供的任何信息内容的所有权、知识产权归其原始权利人或权利受让人所有，您免费/购买获得的是信息内容的使用权，并受下述条款的约束；&#13;&#10;1. 您仅可以个人非商业用途使用该等信息内容，不可将信息内容的全部或部分用于出售，或以出租、出借、转让、分销、发布等其他任何方式供他人使用；&#13;&#10;2. 禁止在接入互联网或移动互联网的任何网站、平台、应用或程序上以任何方式为他人提供iSlide™插件资源内容的下载。&#13;&#10;The resource is supplied by iSlide™.&#13;&#10;iSlide™ respects all intellectual property rights and protects all the rights its users acquired.Solemnly remind you:&#13;&#10;The ownership and intellectual property of the resources supplied in iSlide Add-in belongs to its owner or the assignee of this ownership.you only acquired the usage of the resources supplied in iSlide Add-in, as well as respected the following restrain terms:&#13;&#10;1.You are only allowed to use such resource for personal and non-commercial aim, not allowed to use such resource or part of it for the sale; or rent, lend, transfer to others; or distribution or release it in any way.&#13;&#10;2.You are not permitted to provide the resource of iSlide Add-in in any website, platform, application access to the Internet or mobile Internet."/>
          <p:cNvGrpSpPr>
            <a:grpSpLocks noChangeAspect="1"/>
          </p:cNvGrpSpPr>
          <p:nvPr/>
        </p:nvGrpSpPr>
        <p:grpSpPr>
          <a:xfrm>
            <a:off x="1541463" y="1511300"/>
            <a:ext cx="4284662" cy="4492625"/>
            <a:chOff x="3641532" y="1140737"/>
            <a:chExt cx="4908937" cy="5147092"/>
          </a:xfrm>
        </p:grpSpPr>
        <p:sp>
          <p:nvSpPr>
            <p:cNvPr id="48145" name="íşlîḑê"/>
            <p:cNvSpPr/>
            <p:nvPr/>
          </p:nvSpPr>
          <p:spPr>
            <a:xfrm>
              <a:off x="5024332" y="5212317"/>
              <a:ext cx="2458311" cy="1075512"/>
            </a:xfrm>
            <a:custGeom>
              <a:avLst/>
              <a:gdLst>
                <a:gd name="txL" fmla="*/ 0 w 280"/>
                <a:gd name="txT" fmla="*/ 0 h 123"/>
                <a:gd name="txR" fmla="*/ 280 w 280"/>
                <a:gd name="txB" fmla="*/ 123 h 123"/>
              </a:gdLst>
              <a:ahLst/>
              <a:cxnLst>
                <a:cxn ang="0">
                  <a:pos x="2147483647" y="2147483647"/>
                </a:cxn>
                <a:cxn ang="0">
                  <a:pos x="2147483647" y="2147483647"/>
                </a:cxn>
                <a:cxn ang="0">
                  <a:pos x="2147483647" y="2147483647"/>
                </a:cxn>
                <a:cxn ang="0">
                  <a:pos x="2147483647" y="2147483647"/>
                </a:cxn>
                <a:cxn ang="0">
                  <a:pos x="2147483647" y="2147483647"/>
                </a:cxn>
              </a:cxnLst>
              <a:rect l="txL" t="txT" r="txR" b="txB"/>
              <a:pathLst>
                <a:path w="280" h="123">
                  <a:moveTo>
                    <a:pt x="276" y="45"/>
                  </a:moveTo>
                  <a:cubicBezTo>
                    <a:pt x="280" y="73"/>
                    <a:pt x="222" y="104"/>
                    <a:pt x="146" y="113"/>
                  </a:cubicBezTo>
                  <a:cubicBezTo>
                    <a:pt x="71" y="123"/>
                    <a:pt x="7" y="107"/>
                    <a:pt x="3" y="79"/>
                  </a:cubicBezTo>
                  <a:cubicBezTo>
                    <a:pt x="0" y="50"/>
                    <a:pt x="58" y="19"/>
                    <a:pt x="133" y="10"/>
                  </a:cubicBezTo>
                  <a:cubicBezTo>
                    <a:pt x="209" y="0"/>
                    <a:pt x="273" y="16"/>
                    <a:pt x="276" y="45"/>
                  </a:cubicBezTo>
                  <a:close/>
                </a:path>
              </a:pathLst>
            </a:custGeom>
            <a:solidFill>
              <a:srgbClr val="5F9CA4">
                <a:alpha val="100000"/>
              </a:srgbClr>
            </a:solidFill>
            <a:ln w="9525">
              <a:noFill/>
            </a:ln>
          </p:spPr>
          <p:txBody>
            <a:bodyPr/>
            <a:p>
              <a:endParaRPr lang="zh-CN" altLang="en-US"/>
            </a:p>
          </p:txBody>
        </p:sp>
        <p:sp>
          <p:nvSpPr>
            <p:cNvPr id="48146" name="iṣḷïḑê"/>
            <p:cNvSpPr/>
            <p:nvPr/>
          </p:nvSpPr>
          <p:spPr>
            <a:xfrm>
              <a:off x="3641532" y="3514543"/>
              <a:ext cx="645307" cy="1574859"/>
            </a:xfrm>
            <a:custGeom>
              <a:avLst/>
              <a:gdLst>
                <a:gd name="txL" fmla="*/ 0 w 74"/>
                <a:gd name="txT" fmla="*/ 0 h 180"/>
                <a:gd name="txR" fmla="*/ 74 w 74"/>
                <a:gd name="txB" fmla="*/ 180 h 180"/>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rect l="txL" t="txT" r="txR" b="txB"/>
              <a:pathLst>
                <a:path w="74" h="180">
                  <a:moveTo>
                    <a:pt x="69" y="180"/>
                  </a:moveTo>
                  <a:cubicBezTo>
                    <a:pt x="69" y="180"/>
                    <a:pt x="68" y="180"/>
                    <a:pt x="67" y="180"/>
                  </a:cubicBezTo>
                  <a:cubicBezTo>
                    <a:pt x="11" y="138"/>
                    <a:pt x="0" y="58"/>
                    <a:pt x="42" y="2"/>
                  </a:cubicBezTo>
                  <a:cubicBezTo>
                    <a:pt x="43" y="0"/>
                    <a:pt x="46" y="0"/>
                    <a:pt x="48" y="1"/>
                  </a:cubicBezTo>
                  <a:cubicBezTo>
                    <a:pt x="49" y="3"/>
                    <a:pt x="50" y="5"/>
                    <a:pt x="48" y="7"/>
                  </a:cubicBezTo>
                  <a:cubicBezTo>
                    <a:pt x="9" y="59"/>
                    <a:pt x="20" y="134"/>
                    <a:pt x="72" y="173"/>
                  </a:cubicBezTo>
                  <a:cubicBezTo>
                    <a:pt x="74" y="175"/>
                    <a:pt x="74" y="177"/>
                    <a:pt x="73" y="179"/>
                  </a:cubicBezTo>
                  <a:cubicBezTo>
                    <a:pt x="72" y="180"/>
                    <a:pt x="71" y="180"/>
                    <a:pt x="69" y="180"/>
                  </a:cubicBezTo>
                  <a:close/>
                </a:path>
              </a:pathLst>
            </a:custGeom>
            <a:solidFill>
              <a:srgbClr val="96D5DA">
                <a:alpha val="100000"/>
              </a:srgbClr>
            </a:solidFill>
            <a:ln w="9525">
              <a:noFill/>
            </a:ln>
          </p:spPr>
          <p:txBody>
            <a:bodyPr/>
            <a:p>
              <a:endParaRPr lang="zh-CN" altLang="en-US"/>
            </a:p>
          </p:txBody>
        </p:sp>
        <p:sp>
          <p:nvSpPr>
            <p:cNvPr id="48147" name="ïṣlíḑê"/>
            <p:cNvSpPr/>
            <p:nvPr/>
          </p:nvSpPr>
          <p:spPr>
            <a:xfrm>
              <a:off x="4010279" y="3660507"/>
              <a:ext cx="430204" cy="1236841"/>
            </a:xfrm>
            <a:custGeom>
              <a:avLst/>
              <a:gdLst>
                <a:gd name="txL" fmla="*/ 0 w 49"/>
                <a:gd name="txT" fmla="*/ 0 h 141"/>
                <a:gd name="txR" fmla="*/ 49 w 49"/>
                <a:gd name="txB" fmla="*/ 141 h 141"/>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rect l="txL" t="txT" r="txR" b="txB"/>
              <a:pathLst>
                <a:path w="49" h="141">
                  <a:moveTo>
                    <a:pt x="45" y="141"/>
                  </a:moveTo>
                  <a:cubicBezTo>
                    <a:pt x="44" y="141"/>
                    <a:pt x="43" y="140"/>
                    <a:pt x="42" y="140"/>
                  </a:cubicBezTo>
                  <a:cubicBezTo>
                    <a:pt x="21" y="124"/>
                    <a:pt x="8" y="101"/>
                    <a:pt x="4" y="75"/>
                  </a:cubicBezTo>
                  <a:cubicBezTo>
                    <a:pt x="0" y="49"/>
                    <a:pt x="7" y="23"/>
                    <a:pt x="23" y="2"/>
                  </a:cubicBezTo>
                  <a:cubicBezTo>
                    <a:pt x="24" y="1"/>
                    <a:pt x="27" y="0"/>
                    <a:pt x="28" y="2"/>
                  </a:cubicBezTo>
                  <a:cubicBezTo>
                    <a:pt x="30" y="3"/>
                    <a:pt x="31" y="5"/>
                    <a:pt x="29" y="7"/>
                  </a:cubicBezTo>
                  <a:cubicBezTo>
                    <a:pt x="15" y="26"/>
                    <a:pt x="9" y="50"/>
                    <a:pt x="12" y="74"/>
                  </a:cubicBezTo>
                  <a:cubicBezTo>
                    <a:pt x="15" y="98"/>
                    <a:pt x="28" y="119"/>
                    <a:pt x="47" y="133"/>
                  </a:cubicBezTo>
                  <a:cubicBezTo>
                    <a:pt x="49" y="135"/>
                    <a:pt x="49" y="137"/>
                    <a:pt x="48" y="139"/>
                  </a:cubicBezTo>
                  <a:cubicBezTo>
                    <a:pt x="47" y="140"/>
                    <a:pt x="46" y="141"/>
                    <a:pt x="45" y="141"/>
                  </a:cubicBezTo>
                  <a:close/>
                </a:path>
              </a:pathLst>
            </a:custGeom>
            <a:solidFill>
              <a:srgbClr val="96D5DA">
                <a:alpha val="100000"/>
              </a:srgbClr>
            </a:solidFill>
            <a:ln w="9525">
              <a:noFill/>
            </a:ln>
          </p:spPr>
          <p:txBody>
            <a:bodyPr/>
            <a:p>
              <a:endParaRPr lang="zh-CN" altLang="en-US"/>
            </a:p>
          </p:txBody>
        </p:sp>
        <p:sp>
          <p:nvSpPr>
            <p:cNvPr id="48148" name="ïSļïďe"/>
            <p:cNvSpPr/>
            <p:nvPr/>
          </p:nvSpPr>
          <p:spPr>
            <a:xfrm>
              <a:off x="4286839" y="3829516"/>
              <a:ext cx="322653" cy="845045"/>
            </a:xfrm>
            <a:custGeom>
              <a:avLst/>
              <a:gdLst>
                <a:gd name="txL" fmla="*/ 0 w 36"/>
                <a:gd name="txT" fmla="*/ 0 h 97"/>
                <a:gd name="txR" fmla="*/ 36 w 36"/>
                <a:gd name="txB" fmla="*/ 97 h 97"/>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rect l="txL" t="txT" r="txR" b="txB"/>
              <a:pathLst>
                <a:path w="36" h="97">
                  <a:moveTo>
                    <a:pt x="31" y="97"/>
                  </a:moveTo>
                  <a:cubicBezTo>
                    <a:pt x="30" y="97"/>
                    <a:pt x="29" y="97"/>
                    <a:pt x="29" y="96"/>
                  </a:cubicBezTo>
                  <a:cubicBezTo>
                    <a:pt x="14" y="85"/>
                    <a:pt x="5" y="70"/>
                    <a:pt x="3" y="52"/>
                  </a:cubicBezTo>
                  <a:cubicBezTo>
                    <a:pt x="0" y="34"/>
                    <a:pt x="5" y="16"/>
                    <a:pt x="15" y="2"/>
                  </a:cubicBezTo>
                  <a:cubicBezTo>
                    <a:pt x="17" y="0"/>
                    <a:pt x="19" y="0"/>
                    <a:pt x="21" y="1"/>
                  </a:cubicBezTo>
                  <a:cubicBezTo>
                    <a:pt x="23" y="2"/>
                    <a:pt x="23" y="5"/>
                    <a:pt x="22" y="7"/>
                  </a:cubicBezTo>
                  <a:cubicBezTo>
                    <a:pt x="12" y="19"/>
                    <a:pt x="8" y="35"/>
                    <a:pt x="11" y="51"/>
                  </a:cubicBezTo>
                  <a:cubicBezTo>
                    <a:pt x="13" y="66"/>
                    <a:pt x="21" y="80"/>
                    <a:pt x="34" y="90"/>
                  </a:cubicBezTo>
                  <a:cubicBezTo>
                    <a:pt x="35" y="91"/>
                    <a:pt x="36" y="94"/>
                    <a:pt x="34" y="95"/>
                  </a:cubicBezTo>
                  <a:cubicBezTo>
                    <a:pt x="33" y="96"/>
                    <a:pt x="32" y="97"/>
                    <a:pt x="31" y="97"/>
                  </a:cubicBezTo>
                  <a:close/>
                </a:path>
              </a:pathLst>
            </a:custGeom>
            <a:solidFill>
              <a:srgbClr val="96D5DA">
                <a:alpha val="100000"/>
              </a:srgbClr>
            </a:solidFill>
            <a:ln w="9525">
              <a:noFill/>
            </a:ln>
          </p:spPr>
          <p:txBody>
            <a:bodyPr/>
            <a:p>
              <a:endParaRPr lang="zh-CN" altLang="en-US"/>
            </a:p>
          </p:txBody>
        </p:sp>
        <p:sp>
          <p:nvSpPr>
            <p:cNvPr id="48149" name="îsļïďe"/>
            <p:cNvSpPr/>
            <p:nvPr/>
          </p:nvSpPr>
          <p:spPr>
            <a:xfrm>
              <a:off x="7951256" y="2861556"/>
              <a:ext cx="599213" cy="1590223"/>
            </a:xfrm>
            <a:custGeom>
              <a:avLst/>
              <a:gdLst>
                <a:gd name="txL" fmla="*/ 0 w 69"/>
                <a:gd name="txT" fmla="*/ 0 h 181"/>
                <a:gd name="txR" fmla="*/ 69 w 69"/>
                <a:gd name="txB" fmla="*/ 181 h 181"/>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rect l="txL" t="txT" r="txR" b="txB"/>
              <a:pathLst>
                <a:path w="69" h="181">
                  <a:moveTo>
                    <a:pt x="22" y="181"/>
                  </a:moveTo>
                  <a:cubicBezTo>
                    <a:pt x="21" y="181"/>
                    <a:pt x="20" y="181"/>
                    <a:pt x="19" y="181"/>
                  </a:cubicBezTo>
                  <a:cubicBezTo>
                    <a:pt x="18" y="179"/>
                    <a:pt x="17" y="177"/>
                    <a:pt x="19" y="175"/>
                  </a:cubicBezTo>
                  <a:cubicBezTo>
                    <a:pt x="60" y="124"/>
                    <a:pt x="53" y="49"/>
                    <a:pt x="2" y="8"/>
                  </a:cubicBezTo>
                  <a:cubicBezTo>
                    <a:pt x="0" y="7"/>
                    <a:pt x="0" y="4"/>
                    <a:pt x="2" y="2"/>
                  </a:cubicBezTo>
                  <a:cubicBezTo>
                    <a:pt x="3" y="1"/>
                    <a:pt x="5" y="0"/>
                    <a:pt x="7" y="2"/>
                  </a:cubicBezTo>
                  <a:cubicBezTo>
                    <a:pt x="61" y="46"/>
                    <a:pt x="69" y="126"/>
                    <a:pt x="25" y="180"/>
                  </a:cubicBezTo>
                  <a:cubicBezTo>
                    <a:pt x="24" y="181"/>
                    <a:pt x="23" y="181"/>
                    <a:pt x="22" y="181"/>
                  </a:cubicBezTo>
                  <a:close/>
                </a:path>
              </a:pathLst>
            </a:custGeom>
            <a:solidFill>
              <a:srgbClr val="96D5DA">
                <a:alpha val="100000"/>
              </a:srgbClr>
            </a:solidFill>
            <a:ln w="9525">
              <a:noFill/>
            </a:ln>
          </p:spPr>
          <p:txBody>
            <a:bodyPr/>
            <a:p>
              <a:endParaRPr lang="zh-CN" altLang="en-US"/>
            </a:p>
          </p:txBody>
        </p:sp>
        <p:sp>
          <p:nvSpPr>
            <p:cNvPr id="48150" name="îśļïḋé"/>
            <p:cNvSpPr/>
            <p:nvPr/>
          </p:nvSpPr>
          <p:spPr>
            <a:xfrm>
              <a:off x="7789932" y="3053609"/>
              <a:ext cx="399476" cy="1236841"/>
            </a:xfrm>
            <a:custGeom>
              <a:avLst/>
              <a:gdLst>
                <a:gd name="txL" fmla="*/ 0 w 45"/>
                <a:gd name="txT" fmla="*/ 0 h 141"/>
                <a:gd name="txR" fmla="*/ 45 w 45"/>
                <a:gd name="txB" fmla="*/ 141 h 141"/>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rect l="txL" t="txT" r="txR" b="txB"/>
              <a:pathLst>
                <a:path w="45" h="141">
                  <a:moveTo>
                    <a:pt x="18" y="141"/>
                  </a:moveTo>
                  <a:cubicBezTo>
                    <a:pt x="17" y="141"/>
                    <a:pt x="16" y="141"/>
                    <a:pt x="15" y="141"/>
                  </a:cubicBezTo>
                  <a:cubicBezTo>
                    <a:pt x="14" y="139"/>
                    <a:pt x="13" y="137"/>
                    <a:pt x="15" y="135"/>
                  </a:cubicBezTo>
                  <a:cubicBezTo>
                    <a:pt x="30" y="116"/>
                    <a:pt x="37" y="93"/>
                    <a:pt x="35" y="69"/>
                  </a:cubicBezTo>
                  <a:cubicBezTo>
                    <a:pt x="32" y="45"/>
                    <a:pt x="21" y="23"/>
                    <a:pt x="2" y="8"/>
                  </a:cubicBezTo>
                  <a:cubicBezTo>
                    <a:pt x="0" y="7"/>
                    <a:pt x="0" y="4"/>
                    <a:pt x="1" y="2"/>
                  </a:cubicBezTo>
                  <a:cubicBezTo>
                    <a:pt x="3" y="1"/>
                    <a:pt x="5" y="0"/>
                    <a:pt x="7" y="2"/>
                  </a:cubicBezTo>
                  <a:cubicBezTo>
                    <a:pt x="27" y="18"/>
                    <a:pt x="40" y="42"/>
                    <a:pt x="43" y="68"/>
                  </a:cubicBezTo>
                  <a:cubicBezTo>
                    <a:pt x="45" y="94"/>
                    <a:pt x="37" y="120"/>
                    <a:pt x="21" y="140"/>
                  </a:cubicBezTo>
                  <a:cubicBezTo>
                    <a:pt x="20" y="141"/>
                    <a:pt x="19" y="141"/>
                    <a:pt x="18" y="141"/>
                  </a:cubicBezTo>
                  <a:close/>
                </a:path>
              </a:pathLst>
            </a:custGeom>
            <a:solidFill>
              <a:srgbClr val="96D5DA">
                <a:alpha val="100000"/>
              </a:srgbClr>
            </a:solidFill>
            <a:ln w="9525">
              <a:noFill/>
            </a:ln>
          </p:spPr>
          <p:txBody>
            <a:bodyPr/>
            <a:p>
              <a:endParaRPr lang="zh-CN" altLang="en-US"/>
            </a:p>
          </p:txBody>
        </p:sp>
        <p:sp>
          <p:nvSpPr>
            <p:cNvPr id="48151" name="îṥḻíḑê"/>
            <p:cNvSpPr/>
            <p:nvPr/>
          </p:nvSpPr>
          <p:spPr>
            <a:xfrm>
              <a:off x="7620923" y="3268711"/>
              <a:ext cx="291924" cy="860409"/>
            </a:xfrm>
            <a:custGeom>
              <a:avLst/>
              <a:gdLst>
                <a:gd name="txL" fmla="*/ 0 w 33"/>
                <a:gd name="txT" fmla="*/ 0 h 98"/>
                <a:gd name="txR" fmla="*/ 33 w 33"/>
                <a:gd name="txB" fmla="*/ 98 h 98"/>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rect l="txL" t="txT" r="txR" b="txB"/>
              <a:pathLst>
                <a:path w="33" h="98">
                  <a:moveTo>
                    <a:pt x="13" y="98"/>
                  </a:moveTo>
                  <a:cubicBezTo>
                    <a:pt x="12" y="98"/>
                    <a:pt x="11" y="98"/>
                    <a:pt x="10" y="97"/>
                  </a:cubicBezTo>
                  <a:cubicBezTo>
                    <a:pt x="9" y="96"/>
                    <a:pt x="8" y="93"/>
                    <a:pt x="10" y="91"/>
                  </a:cubicBezTo>
                  <a:cubicBezTo>
                    <a:pt x="20" y="79"/>
                    <a:pt x="24" y="64"/>
                    <a:pt x="23" y="48"/>
                  </a:cubicBezTo>
                  <a:cubicBezTo>
                    <a:pt x="21" y="32"/>
                    <a:pt x="14" y="18"/>
                    <a:pt x="1" y="8"/>
                  </a:cubicBezTo>
                  <a:cubicBezTo>
                    <a:pt x="0" y="6"/>
                    <a:pt x="0" y="4"/>
                    <a:pt x="1" y="2"/>
                  </a:cubicBezTo>
                  <a:cubicBezTo>
                    <a:pt x="2" y="1"/>
                    <a:pt x="5" y="0"/>
                    <a:pt x="7" y="2"/>
                  </a:cubicBezTo>
                  <a:cubicBezTo>
                    <a:pt x="20" y="13"/>
                    <a:pt x="29" y="29"/>
                    <a:pt x="31" y="47"/>
                  </a:cubicBezTo>
                  <a:cubicBezTo>
                    <a:pt x="33" y="65"/>
                    <a:pt x="27" y="83"/>
                    <a:pt x="16" y="96"/>
                  </a:cubicBezTo>
                  <a:cubicBezTo>
                    <a:pt x="15" y="97"/>
                    <a:pt x="14" y="98"/>
                    <a:pt x="13" y="98"/>
                  </a:cubicBezTo>
                  <a:close/>
                </a:path>
              </a:pathLst>
            </a:custGeom>
            <a:solidFill>
              <a:srgbClr val="96D5DA">
                <a:alpha val="100000"/>
              </a:srgbClr>
            </a:solidFill>
            <a:ln w="9525">
              <a:noFill/>
            </a:ln>
          </p:spPr>
          <p:txBody>
            <a:bodyPr/>
            <a:p>
              <a:endParaRPr lang="zh-CN" altLang="en-US"/>
            </a:p>
          </p:txBody>
        </p:sp>
        <p:sp>
          <p:nvSpPr>
            <p:cNvPr id="48152" name="ísḻiḑê"/>
            <p:cNvSpPr/>
            <p:nvPr/>
          </p:nvSpPr>
          <p:spPr>
            <a:xfrm>
              <a:off x="4947510" y="3952432"/>
              <a:ext cx="2350760" cy="1766912"/>
            </a:xfrm>
            <a:custGeom>
              <a:avLst/>
              <a:gdLst>
                <a:gd name="txL" fmla="*/ 0 w 268"/>
                <a:gd name="txT" fmla="*/ 0 h 202"/>
                <a:gd name="txR" fmla="*/ 268 w 268"/>
                <a:gd name="txB" fmla="*/ 202 h 202"/>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rect l="txL" t="txT" r="txR" b="txB"/>
              <a:pathLst>
                <a:path w="268" h="202">
                  <a:moveTo>
                    <a:pt x="209" y="31"/>
                  </a:moveTo>
                  <a:cubicBezTo>
                    <a:pt x="210" y="19"/>
                    <a:pt x="210" y="19"/>
                    <a:pt x="210" y="19"/>
                  </a:cubicBezTo>
                  <a:cubicBezTo>
                    <a:pt x="211" y="16"/>
                    <a:pt x="208" y="13"/>
                    <a:pt x="206" y="13"/>
                  </a:cubicBezTo>
                  <a:cubicBezTo>
                    <a:pt x="184" y="10"/>
                    <a:pt x="184" y="10"/>
                    <a:pt x="184" y="10"/>
                  </a:cubicBezTo>
                  <a:cubicBezTo>
                    <a:pt x="181" y="10"/>
                    <a:pt x="178" y="12"/>
                    <a:pt x="178" y="15"/>
                  </a:cubicBezTo>
                  <a:cubicBezTo>
                    <a:pt x="177" y="26"/>
                    <a:pt x="177" y="26"/>
                    <a:pt x="177" y="26"/>
                  </a:cubicBezTo>
                  <a:cubicBezTo>
                    <a:pt x="120" y="20"/>
                    <a:pt x="120" y="20"/>
                    <a:pt x="120" y="20"/>
                  </a:cubicBezTo>
                  <a:cubicBezTo>
                    <a:pt x="121" y="9"/>
                    <a:pt x="121" y="9"/>
                    <a:pt x="121" y="9"/>
                  </a:cubicBezTo>
                  <a:cubicBezTo>
                    <a:pt x="122" y="6"/>
                    <a:pt x="120" y="3"/>
                    <a:pt x="117" y="3"/>
                  </a:cubicBezTo>
                  <a:cubicBezTo>
                    <a:pt x="95" y="0"/>
                    <a:pt x="95" y="0"/>
                    <a:pt x="95" y="0"/>
                  </a:cubicBezTo>
                  <a:cubicBezTo>
                    <a:pt x="92" y="0"/>
                    <a:pt x="89" y="2"/>
                    <a:pt x="89" y="5"/>
                  </a:cubicBezTo>
                  <a:cubicBezTo>
                    <a:pt x="88" y="17"/>
                    <a:pt x="88" y="17"/>
                    <a:pt x="88" y="17"/>
                  </a:cubicBezTo>
                  <a:cubicBezTo>
                    <a:pt x="75" y="25"/>
                    <a:pt x="8" y="103"/>
                    <a:pt x="7" y="109"/>
                  </a:cubicBezTo>
                  <a:cubicBezTo>
                    <a:pt x="1" y="162"/>
                    <a:pt x="1" y="162"/>
                    <a:pt x="1" y="162"/>
                  </a:cubicBezTo>
                  <a:cubicBezTo>
                    <a:pt x="0" y="169"/>
                    <a:pt x="5" y="175"/>
                    <a:pt x="12" y="175"/>
                  </a:cubicBezTo>
                  <a:cubicBezTo>
                    <a:pt x="202" y="196"/>
                    <a:pt x="202" y="196"/>
                    <a:pt x="202" y="196"/>
                  </a:cubicBezTo>
                  <a:cubicBezTo>
                    <a:pt x="202" y="196"/>
                    <a:pt x="202" y="196"/>
                    <a:pt x="202" y="196"/>
                  </a:cubicBezTo>
                  <a:cubicBezTo>
                    <a:pt x="248" y="202"/>
                    <a:pt x="248" y="202"/>
                    <a:pt x="248" y="202"/>
                  </a:cubicBezTo>
                  <a:cubicBezTo>
                    <a:pt x="255" y="202"/>
                    <a:pt x="261" y="198"/>
                    <a:pt x="262" y="191"/>
                  </a:cubicBezTo>
                  <a:cubicBezTo>
                    <a:pt x="267" y="139"/>
                    <a:pt x="267" y="139"/>
                    <a:pt x="267" y="139"/>
                  </a:cubicBezTo>
                  <a:cubicBezTo>
                    <a:pt x="268" y="132"/>
                    <a:pt x="220" y="41"/>
                    <a:pt x="209" y="31"/>
                  </a:cubicBezTo>
                  <a:close/>
                </a:path>
              </a:pathLst>
            </a:custGeom>
            <a:solidFill>
              <a:srgbClr val="474F59">
                <a:alpha val="100000"/>
              </a:srgbClr>
            </a:solidFill>
            <a:ln w="9525">
              <a:noFill/>
            </a:ln>
          </p:spPr>
          <p:txBody>
            <a:bodyPr/>
            <a:p>
              <a:endParaRPr lang="zh-CN" altLang="en-US"/>
            </a:p>
          </p:txBody>
        </p:sp>
        <p:sp>
          <p:nvSpPr>
            <p:cNvPr id="48153" name="í$ḻïďè"/>
            <p:cNvSpPr/>
            <p:nvPr/>
          </p:nvSpPr>
          <p:spPr>
            <a:xfrm>
              <a:off x="4947510" y="4889664"/>
              <a:ext cx="2350760" cy="829681"/>
            </a:xfrm>
            <a:custGeom>
              <a:avLst/>
              <a:gdLst>
                <a:gd name="txL" fmla="*/ 0 w 268"/>
                <a:gd name="txT" fmla="*/ 0 h 95"/>
                <a:gd name="txR" fmla="*/ 268 w 268"/>
                <a:gd name="txB" fmla="*/ 95 h 95"/>
              </a:gdLst>
              <a:ahLst/>
              <a:cxnLst>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rect l="txL" t="txT" r="txR" b="txB"/>
              <a:pathLst>
                <a:path w="268" h="95">
                  <a:moveTo>
                    <a:pt x="255" y="34"/>
                  </a:moveTo>
                  <a:cubicBezTo>
                    <a:pt x="209" y="29"/>
                    <a:pt x="209" y="29"/>
                    <a:pt x="209" y="29"/>
                  </a:cubicBezTo>
                  <a:cubicBezTo>
                    <a:pt x="209" y="29"/>
                    <a:pt x="209" y="29"/>
                    <a:pt x="209" y="29"/>
                  </a:cubicBezTo>
                  <a:cubicBezTo>
                    <a:pt x="18" y="8"/>
                    <a:pt x="18" y="8"/>
                    <a:pt x="18" y="8"/>
                  </a:cubicBezTo>
                  <a:cubicBezTo>
                    <a:pt x="13" y="7"/>
                    <a:pt x="10" y="4"/>
                    <a:pt x="8" y="0"/>
                  </a:cubicBezTo>
                  <a:cubicBezTo>
                    <a:pt x="7" y="1"/>
                    <a:pt x="7" y="2"/>
                    <a:pt x="7" y="2"/>
                  </a:cubicBezTo>
                  <a:cubicBezTo>
                    <a:pt x="1" y="55"/>
                    <a:pt x="1" y="55"/>
                    <a:pt x="1" y="55"/>
                  </a:cubicBezTo>
                  <a:cubicBezTo>
                    <a:pt x="0" y="62"/>
                    <a:pt x="5" y="68"/>
                    <a:pt x="12" y="68"/>
                  </a:cubicBezTo>
                  <a:cubicBezTo>
                    <a:pt x="202" y="89"/>
                    <a:pt x="202" y="89"/>
                    <a:pt x="202" y="89"/>
                  </a:cubicBezTo>
                  <a:cubicBezTo>
                    <a:pt x="202" y="89"/>
                    <a:pt x="202" y="89"/>
                    <a:pt x="202" y="89"/>
                  </a:cubicBezTo>
                  <a:cubicBezTo>
                    <a:pt x="248" y="95"/>
                    <a:pt x="248" y="95"/>
                    <a:pt x="248" y="95"/>
                  </a:cubicBezTo>
                  <a:cubicBezTo>
                    <a:pt x="255" y="95"/>
                    <a:pt x="261" y="91"/>
                    <a:pt x="262" y="84"/>
                  </a:cubicBezTo>
                  <a:cubicBezTo>
                    <a:pt x="267" y="32"/>
                    <a:pt x="267" y="32"/>
                    <a:pt x="267" y="32"/>
                  </a:cubicBezTo>
                  <a:cubicBezTo>
                    <a:pt x="268" y="31"/>
                    <a:pt x="267" y="30"/>
                    <a:pt x="267" y="29"/>
                  </a:cubicBezTo>
                  <a:cubicBezTo>
                    <a:pt x="264" y="33"/>
                    <a:pt x="260" y="35"/>
                    <a:pt x="255" y="34"/>
                  </a:cubicBezTo>
                  <a:close/>
                </a:path>
              </a:pathLst>
            </a:custGeom>
            <a:solidFill>
              <a:srgbClr val="30363D">
                <a:alpha val="100000"/>
              </a:srgbClr>
            </a:solidFill>
            <a:ln w="9525">
              <a:noFill/>
            </a:ln>
          </p:spPr>
          <p:txBody>
            <a:bodyPr/>
            <a:p>
              <a:endParaRPr lang="zh-CN" altLang="en-US"/>
            </a:p>
          </p:txBody>
        </p:sp>
        <p:sp>
          <p:nvSpPr>
            <p:cNvPr id="48154" name="iś1ïďé"/>
            <p:cNvSpPr/>
            <p:nvPr/>
          </p:nvSpPr>
          <p:spPr>
            <a:xfrm>
              <a:off x="5623545" y="4290450"/>
              <a:ext cx="1152333" cy="683721"/>
            </a:xfrm>
            <a:custGeom>
              <a:avLst/>
              <a:gdLst>
                <a:gd name="txL" fmla="*/ 0 w 131"/>
                <a:gd name="txT" fmla="*/ 0 h 78"/>
                <a:gd name="txR" fmla="*/ 131 w 131"/>
                <a:gd name="txB" fmla="*/ 78 h 78"/>
              </a:gdLst>
              <a:ahLst/>
              <a:cxnLst>
                <a:cxn ang="0">
                  <a:pos x="2147483647" y="2147483647"/>
                </a:cxn>
                <a:cxn ang="0">
                  <a:pos x="2147483647" y="2147483647"/>
                </a:cxn>
                <a:cxn ang="0">
                  <a:pos x="2147483647" y="2147483647"/>
                </a:cxn>
                <a:cxn ang="0">
                  <a:pos x="2147483647" y="2147483647"/>
                </a:cxn>
                <a:cxn ang="0">
                  <a:pos x="2147483647" y="2147483647"/>
                </a:cxn>
              </a:cxnLst>
              <a:rect l="txL" t="txT" r="txR" b="txB"/>
              <a:pathLst>
                <a:path w="131" h="78">
                  <a:moveTo>
                    <a:pt x="129" y="46"/>
                  </a:moveTo>
                  <a:cubicBezTo>
                    <a:pt x="127" y="66"/>
                    <a:pt x="96" y="78"/>
                    <a:pt x="61" y="74"/>
                  </a:cubicBezTo>
                  <a:cubicBezTo>
                    <a:pt x="26" y="70"/>
                    <a:pt x="0" y="51"/>
                    <a:pt x="2" y="32"/>
                  </a:cubicBezTo>
                  <a:cubicBezTo>
                    <a:pt x="4" y="12"/>
                    <a:pt x="34" y="0"/>
                    <a:pt x="69" y="4"/>
                  </a:cubicBezTo>
                  <a:cubicBezTo>
                    <a:pt x="104" y="8"/>
                    <a:pt x="131" y="27"/>
                    <a:pt x="129" y="46"/>
                  </a:cubicBezTo>
                  <a:close/>
                </a:path>
              </a:pathLst>
            </a:custGeom>
            <a:solidFill>
              <a:srgbClr val="FFFFFF">
                <a:alpha val="100000"/>
              </a:srgbClr>
            </a:solidFill>
            <a:ln w="9525">
              <a:noFill/>
            </a:ln>
          </p:spPr>
          <p:txBody>
            <a:bodyPr/>
            <a:p>
              <a:endParaRPr lang="zh-CN" altLang="en-US"/>
            </a:p>
          </p:txBody>
        </p:sp>
        <p:sp>
          <p:nvSpPr>
            <p:cNvPr id="48155" name="í$ḷïḋè"/>
            <p:cNvSpPr/>
            <p:nvPr/>
          </p:nvSpPr>
          <p:spPr>
            <a:xfrm>
              <a:off x="5807918" y="4382637"/>
              <a:ext cx="783587" cy="414840"/>
            </a:xfrm>
            <a:custGeom>
              <a:avLst/>
              <a:gdLst>
                <a:gd name="txL" fmla="*/ 0 w 89"/>
                <a:gd name="txT" fmla="*/ 0 h 48"/>
                <a:gd name="txR" fmla="*/ 89 w 89"/>
                <a:gd name="txB" fmla="*/ 48 h 48"/>
              </a:gdLst>
              <a:ahLst/>
              <a:cxnLst>
                <a:cxn ang="0">
                  <a:pos x="2147483647" y="2147483647"/>
                </a:cxn>
                <a:cxn ang="0">
                  <a:pos x="2147483647" y="2147483647"/>
                </a:cxn>
                <a:cxn ang="0">
                  <a:pos x="2147483647" y="2147483647"/>
                </a:cxn>
                <a:cxn ang="0">
                  <a:pos x="2147483647" y="2147483647"/>
                </a:cxn>
                <a:cxn ang="0">
                  <a:pos x="2147483647" y="2147483647"/>
                </a:cxn>
              </a:cxnLst>
              <a:rect l="txL" t="txT" r="txR" b="txB"/>
              <a:pathLst>
                <a:path w="89" h="48">
                  <a:moveTo>
                    <a:pt x="43" y="45"/>
                  </a:moveTo>
                  <a:cubicBezTo>
                    <a:pt x="14" y="42"/>
                    <a:pt x="0" y="24"/>
                    <a:pt x="1" y="19"/>
                  </a:cubicBezTo>
                  <a:cubicBezTo>
                    <a:pt x="2" y="14"/>
                    <a:pt x="19" y="0"/>
                    <a:pt x="47" y="3"/>
                  </a:cubicBezTo>
                  <a:cubicBezTo>
                    <a:pt x="76" y="6"/>
                    <a:pt x="89" y="24"/>
                    <a:pt x="89" y="29"/>
                  </a:cubicBezTo>
                  <a:cubicBezTo>
                    <a:pt x="88" y="34"/>
                    <a:pt x="71" y="48"/>
                    <a:pt x="43" y="45"/>
                  </a:cubicBezTo>
                  <a:close/>
                </a:path>
              </a:pathLst>
            </a:custGeom>
            <a:solidFill>
              <a:srgbClr val="474F59">
                <a:alpha val="100000"/>
              </a:srgbClr>
            </a:solidFill>
            <a:ln w="9525">
              <a:noFill/>
            </a:ln>
          </p:spPr>
          <p:txBody>
            <a:bodyPr/>
            <a:p>
              <a:endParaRPr lang="zh-CN" altLang="en-US"/>
            </a:p>
          </p:txBody>
        </p:sp>
        <p:sp>
          <p:nvSpPr>
            <p:cNvPr id="48156" name="íSľîḑê"/>
            <p:cNvSpPr/>
            <p:nvPr/>
          </p:nvSpPr>
          <p:spPr>
            <a:xfrm>
              <a:off x="4793865" y="3345534"/>
              <a:ext cx="2719506" cy="1267570"/>
            </a:xfrm>
            <a:custGeom>
              <a:avLst/>
              <a:gdLst>
                <a:gd name="txL" fmla="*/ 0 w 310"/>
                <a:gd name="txT" fmla="*/ 0 h 145"/>
                <a:gd name="txR" fmla="*/ 310 w 310"/>
                <a:gd name="txB" fmla="*/ 145 h 145"/>
              </a:gdLst>
              <a:ahLst/>
              <a:cxnLst>
                <a:cxn ang="0">
                  <a:pos x="2147483647" y="2147483647"/>
                </a:cxn>
                <a:cxn ang="0">
                  <a:pos x="2147483647"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rect l="txL" t="txT" r="txR" b="txB"/>
              <a:pathLst>
                <a:path w="310" h="145">
                  <a:moveTo>
                    <a:pt x="305" y="39"/>
                  </a:moveTo>
                  <a:cubicBezTo>
                    <a:pt x="276" y="14"/>
                    <a:pt x="217" y="0"/>
                    <a:pt x="148" y="10"/>
                  </a:cubicBezTo>
                  <a:cubicBezTo>
                    <a:pt x="77" y="18"/>
                    <a:pt x="21" y="49"/>
                    <a:pt x="0" y="81"/>
                  </a:cubicBezTo>
                  <a:cubicBezTo>
                    <a:pt x="0" y="86"/>
                    <a:pt x="0" y="90"/>
                    <a:pt x="1" y="95"/>
                  </a:cubicBezTo>
                  <a:cubicBezTo>
                    <a:pt x="3" y="111"/>
                    <a:pt x="8" y="126"/>
                    <a:pt x="16" y="139"/>
                  </a:cubicBezTo>
                  <a:cubicBezTo>
                    <a:pt x="18" y="143"/>
                    <a:pt x="27" y="145"/>
                    <a:pt x="29" y="144"/>
                  </a:cubicBezTo>
                  <a:cubicBezTo>
                    <a:pt x="44" y="134"/>
                    <a:pt x="59" y="123"/>
                    <a:pt x="72" y="112"/>
                  </a:cubicBezTo>
                  <a:cubicBezTo>
                    <a:pt x="74" y="111"/>
                    <a:pt x="77" y="104"/>
                    <a:pt x="76" y="101"/>
                  </a:cubicBezTo>
                  <a:cubicBezTo>
                    <a:pt x="74" y="94"/>
                    <a:pt x="71" y="88"/>
                    <a:pt x="69" y="81"/>
                  </a:cubicBezTo>
                  <a:cubicBezTo>
                    <a:pt x="67" y="75"/>
                    <a:pt x="72" y="68"/>
                    <a:pt x="80" y="65"/>
                  </a:cubicBezTo>
                  <a:cubicBezTo>
                    <a:pt x="90" y="62"/>
                    <a:pt x="130" y="55"/>
                    <a:pt x="151" y="51"/>
                  </a:cubicBezTo>
                  <a:cubicBezTo>
                    <a:pt x="172" y="49"/>
                    <a:pt x="213" y="45"/>
                    <a:pt x="223" y="45"/>
                  </a:cubicBezTo>
                  <a:cubicBezTo>
                    <a:pt x="232" y="45"/>
                    <a:pt x="239" y="51"/>
                    <a:pt x="238" y="58"/>
                  </a:cubicBezTo>
                  <a:cubicBezTo>
                    <a:pt x="238" y="65"/>
                    <a:pt x="237" y="72"/>
                    <a:pt x="237" y="79"/>
                  </a:cubicBezTo>
                  <a:cubicBezTo>
                    <a:pt x="237" y="81"/>
                    <a:pt x="242" y="87"/>
                    <a:pt x="244" y="88"/>
                  </a:cubicBezTo>
                  <a:cubicBezTo>
                    <a:pt x="260" y="95"/>
                    <a:pt x="277" y="101"/>
                    <a:pt x="294" y="107"/>
                  </a:cubicBezTo>
                  <a:cubicBezTo>
                    <a:pt x="296" y="108"/>
                    <a:pt x="304" y="103"/>
                    <a:pt x="305" y="98"/>
                  </a:cubicBezTo>
                  <a:cubicBezTo>
                    <a:pt x="309" y="83"/>
                    <a:pt x="310" y="68"/>
                    <a:pt x="308" y="52"/>
                  </a:cubicBezTo>
                  <a:cubicBezTo>
                    <a:pt x="307" y="47"/>
                    <a:pt x="306" y="43"/>
                    <a:pt x="305" y="39"/>
                  </a:cubicBezTo>
                  <a:close/>
                </a:path>
              </a:pathLst>
            </a:custGeom>
            <a:solidFill>
              <a:srgbClr val="474F59">
                <a:alpha val="100000"/>
              </a:srgbClr>
            </a:solidFill>
            <a:ln w="9525">
              <a:noFill/>
            </a:ln>
          </p:spPr>
          <p:txBody>
            <a:bodyPr/>
            <a:p>
              <a:endParaRPr lang="zh-CN" altLang="en-US"/>
            </a:p>
          </p:txBody>
        </p:sp>
        <p:sp>
          <p:nvSpPr>
            <p:cNvPr id="48157" name="ïṡľïḑé"/>
            <p:cNvSpPr/>
            <p:nvPr/>
          </p:nvSpPr>
          <p:spPr>
            <a:xfrm>
              <a:off x="4893732" y="4152170"/>
              <a:ext cx="568484" cy="460934"/>
            </a:xfrm>
            <a:custGeom>
              <a:avLst/>
              <a:gdLst>
                <a:gd name="txL" fmla="*/ 0 w 65"/>
                <a:gd name="txT" fmla="*/ 0 h 53"/>
                <a:gd name="txR" fmla="*/ 65 w 65"/>
                <a:gd name="txB" fmla="*/ 53 h 53"/>
              </a:gdLst>
              <a:ahLst/>
              <a:cxnLst>
                <a:cxn ang="0">
                  <a:pos x="2147483647" y="2147483647"/>
                </a:cxn>
                <a:cxn ang="0">
                  <a:pos x="2147483647" y="2147483647"/>
                </a:cxn>
                <a:cxn ang="0">
                  <a:pos x="2147483647" y="2147483647"/>
                </a:cxn>
                <a:cxn ang="0">
                  <a:pos x="2147483647" y="2147483647"/>
                </a:cxn>
                <a:cxn ang="0">
                  <a:pos x="2147483647" y="0"/>
                </a:cxn>
                <a:cxn ang="0">
                  <a:pos x="0" y="2147483647"/>
                </a:cxn>
                <a:cxn ang="0">
                  <a:pos x="2147483647" y="2147483647"/>
                </a:cxn>
              </a:cxnLst>
              <a:rect l="txL" t="txT" r="txR" b="txB"/>
              <a:pathLst>
                <a:path w="65" h="53">
                  <a:moveTo>
                    <a:pt x="4" y="47"/>
                  </a:moveTo>
                  <a:cubicBezTo>
                    <a:pt x="6" y="51"/>
                    <a:pt x="15" y="53"/>
                    <a:pt x="17" y="52"/>
                  </a:cubicBezTo>
                  <a:cubicBezTo>
                    <a:pt x="32" y="42"/>
                    <a:pt x="47" y="31"/>
                    <a:pt x="60" y="20"/>
                  </a:cubicBezTo>
                  <a:cubicBezTo>
                    <a:pt x="62" y="19"/>
                    <a:pt x="65" y="12"/>
                    <a:pt x="64" y="9"/>
                  </a:cubicBezTo>
                  <a:cubicBezTo>
                    <a:pt x="63" y="6"/>
                    <a:pt x="62" y="3"/>
                    <a:pt x="61" y="0"/>
                  </a:cubicBezTo>
                  <a:cubicBezTo>
                    <a:pt x="38" y="11"/>
                    <a:pt x="17" y="24"/>
                    <a:pt x="0" y="38"/>
                  </a:cubicBezTo>
                  <a:cubicBezTo>
                    <a:pt x="1" y="41"/>
                    <a:pt x="3" y="44"/>
                    <a:pt x="4" y="47"/>
                  </a:cubicBezTo>
                  <a:close/>
                </a:path>
              </a:pathLst>
            </a:custGeom>
            <a:solidFill>
              <a:srgbClr val="30363D">
                <a:alpha val="100000"/>
              </a:srgbClr>
            </a:solidFill>
            <a:ln w="9525">
              <a:noFill/>
            </a:ln>
          </p:spPr>
          <p:txBody>
            <a:bodyPr/>
            <a:p>
              <a:endParaRPr lang="zh-CN" altLang="en-US"/>
            </a:p>
          </p:txBody>
        </p:sp>
        <p:sp>
          <p:nvSpPr>
            <p:cNvPr id="48158" name="íṩļïḑé"/>
            <p:cNvSpPr/>
            <p:nvPr/>
          </p:nvSpPr>
          <p:spPr>
            <a:xfrm>
              <a:off x="6868065" y="3952432"/>
              <a:ext cx="614578" cy="338018"/>
            </a:xfrm>
            <a:custGeom>
              <a:avLst/>
              <a:gdLst>
                <a:gd name="txL" fmla="*/ 0 w 70"/>
                <a:gd name="txT" fmla="*/ 0 h 39"/>
                <a:gd name="txR" fmla="*/ 70 w 70"/>
                <a:gd name="txB" fmla="*/ 39 h 39"/>
              </a:gdLst>
              <a:ahLst/>
              <a:cxnLst>
                <a:cxn ang="0">
                  <a:pos x="2147483647" y="0"/>
                </a:cxn>
                <a:cxn ang="0">
                  <a:pos x="0" y="2147483647"/>
                </a:cxn>
                <a:cxn ang="0">
                  <a:pos x="2147483647" y="2147483647"/>
                </a:cxn>
                <a:cxn ang="0">
                  <a:pos x="2147483647" y="2147483647"/>
                </a:cxn>
                <a:cxn ang="0">
                  <a:pos x="2147483647" y="2147483647"/>
                </a:cxn>
                <a:cxn ang="0">
                  <a:pos x="2147483647" y="2147483647"/>
                </a:cxn>
                <a:cxn ang="0">
                  <a:pos x="2147483647" y="0"/>
                </a:cxn>
              </a:cxnLst>
              <a:rect l="txL" t="txT" r="txR" b="txB"/>
              <a:pathLst>
                <a:path w="70" h="39">
                  <a:moveTo>
                    <a:pt x="1" y="0"/>
                  </a:moveTo>
                  <a:cubicBezTo>
                    <a:pt x="0" y="3"/>
                    <a:pt x="0" y="6"/>
                    <a:pt x="0" y="10"/>
                  </a:cubicBezTo>
                  <a:cubicBezTo>
                    <a:pt x="0" y="12"/>
                    <a:pt x="5" y="18"/>
                    <a:pt x="7" y="19"/>
                  </a:cubicBezTo>
                  <a:cubicBezTo>
                    <a:pt x="23" y="26"/>
                    <a:pt x="40" y="32"/>
                    <a:pt x="57" y="38"/>
                  </a:cubicBezTo>
                  <a:cubicBezTo>
                    <a:pt x="59" y="39"/>
                    <a:pt x="67" y="34"/>
                    <a:pt x="68" y="29"/>
                  </a:cubicBezTo>
                  <a:cubicBezTo>
                    <a:pt x="69" y="26"/>
                    <a:pt x="69" y="23"/>
                    <a:pt x="70" y="20"/>
                  </a:cubicBezTo>
                  <a:cubicBezTo>
                    <a:pt x="49" y="10"/>
                    <a:pt x="26" y="4"/>
                    <a:pt x="1" y="0"/>
                  </a:cubicBezTo>
                  <a:close/>
                </a:path>
              </a:pathLst>
            </a:custGeom>
            <a:solidFill>
              <a:srgbClr val="30363D">
                <a:alpha val="100000"/>
              </a:srgbClr>
            </a:solidFill>
            <a:ln w="9525">
              <a:noFill/>
            </a:ln>
          </p:spPr>
          <p:txBody>
            <a:bodyPr/>
            <a:p>
              <a:endParaRPr lang="zh-CN" altLang="en-US"/>
            </a:p>
          </p:txBody>
        </p:sp>
        <p:sp>
          <p:nvSpPr>
            <p:cNvPr id="48159" name="išľiḓê"/>
            <p:cNvSpPr/>
            <p:nvPr/>
          </p:nvSpPr>
          <p:spPr>
            <a:xfrm>
              <a:off x="6875745" y="1962733"/>
              <a:ext cx="783587" cy="1144654"/>
            </a:xfrm>
            <a:custGeom>
              <a:avLst/>
              <a:gdLst>
                <a:gd name="txL" fmla="*/ 0 w 89"/>
                <a:gd name="txT" fmla="*/ 0 h 131"/>
                <a:gd name="txR" fmla="*/ 89 w 89"/>
                <a:gd name="txB" fmla="*/ 131 h 131"/>
              </a:gdLst>
              <a:ahLst/>
              <a:cxnLst>
                <a:cxn ang="0">
                  <a:pos x="0"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 ang="0">
                  <a:pos x="2147483647" y="2147483647"/>
                </a:cxn>
                <a:cxn ang="0">
                  <a:pos x="2147483647" y="2147483647"/>
                </a:cxn>
                <a:cxn ang="0">
                  <a:pos x="2147483647" y="2147483647"/>
                </a:cxn>
                <a:cxn ang="0">
                  <a:pos x="2147483647" y="2147483647"/>
                </a:cxn>
              </a:cxnLst>
              <a:rect l="txL" t="txT" r="txR" b="txB"/>
              <a:pathLst>
                <a:path w="89" h="131">
                  <a:moveTo>
                    <a:pt x="0" y="44"/>
                  </a:moveTo>
                  <a:cubicBezTo>
                    <a:pt x="1" y="19"/>
                    <a:pt x="18" y="0"/>
                    <a:pt x="44" y="0"/>
                  </a:cubicBezTo>
                  <a:cubicBezTo>
                    <a:pt x="78" y="0"/>
                    <a:pt x="89" y="21"/>
                    <a:pt x="89" y="35"/>
                  </a:cubicBezTo>
                  <a:cubicBezTo>
                    <a:pt x="89" y="69"/>
                    <a:pt x="59" y="64"/>
                    <a:pt x="56" y="86"/>
                  </a:cubicBezTo>
                  <a:cubicBezTo>
                    <a:pt x="56" y="93"/>
                    <a:pt x="56" y="93"/>
                    <a:pt x="56" y="93"/>
                  </a:cubicBezTo>
                  <a:cubicBezTo>
                    <a:pt x="32" y="93"/>
                    <a:pt x="32" y="93"/>
                    <a:pt x="32" y="93"/>
                  </a:cubicBezTo>
                  <a:cubicBezTo>
                    <a:pt x="32" y="85"/>
                    <a:pt x="32" y="85"/>
                    <a:pt x="32" y="85"/>
                  </a:cubicBezTo>
                  <a:cubicBezTo>
                    <a:pt x="34" y="54"/>
                    <a:pt x="61" y="56"/>
                    <a:pt x="60" y="37"/>
                  </a:cubicBezTo>
                  <a:cubicBezTo>
                    <a:pt x="60" y="26"/>
                    <a:pt x="55" y="21"/>
                    <a:pt x="45" y="21"/>
                  </a:cubicBezTo>
                  <a:cubicBezTo>
                    <a:pt x="32" y="21"/>
                    <a:pt x="27" y="31"/>
                    <a:pt x="27" y="44"/>
                  </a:cubicBezTo>
                  <a:lnTo>
                    <a:pt x="0" y="44"/>
                  </a:lnTo>
                  <a:close/>
                  <a:moveTo>
                    <a:pt x="29" y="103"/>
                  </a:moveTo>
                  <a:cubicBezTo>
                    <a:pt x="57" y="103"/>
                    <a:pt x="57" y="103"/>
                    <a:pt x="57" y="103"/>
                  </a:cubicBezTo>
                  <a:cubicBezTo>
                    <a:pt x="57" y="131"/>
                    <a:pt x="57" y="131"/>
                    <a:pt x="57" y="131"/>
                  </a:cubicBezTo>
                  <a:cubicBezTo>
                    <a:pt x="29" y="131"/>
                    <a:pt x="29" y="131"/>
                    <a:pt x="29" y="131"/>
                  </a:cubicBezTo>
                  <a:lnTo>
                    <a:pt x="29" y="103"/>
                  </a:lnTo>
                  <a:close/>
                </a:path>
              </a:pathLst>
            </a:custGeom>
            <a:solidFill>
              <a:srgbClr val="A6DAE9">
                <a:alpha val="100000"/>
              </a:srgbClr>
            </a:solidFill>
            <a:ln w="9525">
              <a:noFill/>
            </a:ln>
          </p:spPr>
          <p:txBody>
            <a:bodyPr/>
            <a:p>
              <a:endParaRPr lang="zh-CN" altLang="en-US"/>
            </a:p>
          </p:txBody>
        </p:sp>
        <p:sp>
          <p:nvSpPr>
            <p:cNvPr id="48160" name="íṣļíḋè"/>
            <p:cNvSpPr/>
            <p:nvPr/>
          </p:nvSpPr>
          <p:spPr>
            <a:xfrm>
              <a:off x="6353354" y="1140737"/>
              <a:ext cx="130600" cy="138280"/>
            </a:xfrm>
            <a:custGeom>
              <a:avLst/>
              <a:gdLst>
                <a:gd name="txL" fmla="*/ 0 w 17"/>
                <a:gd name="txT" fmla="*/ 0 h 18"/>
                <a:gd name="txR" fmla="*/ 17 w 17"/>
                <a:gd name="txB" fmla="*/ 18 h 18"/>
              </a:gdLst>
              <a:ahLst/>
              <a:cxnLst>
                <a:cxn ang="0">
                  <a:pos x="2147483647" y="2147483647"/>
                </a:cxn>
                <a:cxn ang="0">
                  <a:pos x="2147483647" y="2147483647"/>
                </a:cxn>
                <a:cxn ang="0">
                  <a:pos x="2147483647" y="0"/>
                </a:cxn>
                <a:cxn ang="0">
                  <a:pos x="2147483647" y="0"/>
                </a:cxn>
                <a:cxn ang="0">
                  <a:pos x="2147483647" y="2147483647"/>
                </a:cxn>
                <a:cxn ang="0">
                  <a:pos x="0"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rect l="txL" t="txT" r="txR" b="txB"/>
              <a:pathLst>
                <a:path w="17" h="18">
                  <a:moveTo>
                    <a:pt x="17" y="7"/>
                  </a:moveTo>
                  <a:lnTo>
                    <a:pt x="11" y="7"/>
                  </a:lnTo>
                  <a:lnTo>
                    <a:pt x="11" y="0"/>
                  </a:lnTo>
                  <a:lnTo>
                    <a:pt x="6" y="0"/>
                  </a:lnTo>
                  <a:lnTo>
                    <a:pt x="6" y="7"/>
                  </a:lnTo>
                  <a:lnTo>
                    <a:pt x="0" y="7"/>
                  </a:lnTo>
                  <a:lnTo>
                    <a:pt x="0" y="12"/>
                  </a:lnTo>
                  <a:lnTo>
                    <a:pt x="6" y="12"/>
                  </a:lnTo>
                  <a:lnTo>
                    <a:pt x="6" y="18"/>
                  </a:lnTo>
                  <a:lnTo>
                    <a:pt x="11" y="18"/>
                  </a:lnTo>
                  <a:lnTo>
                    <a:pt x="11" y="12"/>
                  </a:lnTo>
                  <a:lnTo>
                    <a:pt x="17" y="12"/>
                  </a:lnTo>
                  <a:lnTo>
                    <a:pt x="17" y="7"/>
                  </a:lnTo>
                  <a:close/>
                </a:path>
              </a:pathLst>
            </a:custGeom>
            <a:solidFill>
              <a:srgbClr val="5F9CA4">
                <a:alpha val="100000"/>
              </a:srgbClr>
            </a:solidFill>
            <a:ln w="9525">
              <a:noFill/>
            </a:ln>
          </p:spPr>
          <p:txBody>
            <a:bodyPr/>
            <a:p>
              <a:endParaRPr lang="zh-CN" altLang="en-US"/>
            </a:p>
          </p:txBody>
        </p:sp>
        <p:sp>
          <p:nvSpPr>
            <p:cNvPr id="48161" name="iṣḻîḓé"/>
            <p:cNvSpPr/>
            <p:nvPr/>
          </p:nvSpPr>
          <p:spPr>
            <a:xfrm>
              <a:off x="7836025" y="1939689"/>
              <a:ext cx="153644" cy="629943"/>
            </a:xfrm>
            <a:custGeom>
              <a:avLst/>
              <a:gdLst>
                <a:gd name="txL" fmla="*/ 0 w 18"/>
                <a:gd name="txT" fmla="*/ 0 h 72"/>
                <a:gd name="txR" fmla="*/ 18 w 18"/>
                <a:gd name="txB" fmla="*/ 72 h 72"/>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0"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 ang="0">
                  <a:pos x="2147483647" y="2147483647"/>
                </a:cxn>
                <a:cxn ang="0">
                  <a:pos x="2147483647" y="2147483647"/>
                </a:cxn>
                <a:cxn ang="0">
                  <a:pos x="2147483647" y="2147483647"/>
                </a:cxn>
              </a:cxnLst>
              <a:rect l="txL" t="txT" r="txR" b="txB"/>
              <a:pathLst>
                <a:path w="18" h="72">
                  <a:moveTo>
                    <a:pt x="18" y="10"/>
                  </a:moveTo>
                  <a:cubicBezTo>
                    <a:pt x="18" y="11"/>
                    <a:pt x="18" y="13"/>
                    <a:pt x="18" y="15"/>
                  </a:cubicBezTo>
                  <a:cubicBezTo>
                    <a:pt x="17" y="17"/>
                    <a:pt x="17" y="20"/>
                    <a:pt x="16" y="22"/>
                  </a:cubicBezTo>
                  <a:cubicBezTo>
                    <a:pt x="15" y="25"/>
                    <a:pt x="15" y="29"/>
                    <a:pt x="14" y="33"/>
                  </a:cubicBezTo>
                  <a:cubicBezTo>
                    <a:pt x="13" y="37"/>
                    <a:pt x="12" y="42"/>
                    <a:pt x="11" y="48"/>
                  </a:cubicBezTo>
                  <a:cubicBezTo>
                    <a:pt x="7" y="48"/>
                    <a:pt x="7" y="48"/>
                    <a:pt x="7" y="48"/>
                  </a:cubicBezTo>
                  <a:cubicBezTo>
                    <a:pt x="6" y="42"/>
                    <a:pt x="5" y="37"/>
                    <a:pt x="4" y="33"/>
                  </a:cubicBezTo>
                  <a:cubicBezTo>
                    <a:pt x="4" y="29"/>
                    <a:pt x="3" y="25"/>
                    <a:pt x="2" y="22"/>
                  </a:cubicBezTo>
                  <a:cubicBezTo>
                    <a:pt x="1" y="20"/>
                    <a:pt x="1" y="17"/>
                    <a:pt x="0" y="15"/>
                  </a:cubicBezTo>
                  <a:cubicBezTo>
                    <a:pt x="0" y="13"/>
                    <a:pt x="0" y="11"/>
                    <a:pt x="0" y="10"/>
                  </a:cubicBezTo>
                  <a:cubicBezTo>
                    <a:pt x="0" y="7"/>
                    <a:pt x="0" y="5"/>
                    <a:pt x="2" y="3"/>
                  </a:cubicBezTo>
                  <a:cubicBezTo>
                    <a:pt x="4" y="1"/>
                    <a:pt x="6" y="0"/>
                    <a:pt x="9" y="0"/>
                  </a:cubicBezTo>
                  <a:cubicBezTo>
                    <a:pt x="12" y="0"/>
                    <a:pt x="14" y="1"/>
                    <a:pt x="16" y="3"/>
                  </a:cubicBezTo>
                  <a:cubicBezTo>
                    <a:pt x="17" y="5"/>
                    <a:pt x="18" y="7"/>
                    <a:pt x="18" y="10"/>
                  </a:cubicBezTo>
                  <a:close/>
                  <a:moveTo>
                    <a:pt x="18" y="63"/>
                  </a:moveTo>
                  <a:cubicBezTo>
                    <a:pt x="18" y="66"/>
                    <a:pt x="17" y="68"/>
                    <a:pt x="16" y="69"/>
                  </a:cubicBezTo>
                  <a:cubicBezTo>
                    <a:pt x="14" y="71"/>
                    <a:pt x="12" y="72"/>
                    <a:pt x="9" y="72"/>
                  </a:cubicBezTo>
                  <a:cubicBezTo>
                    <a:pt x="7" y="72"/>
                    <a:pt x="4" y="71"/>
                    <a:pt x="2" y="69"/>
                  </a:cubicBezTo>
                  <a:cubicBezTo>
                    <a:pt x="1" y="68"/>
                    <a:pt x="0" y="66"/>
                    <a:pt x="0" y="63"/>
                  </a:cubicBezTo>
                  <a:cubicBezTo>
                    <a:pt x="0" y="61"/>
                    <a:pt x="1" y="58"/>
                    <a:pt x="2" y="57"/>
                  </a:cubicBezTo>
                  <a:cubicBezTo>
                    <a:pt x="4" y="55"/>
                    <a:pt x="7" y="54"/>
                    <a:pt x="9" y="54"/>
                  </a:cubicBezTo>
                  <a:cubicBezTo>
                    <a:pt x="12" y="54"/>
                    <a:pt x="14" y="55"/>
                    <a:pt x="16" y="57"/>
                  </a:cubicBezTo>
                  <a:cubicBezTo>
                    <a:pt x="17" y="58"/>
                    <a:pt x="18" y="61"/>
                    <a:pt x="18" y="63"/>
                  </a:cubicBezTo>
                  <a:close/>
                </a:path>
              </a:pathLst>
            </a:custGeom>
            <a:solidFill>
              <a:srgbClr val="5F9CA4">
                <a:alpha val="100000"/>
              </a:srgbClr>
            </a:solidFill>
            <a:ln w="9525">
              <a:noFill/>
            </a:ln>
          </p:spPr>
          <p:txBody>
            <a:bodyPr/>
            <a:p>
              <a:endParaRPr lang="zh-CN" altLang="en-US"/>
            </a:p>
          </p:txBody>
        </p:sp>
        <p:sp>
          <p:nvSpPr>
            <p:cNvPr id="48162" name="íṣļïďè"/>
            <p:cNvSpPr/>
            <p:nvPr/>
          </p:nvSpPr>
          <p:spPr>
            <a:xfrm>
              <a:off x="6276531" y="2208569"/>
              <a:ext cx="376431" cy="868094"/>
            </a:xfrm>
            <a:custGeom>
              <a:avLst/>
              <a:gdLst>
                <a:gd name="txL" fmla="*/ 0 w 43"/>
                <a:gd name="txT" fmla="*/ 0 h 99"/>
                <a:gd name="txR" fmla="*/ 43 w 43"/>
                <a:gd name="txB" fmla="*/ 99 h 99"/>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Lst>
              <a:rect l="txL" t="txT" r="txR" b="txB"/>
              <a:pathLst>
                <a:path w="43" h="99">
                  <a:moveTo>
                    <a:pt x="42" y="88"/>
                  </a:moveTo>
                  <a:cubicBezTo>
                    <a:pt x="40" y="94"/>
                    <a:pt x="40" y="94"/>
                    <a:pt x="40" y="94"/>
                  </a:cubicBezTo>
                  <a:cubicBezTo>
                    <a:pt x="36" y="95"/>
                    <a:pt x="33" y="97"/>
                    <a:pt x="30" y="98"/>
                  </a:cubicBezTo>
                  <a:cubicBezTo>
                    <a:pt x="28" y="98"/>
                    <a:pt x="25" y="99"/>
                    <a:pt x="22" y="99"/>
                  </a:cubicBezTo>
                  <a:cubicBezTo>
                    <a:pt x="17" y="99"/>
                    <a:pt x="13" y="98"/>
                    <a:pt x="10" y="95"/>
                  </a:cubicBezTo>
                  <a:cubicBezTo>
                    <a:pt x="7" y="93"/>
                    <a:pt x="6" y="90"/>
                    <a:pt x="6" y="86"/>
                  </a:cubicBezTo>
                  <a:cubicBezTo>
                    <a:pt x="6" y="84"/>
                    <a:pt x="6" y="83"/>
                    <a:pt x="6" y="81"/>
                  </a:cubicBezTo>
                  <a:cubicBezTo>
                    <a:pt x="7" y="80"/>
                    <a:pt x="7" y="78"/>
                    <a:pt x="7" y="76"/>
                  </a:cubicBezTo>
                  <a:cubicBezTo>
                    <a:pt x="13" y="58"/>
                    <a:pt x="13" y="58"/>
                    <a:pt x="13" y="58"/>
                  </a:cubicBezTo>
                  <a:cubicBezTo>
                    <a:pt x="13" y="56"/>
                    <a:pt x="13" y="55"/>
                    <a:pt x="14" y="53"/>
                  </a:cubicBezTo>
                  <a:cubicBezTo>
                    <a:pt x="14" y="51"/>
                    <a:pt x="14" y="50"/>
                    <a:pt x="14" y="49"/>
                  </a:cubicBezTo>
                  <a:cubicBezTo>
                    <a:pt x="14" y="46"/>
                    <a:pt x="14" y="45"/>
                    <a:pt x="13" y="44"/>
                  </a:cubicBezTo>
                  <a:cubicBezTo>
                    <a:pt x="12" y="43"/>
                    <a:pt x="10" y="42"/>
                    <a:pt x="7" y="42"/>
                  </a:cubicBezTo>
                  <a:cubicBezTo>
                    <a:pt x="6" y="42"/>
                    <a:pt x="5" y="43"/>
                    <a:pt x="3" y="43"/>
                  </a:cubicBezTo>
                  <a:cubicBezTo>
                    <a:pt x="2" y="44"/>
                    <a:pt x="1" y="44"/>
                    <a:pt x="0" y="44"/>
                  </a:cubicBezTo>
                  <a:cubicBezTo>
                    <a:pt x="1" y="39"/>
                    <a:pt x="1" y="39"/>
                    <a:pt x="1" y="39"/>
                  </a:cubicBezTo>
                  <a:cubicBezTo>
                    <a:pt x="4" y="37"/>
                    <a:pt x="8" y="36"/>
                    <a:pt x="11" y="35"/>
                  </a:cubicBezTo>
                  <a:cubicBezTo>
                    <a:pt x="14" y="34"/>
                    <a:pt x="17" y="34"/>
                    <a:pt x="19" y="34"/>
                  </a:cubicBezTo>
                  <a:cubicBezTo>
                    <a:pt x="24" y="34"/>
                    <a:pt x="28" y="35"/>
                    <a:pt x="31" y="37"/>
                  </a:cubicBezTo>
                  <a:cubicBezTo>
                    <a:pt x="34" y="40"/>
                    <a:pt x="35" y="43"/>
                    <a:pt x="35" y="47"/>
                  </a:cubicBezTo>
                  <a:cubicBezTo>
                    <a:pt x="35" y="47"/>
                    <a:pt x="35" y="49"/>
                    <a:pt x="35" y="51"/>
                  </a:cubicBezTo>
                  <a:cubicBezTo>
                    <a:pt x="34" y="53"/>
                    <a:pt x="34" y="55"/>
                    <a:pt x="34" y="56"/>
                  </a:cubicBezTo>
                  <a:cubicBezTo>
                    <a:pt x="28" y="75"/>
                    <a:pt x="28" y="75"/>
                    <a:pt x="28" y="75"/>
                  </a:cubicBezTo>
                  <a:cubicBezTo>
                    <a:pt x="28" y="76"/>
                    <a:pt x="28" y="78"/>
                    <a:pt x="27" y="80"/>
                  </a:cubicBezTo>
                  <a:cubicBezTo>
                    <a:pt x="27" y="81"/>
                    <a:pt x="27" y="83"/>
                    <a:pt x="27" y="84"/>
                  </a:cubicBezTo>
                  <a:cubicBezTo>
                    <a:pt x="27" y="86"/>
                    <a:pt x="27" y="88"/>
                    <a:pt x="28" y="89"/>
                  </a:cubicBezTo>
                  <a:cubicBezTo>
                    <a:pt x="29" y="90"/>
                    <a:pt x="31" y="90"/>
                    <a:pt x="34" y="90"/>
                  </a:cubicBezTo>
                  <a:cubicBezTo>
                    <a:pt x="35" y="90"/>
                    <a:pt x="37" y="90"/>
                    <a:pt x="38" y="89"/>
                  </a:cubicBezTo>
                  <a:cubicBezTo>
                    <a:pt x="40" y="89"/>
                    <a:pt x="41" y="89"/>
                    <a:pt x="42" y="88"/>
                  </a:cubicBezTo>
                  <a:close/>
                  <a:moveTo>
                    <a:pt x="43" y="12"/>
                  </a:moveTo>
                  <a:cubicBezTo>
                    <a:pt x="43" y="15"/>
                    <a:pt x="42" y="18"/>
                    <a:pt x="39" y="20"/>
                  </a:cubicBezTo>
                  <a:cubicBezTo>
                    <a:pt x="37" y="22"/>
                    <a:pt x="34" y="23"/>
                    <a:pt x="31" y="23"/>
                  </a:cubicBezTo>
                  <a:cubicBezTo>
                    <a:pt x="27" y="23"/>
                    <a:pt x="25" y="22"/>
                    <a:pt x="22" y="20"/>
                  </a:cubicBezTo>
                  <a:cubicBezTo>
                    <a:pt x="20" y="18"/>
                    <a:pt x="18" y="15"/>
                    <a:pt x="18" y="12"/>
                  </a:cubicBezTo>
                  <a:cubicBezTo>
                    <a:pt x="18" y="9"/>
                    <a:pt x="20" y="6"/>
                    <a:pt x="22" y="4"/>
                  </a:cubicBezTo>
                  <a:cubicBezTo>
                    <a:pt x="25" y="1"/>
                    <a:pt x="27" y="0"/>
                    <a:pt x="31" y="0"/>
                  </a:cubicBezTo>
                  <a:cubicBezTo>
                    <a:pt x="34" y="0"/>
                    <a:pt x="37" y="1"/>
                    <a:pt x="39" y="4"/>
                  </a:cubicBezTo>
                  <a:cubicBezTo>
                    <a:pt x="42" y="6"/>
                    <a:pt x="43" y="9"/>
                    <a:pt x="43" y="12"/>
                  </a:cubicBezTo>
                  <a:close/>
                </a:path>
              </a:pathLst>
            </a:custGeom>
            <a:solidFill>
              <a:srgbClr val="FFFFFF">
                <a:alpha val="100000"/>
              </a:srgbClr>
            </a:solidFill>
            <a:ln w="9525">
              <a:noFill/>
            </a:ln>
          </p:spPr>
          <p:txBody>
            <a:bodyPr/>
            <a:p>
              <a:endParaRPr lang="zh-CN" altLang="en-US"/>
            </a:p>
          </p:txBody>
        </p:sp>
        <p:sp>
          <p:nvSpPr>
            <p:cNvPr id="48163" name="ïṡḷíḓè"/>
            <p:cNvSpPr/>
            <p:nvPr/>
          </p:nvSpPr>
          <p:spPr>
            <a:xfrm>
              <a:off x="5569767" y="1632400"/>
              <a:ext cx="629942" cy="629943"/>
            </a:xfrm>
            <a:custGeom>
              <a:avLst/>
              <a:gdLst>
                <a:gd name="txL" fmla="*/ 0 w 72"/>
                <a:gd name="txT" fmla="*/ 0 h 72"/>
                <a:gd name="txR" fmla="*/ 72 w 72"/>
                <a:gd name="txB" fmla="*/ 72 h 72"/>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rect l="txL" t="txT" r="txR" b="txB"/>
              <a:pathLst>
                <a:path w="72" h="72">
                  <a:moveTo>
                    <a:pt x="71" y="30"/>
                  </a:moveTo>
                  <a:cubicBezTo>
                    <a:pt x="66" y="30"/>
                    <a:pt x="66" y="30"/>
                    <a:pt x="66" y="30"/>
                  </a:cubicBezTo>
                  <a:cubicBezTo>
                    <a:pt x="66" y="28"/>
                    <a:pt x="65" y="27"/>
                    <a:pt x="65" y="25"/>
                  </a:cubicBezTo>
                  <a:cubicBezTo>
                    <a:pt x="68" y="23"/>
                    <a:pt x="68" y="23"/>
                    <a:pt x="68" y="23"/>
                  </a:cubicBezTo>
                  <a:cubicBezTo>
                    <a:pt x="69" y="23"/>
                    <a:pt x="70" y="22"/>
                    <a:pt x="69" y="21"/>
                  </a:cubicBezTo>
                  <a:cubicBezTo>
                    <a:pt x="65" y="14"/>
                    <a:pt x="65" y="14"/>
                    <a:pt x="65" y="14"/>
                  </a:cubicBezTo>
                  <a:cubicBezTo>
                    <a:pt x="65" y="13"/>
                    <a:pt x="64" y="13"/>
                    <a:pt x="63" y="14"/>
                  </a:cubicBezTo>
                  <a:cubicBezTo>
                    <a:pt x="59" y="16"/>
                    <a:pt x="59" y="16"/>
                    <a:pt x="59" y="16"/>
                  </a:cubicBezTo>
                  <a:cubicBezTo>
                    <a:pt x="58" y="15"/>
                    <a:pt x="57" y="14"/>
                    <a:pt x="56" y="13"/>
                  </a:cubicBezTo>
                  <a:cubicBezTo>
                    <a:pt x="58" y="9"/>
                    <a:pt x="58" y="9"/>
                    <a:pt x="58" y="9"/>
                  </a:cubicBezTo>
                  <a:cubicBezTo>
                    <a:pt x="58" y="8"/>
                    <a:pt x="58" y="7"/>
                    <a:pt x="57" y="6"/>
                  </a:cubicBezTo>
                  <a:cubicBezTo>
                    <a:pt x="51" y="3"/>
                    <a:pt x="51" y="3"/>
                    <a:pt x="51" y="3"/>
                  </a:cubicBezTo>
                  <a:cubicBezTo>
                    <a:pt x="50" y="2"/>
                    <a:pt x="49" y="2"/>
                    <a:pt x="48" y="3"/>
                  </a:cubicBezTo>
                  <a:cubicBezTo>
                    <a:pt x="46" y="7"/>
                    <a:pt x="46" y="7"/>
                    <a:pt x="46" y="7"/>
                  </a:cubicBezTo>
                  <a:cubicBezTo>
                    <a:pt x="45" y="7"/>
                    <a:pt x="43" y="6"/>
                    <a:pt x="42" y="6"/>
                  </a:cubicBezTo>
                  <a:cubicBezTo>
                    <a:pt x="42" y="2"/>
                    <a:pt x="42" y="2"/>
                    <a:pt x="42" y="2"/>
                  </a:cubicBezTo>
                  <a:cubicBezTo>
                    <a:pt x="42" y="1"/>
                    <a:pt x="41" y="0"/>
                    <a:pt x="40" y="0"/>
                  </a:cubicBezTo>
                  <a:cubicBezTo>
                    <a:pt x="32" y="0"/>
                    <a:pt x="32" y="0"/>
                    <a:pt x="32" y="0"/>
                  </a:cubicBezTo>
                  <a:cubicBezTo>
                    <a:pt x="31" y="0"/>
                    <a:pt x="30" y="1"/>
                    <a:pt x="30" y="2"/>
                  </a:cubicBezTo>
                  <a:cubicBezTo>
                    <a:pt x="30" y="6"/>
                    <a:pt x="30" y="6"/>
                    <a:pt x="30" y="6"/>
                  </a:cubicBezTo>
                  <a:cubicBezTo>
                    <a:pt x="29" y="6"/>
                    <a:pt x="27" y="7"/>
                    <a:pt x="26" y="7"/>
                  </a:cubicBezTo>
                  <a:cubicBezTo>
                    <a:pt x="24" y="4"/>
                    <a:pt x="24" y="4"/>
                    <a:pt x="24" y="4"/>
                  </a:cubicBezTo>
                  <a:cubicBezTo>
                    <a:pt x="23" y="3"/>
                    <a:pt x="22" y="3"/>
                    <a:pt x="21" y="3"/>
                  </a:cubicBezTo>
                  <a:cubicBezTo>
                    <a:pt x="15" y="7"/>
                    <a:pt x="15" y="7"/>
                    <a:pt x="15" y="7"/>
                  </a:cubicBezTo>
                  <a:cubicBezTo>
                    <a:pt x="14" y="7"/>
                    <a:pt x="14" y="8"/>
                    <a:pt x="14" y="9"/>
                  </a:cubicBezTo>
                  <a:cubicBezTo>
                    <a:pt x="16" y="13"/>
                    <a:pt x="16" y="13"/>
                    <a:pt x="16" y="13"/>
                  </a:cubicBezTo>
                  <a:cubicBezTo>
                    <a:pt x="15" y="14"/>
                    <a:pt x="14" y="15"/>
                    <a:pt x="13" y="17"/>
                  </a:cubicBezTo>
                  <a:cubicBezTo>
                    <a:pt x="9" y="14"/>
                    <a:pt x="9" y="14"/>
                    <a:pt x="9" y="14"/>
                  </a:cubicBezTo>
                  <a:cubicBezTo>
                    <a:pt x="9" y="14"/>
                    <a:pt x="7" y="14"/>
                    <a:pt x="7" y="15"/>
                  </a:cubicBezTo>
                  <a:cubicBezTo>
                    <a:pt x="3" y="21"/>
                    <a:pt x="3" y="21"/>
                    <a:pt x="3" y="21"/>
                  </a:cubicBezTo>
                  <a:cubicBezTo>
                    <a:pt x="3" y="22"/>
                    <a:pt x="3" y="23"/>
                    <a:pt x="4" y="24"/>
                  </a:cubicBezTo>
                  <a:cubicBezTo>
                    <a:pt x="8" y="26"/>
                    <a:pt x="8" y="26"/>
                    <a:pt x="8" y="26"/>
                  </a:cubicBezTo>
                  <a:cubicBezTo>
                    <a:pt x="7" y="28"/>
                    <a:pt x="7" y="29"/>
                    <a:pt x="7" y="31"/>
                  </a:cubicBezTo>
                  <a:cubicBezTo>
                    <a:pt x="2" y="31"/>
                    <a:pt x="2" y="31"/>
                    <a:pt x="2" y="31"/>
                  </a:cubicBezTo>
                  <a:cubicBezTo>
                    <a:pt x="1" y="31"/>
                    <a:pt x="0" y="32"/>
                    <a:pt x="0" y="33"/>
                  </a:cubicBezTo>
                  <a:cubicBezTo>
                    <a:pt x="0" y="40"/>
                    <a:pt x="0" y="40"/>
                    <a:pt x="0" y="40"/>
                  </a:cubicBezTo>
                  <a:cubicBezTo>
                    <a:pt x="0" y="41"/>
                    <a:pt x="1" y="42"/>
                    <a:pt x="2" y="42"/>
                  </a:cubicBezTo>
                  <a:cubicBezTo>
                    <a:pt x="7" y="42"/>
                    <a:pt x="7" y="42"/>
                    <a:pt x="7" y="42"/>
                  </a:cubicBezTo>
                  <a:cubicBezTo>
                    <a:pt x="7" y="43"/>
                    <a:pt x="7" y="45"/>
                    <a:pt x="8" y="46"/>
                  </a:cubicBezTo>
                  <a:cubicBezTo>
                    <a:pt x="4" y="49"/>
                    <a:pt x="4" y="49"/>
                    <a:pt x="4" y="49"/>
                  </a:cubicBezTo>
                  <a:cubicBezTo>
                    <a:pt x="3" y="49"/>
                    <a:pt x="3" y="50"/>
                    <a:pt x="4" y="51"/>
                  </a:cubicBezTo>
                  <a:cubicBezTo>
                    <a:pt x="7" y="57"/>
                    <a:pt x="7" y="57"/>
                    <a:pt x="7" y="57"/>
                  </a:cubicBezTo>
                  <a:cubicBezTo>
                    <a:pt x="8" y="58"/>
                    <a:pt x="9" y="59"/>
                    <a:pt x="10" y="58"/>
                  </a:cubicBezTo>
                  <a:cubicBezTo>
                    <a:pt x="14" y="56"/>
                    <a:pt x="14" y="56"/>
                    <a:pt x="14" y="56"/>
                  </a:cubicBezTo>
                  <a:cubicBezTo>
                    <a:pt x="15" y="57"/>
                    <a:pt x="16" y="58"/>
                    <a:pt x="17" y="59"/>
                  </a:cubicBezTo>
                  <a:cubicBezTo>
                    <a:pt x="15" y="63"/>
                    <a:pt x="15" y="63"/>
                    <a:pt x="15" y="63"/>
                  </a:cubicBezTo>
                  <a:cubicBezTo>
                    <a:pt x="14" y="64"/>
                    <a:pt x="15" y="65"/>
                    <a:pt x="16" y="65"/>
                  </a:cubicBezTo>
                  <a:cubicBezTo>
                    <a:pt x="22" y="69"/>
                    <a:pt x="22" y="69"/>
                    <a:pt x="22" y="69"/>
                  </a:cubicBezTo>
                  <a:cubicBezTo>
                    <a:pt x="23" y="70"/>
                    <a:pt x="24" y="69"/>
                    <a:pt x="24" y="68"/>
                  </a:cubicBezTo>
                  <a:cubicBezTo>
                    <a:pt x="27" y="65"/>
                    <a:pt x="27" y="65"/>
                    <a:pt x="27" y="65"/>
                  </a:cubicBezTo>
                  <a:cubicBezTo>
                    <a:pt x="28" y="65"/>
                    <a:pt x="30" y="65"/>
                    <a:pt x="31" y="66"/>
                  </a:cubicBezTo>
                  <a:cubicBezTo>
                    <a:pt x="31" y="70"/>
                    <a:pt x="31" y="70"/>
                    <a:pt x="31" y="70"/>
                  </a:cubicBezTo>
                  <a:cubicBezTo>
                    <a:pt x="31" y="71"/>
                    <a:pt x="32" y="72"/>
                    <a:pt x="33" y="72"/>
                  </a:cubicBezTo>
                  <a:cubicBezTo>
                    <a:pt x="40" y="72"/>
                    <a:pt x="40" y="72"/>
                    <a:pt x="40" y="72"/>
                  </a:cubicBezTo>
                  <a:cubicBezTo>
                    <a:pt x="42" y="72"/>
                    <a:pt x="42" y="71"/>
                    <a:pt x="42" y="70"/>
                  </a:cubicBezTo>
                  <a:cubicBezTo>
                    <a:pt x="42" y="66"/>
                    <a:pt x="42" y="66"/>
                    <a:pt x="42" y="66"/>
                  </a:cubicBezTo>
                  <a:cubicBezTo>
                    <a:pt x="44" y="65"/>
                    <a:pt x="45" y="65"/>
                    <a:pt x="47" y="64"/>
                  </a:cubicBezTo>
                  <a:cubicBezTo>
                    <a:pt x="49" y="68"/>
                    <a:pt x="49" y="68"/>
                    <a:pt x="49" y="68"/>
                  </a:cubicBezTo>
                  <a:cubicBezTo>
                    <a:pt x="49" y="69"/>
                    <a:pt x="51" y="69"/>
                    <a:pt x="52" y="69"/>
                  </a:cubicBezTo>
                  <a:cubicBezTo>
                    <a:pt x="58" y="65"/>
                    <a:pt x="58" y="65"/>
                    <a:pt x="58" y="65"/>
                  </a:cubicBezTo>
                  <a:cubicBezTo>
                    <a:pt x="59" y="64"/>
                    <a:pt x="59" y="63"/>
                    <a:pt x="59" y="62"/>
                  </a:cubicBezTo>
                  <a:cubicBezTo>
                    <a:pt x="56" y="59"/>
                    <a:pt x="56" y="59"/>
                    <a:pt x="56" y="59"/>
                  </a:cubicBezTo>
                  <a:cubicBezTo>
                    <a:pt x="58" y="58"/>
                    <a:pt x="59" y="56"/>
                    <a:pt x="60" y="55"/>
                  </a:cubicBezTo>
                  <a:cubicBezTo>
                    <a:pt x="63" y="57"/>
                    <a:pt x="63" y="57"/>
                    <a:pt x="63" y="57"/>
                  </a:cubicBezTo>
                  <a:cubicBezTo>
                    <a:pt x="64" y="58"/>
                    <a:pt x="65" y="58"/>
                    <a:pt x="66" y="57"/>
                  </a:cubicBezTo>
                  <a:cubicBezTo>
                    <a:pt x="70" y="50"/>
                    <a:pt x="70" y="50"/>
                    <a:pt x="70" y="50"/>
                  </a:cubicBezTo>
                  <a:cubicBezTo>
                    <a:pt x="70" y="49"/>
                    <a:pt x="70" y="48"/>
                    <a:pt x="69" y="48"/>
                  </a:cubicBezTo>
                  <a:cubicBezTo>
                    <a:pt x="65" y="46"/>
                    <a:pt x="65" y="46"/>
                    <a:pt x="65" y="46"/>
                  </a:cubicBezTo>
                  <a:cubicBezTo>
                    <a:pt x="66" y="44"/>
                    <a:pt x="66" y="43"/>
                    <a:pt x="66" y="41"/>
                  </a:cubicBezTo>
                  <a:cubicBezTo>
                    <a:pt x="71" y="41"/>
                    <a:pt x="71" y="41"/>
                    <a:pt x="71" y="41"/>
                  </a:cubicBezTo>
                  <a:cubicBezTo>
                    <a:pt x="72" y="41"/>
                    <a:pt x="72" y="40"/>
                    <a:pt x="72" y="39"/>
                  </a:cubicBezTo>
                  <a:cubicBezTo>
                    <a:pt x="72" y="32"/>
                    <a:pt x="72" y="32"/>
                    <a:pt x="72" y="32"/>
                  </a:cubicBezTo>
                  <a:cubicBezTo>
                    <a:pt x="72" y="31"/>
                    <a:pt x="72" y="30"/>
                    <a:pt x="71" y="30"/>
                  </a:cubicBezTo>
                  <a:close/>
                  <a:moveTo>
                    <a:pt x="36" y="55"/>
                  </a:moveTo>
                  <a:cubicBezTo>
                    <a:pt x="26" y="55"/>
                    <a:pt x="17" y="46"/>
                    <a:pt x="17" y="36"/>
                  </a:cubicBezTo>
                  <a:cubicBezTo>
                    <a:pt x="17" y="25"/>
                    <a:pt x="26" y="17"/>
                    <a:pt x="36" y="17"/>
                  </a:cubicBezTo>
                  <a:cubicBezTo>
                    <a:pt x="47" y="17"/>
                    <a:pt x="56" y="25"/>
                    <a:pt x="56" y="36"/>
                  </a:cubicBezTo>
                  <a:cubicBezTo>
                    <a:pt x="56" y="46"/>
                    <a:pt x="47" y="55"/>
                    <a:pt x="36" y="55"/>
                  </a:cubicBezTo>
                  <a:close/>
                </a:path>
              </a:pathLst>
            </a:custGeom>
            <a:solidFill>
              <a:srgbClr val="A6DAE9">
                <a:alpha val="100000"/>
              </a:srgbClr>
            </a:solidFill>
            <a:ln w="9525">
              <a:noFill/>
            </a:ln>
          </p:spPr>
          <p:txBody>
            <a:bodyPr/>
            <a:p>
              <a:endParaRPr lang="zh-CN" altLang="en-US"/>
            </a:p>
          </p:txBody>
        </p:sp>
        <p:sp>
          <p:nvSpPr>
            <p:cNvPr id="48164" name="iṩļïḑè"/>
            <p:cNvSpPr/>
            <p:nvPr/>
          </p:nvSpPr>
          <p:spPr>
            <a:xfrm>
              <a:off x="4025643" y="1955053"/>
              <a:ext cx="1582538" cy="1574859"/>
            </a:xfrm>
            <a:prstGeom prst="ellipse">
              <a:avLst/>
            </a:prstGeom>
            <a:solidFill>
              <a:srgbClr val="FFFFFF"/>
            </a:solidFill>
            <a:ln w="9525">
              <a:noFill/>
            </a:ln>
          </p:spPr>
          <p:txBody>
            <a:bodyPr anchor="ctr"/>
            <a:p>
              <a:pPr algn="ctr" eaLnBrk="1" hangingPunct="1"/>
              <a:endParaRPr lang="zh-CN" altLang="zh-CN" dirty="0">
                <a:latin typeface="等线" pitchFamily="2" charset="-122"/>
              </a:endParaRPr>
            </a:p>
          </p:txBody>
        </p:sp>
        <p:sp>
          <p:nvSpPr>
            <p:cNvPr id="48165" name="ï$líḋê"/>
            <p:cNvSpPr/>
            <p:nvPr/>
          </p:nvSpPr>
          <p:spPr>
            <a:xfrm>
              <a:off x="4263790" y="2216249"/>
              <a:ext cx="1152333" cy="1083196"/>
            </a:xfrm>
            <a:custGeom>
              <a:avLst/>
              <a:gdLst>
                <a:gd name="txL" fmla="*/ 0 w 131"/>
                <a:gd name="txT" fmla="*/ 0 h 124"/>
                <a:gd name="txR" fmla="*/ 131 w 131"/>
                <a:gd name="txB" fmla="*/ 124 h 124"/>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rect l="txL" t="txT" r="txR" b="txB"/>
              <a:pathLst>
                <a:path w="131" h="124">
                  <a:moveTo>
                    <a:pt x="62" y="124"/>
                  </a:moveTo>
                  <a:cubicBezTo>
                    <a:pt x="56" y="124"/>
                    <a:pt x="49" y="122"/>
                    <a:pt x="42" y="120"/>
                  </a:cubicBezTo>
                  <a:cubicBezTo>
                    <a:pt x="27" y="115"/>
                    <a:pt x="15" y="104"/>
                    <a:pt x="8" y="89"/>
                  </a:cubicBezTo>
                  <a:cubicBezTo>
                    <a:pt x="1" y="75"/>
                    <a:pt x="0" y="59"/>
                    <a:pt x="5" y="44"/>
                  </a:cubicBezTo>
                  <a:cubicBezTo>
                    <a:pt x="6" y="41"/>
                    <a:pt x="7" y="38"/>
                    <a:pt x="9" y="35"/>
                  </a:cubicBezTo>
                  <a:cubicBezTo>
                    <a:pt x="9" y="34"/>
                    <a:pt x="11" y="33"/>
                    <a:pt x="12" y="34"/>
                  </a:cubicBezTo>
                  <a:cubicBezTo>
                    <a:pt x="14" y="35"/>
                    <a:pt x="14" y="36"/>
                    <a:pt x="14" y="38"/>
                  </a:cubicBezTo>
                  <a:cubicBezTo>
                    <a:pt x="12" y="40"/>
                    <a:pt x="11" y="43"/>
                    <a:pt x="10" y="46"/>
                  </a:cubicBezTo>
                  <a:cubicBezTo>
                    <a:pt x="6" y="59"/>
                    <a:pt x="7" y="74"/>
                    <a:pt x="13" y="87"/>
                  </a:cubicBezTo>
                  <a:cubicBezTo>
                    <a:pt x="19" y="100"/>
                    <a:pt x="30" y="110"/>
                    <a:pt x="44" y="115"/>
                  </a:cubicBezTo>
                  <a:cubicBezTo>
                    <a:pt x="58" y="120"/>
                    <a:pt x="73" y="119"/>
                    <a:pt x="86" y="113"/>
                  </a:cubicBezTo>
                  <a:cubicBezTo>
                    <a:pt x="113" y="99"/>
                    <a:pt x="125" y="67"/>
                    <a:pt x="112" y="39"/>
                  </a:cubicBezTo>
                  <a:cubicBezTo>
                    <a:pt x="106" y="26"/>
                    <a:pt x="95" y="16"/>
                    <a:pt x="81" y="11"/>
                  </a:cubicBezTo>
                  <a:cubicBezTo>
                    <a:pt x="67" y="6"/>
                    <a:pt x="52" y="7"/>
                    <a:pt x="39" y="13"/>
                  </a:cubicBezTo>
                  <a:cubicBezTo>
                    <a:pt x="37" y="14"/>
                    <a:pt x="36" y="13"/>
                    <a:pt x="35" y="12"/>
                  </a:cubicBezTo>
                  <a:cubicBezTo>
                    <a:pt x="34" y="11"/>
                    <a:pt x="35" y="9"/>
                    <a:pt x="36" y="8"/>
                  </a:cubicBezTo>
                  <a:cubicBezTo>
                    <a:pt x="51" y="1"/>
                    <a:pt x="67" y="0"/>
                    <a:pt x="83" y="6"/>
                  </a:cubicBezTo>
                  <a:cubicBezTo>
                    <a:pt x="98" y="11"/>
                    <a:pt x="110" y="22"/>
                    <a:pt x="117" y="37"/>
                  </a:cubicBezTo>
                  <a:cubicBezTo>
                    <a:pt x="131" y="67"/>
                    <a:pt x="119" y="103"/>
                    <a:pt x="88" y="118"/>
                  </a:cubicBezTo>
                  <a:cubicBezTo>
                    <a:pt x="80" y="122"/>
                    <a:pt x="71" y="124"/>
                    <a:pt x="62" y="124"/>
                  </a:cubicBezTo>
                  <a:close/>
                </a:path>
              </a:pathLst>
            </a:custGeom>
            <a:solidFill>
              <a:srgbClr val="596273">
                <a:alpha val="100000"/>
              </a:srgbClr>
            </a:solidFill>
            <a:ln w="9525">
              <a:noFill/>
            </a:ln>
          </p:spPr>
          <p:txBody>
            <a:bodyPr/>
            <a:p>
              <a:endParaRPr lang="zh-CN" altLang="en-US"/>
            </a:p>
          </p:txBody>
        </p:sp>
        <p:sp>
          <p:nvSpPr>
            <p:cNvPr id="48166" name="íṥlïḓê"/>
            <p:cNvSpPr/>
            <p:nvPr/>
          </p:nvSpPr>
          <p:spPr>
            <a:xfrm>
              <a:off x="4524985" y="2108698"/>
              <a:ext cx="253516" cy="314974"/>
            </a:xfrm>
            <a:custGeom>
              <a:avLst/>
              <a:gdLst>
                <a:gd name="txL" fmla="*/ 0 w 29"/>
                <a:gd name="txT" fmla="*/ 0 h 36"/>
                <a:gd name="txR" fmla="*/ 29 w 29"/>
                <a:gd name="txB" fmla="*/ 36 h 36"/>
              </a:gdLst>
              <a:ahLst/>
              <a:cxnLst>
                <a:cxn ang="0">
                  <a:pos x="2147483647" y="2147483647"/>
                </a:cxn>
                <a:cxn ang="0">
                  <a:pos x="2147483647" y="2147483647"/>
                </a:cxn>
                <a:cxn ang="0">
                  <a:pos x="2147483647" y="2147483647"/>
                </a:cxn>
                <a:cxn ang="0">
                  <a:pos x="2147483647"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rect l="txL" t="txT" r="txR" b="txB"/>
              <a:pathLst>
                <a:path w="29" h="36">
                  <a:moveTo>
                    <a:pt x="26" y="36"/>
                  </a:moveTo>
                  <a:cubicBezTo>
                    <a:pt x="25" y="36"/>
                    <a:pt x="25" y="36"/>
                    <a:pt x="25" y="36"/>
                  </a:cubicBezTo>
                  <a:cubicBezTo>
                    <a:pt x="2" y="29"/>
                    <a:pt x="2" y="29"/>
                    <a:pt x="2" y="29"/>
                  </a:cubicBezTo>
                  <a:cubicBezTo>
                    <a:pt x="2" y="28"/>
                    <a:pt x="1" y="28"/>
                    <a:pt x="1" y="27"/>
                  </a:cubicBezTo>
                  <a:cubicBezTo>
                    <a:pt x="0" y="26"/>
                    <a:pt x="0" y="26"/>
                    <a:pt x="0" y="25"/>
                  </a:cubicBezTo>
                  <a:cubicBezTo>
                    <a:pt x="8" y="3"/>
                    <a:pt x="8" y="3"/>
                    <a:pt x="8" y="3"/>
                  </a:cubicBezTo>
                  <a:cubicBezTo>
                    <a:pt x="8" y="1"/>
                    <a:pt x="10" y="0"/>
                    <a:pt x="11" y="1"/>
                  </a:cubicBezTo>
                  <a:cubicBezTo>
                    <a:pt x="13" y="1"/>
                    <a:pt x="14" y="3"/>
                    <a:pt x="13" y="4"/>
                  </a:cubicBezTo>
                  <a:cubicBezTo>
                    <a:pt x="7" y="24"/>
                    <a:pt x="7" y="24"/>
                    <a:pt x="7" y="24"/>
                  </a:cubicBezTo>
                  <a:cubicBezTo>
                    <a:pt x="26" y="31"/>
                    <a:pt x="26" y="31"/>
                    <a:pt x="26" y="31"/>
                  </a:cubicBezTo>
                  <a:cubicBezTo>
                    <a:pt x="28" y="31"/>
                    <a:pt x="29" y="33"/>
                    <a:pt x="28" y="34"/>
                  </a:cubicBezTo>
                  <a:cubicBezTo>
                    <a:pt x="28" y="35"/>
                    <a:pt x="27" y="36"/>
                    <a:pt x="26" y="36"/>
                  </a:cubicBezTo>
                  <a:close/>
                </a:path>
              </a:pathLst>
            </a:custGeom>
            <a:solidFill>
              <a:srgbClr val="596273">
                <a:alpha val="100000"/>
              </a:srgbClr>
            </a:solidFill>
            <a:ln w="9525">
              <a:noFill/>
            </a:ln>
          </p:spPr>
          <p:txBody>
            <a:bodyPr/>
            <a:p>
              <a:endParaRPr lang="zh-CN" altLang="en-US"/>
            </a:p>
          </p:txBody>
        </p:sp>
        <p:sp>
          <p:nvSpPr>
            <p:cNvPr id="48167" name="ïŝḷïḍê"/>
            <p:cNvSpPr/>
            <p:nvPr/>
          </p:nvSpPr>
          <p:spPr>
            <a:xfrm>
              <a:off x="4509621" y="2577316"/>
              <a:ext cx="238151" cy="376432"/>
            </a:xfrm>
            <a:custGeom>
              <a:avLst/>
              <a:gdLst>
                <a:gd name="txL" fmla="*/ 0 w 27"/>
                <a:gd name="txT" fmla="*/ 0 h 43"/>
                <a:gd name="txR" fmla="*/ 27 w 27"/>
                <a:gd name="txB" fmla="*/ 43 h 43"/>
              </a:gdLst>
              <a:ahLst/>
              <a:cxnLst>
                <a:cxn ang="0">
                  <a:pos x="0"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Lst>
              <a:rect l="txL" t="txT" r="txR" b="txB"/>
              <a:pathLst>
                <a:path w="27" h="43">
                  <a:moveTo>
                    <a:pt x="0" y="43"/>
                  </a:moveTo>
                  <a:cubicBezTo>
                    <a:pt x="0" y="40"/>
                    <a:pt x="0" y="40"/>
                    <a:pt x="0" y="40"/>
                  </a:cubicBezTo>
                  <a:cubicBezTo>
                    <a:pt x="4" y="35"/>
                    <a:pt x="4" y="35"/>
                    <a:pt x="4" y="35"/>
                  </a:cubicBezTo>
                  <a:cubicBezTo>
                    <a:pt x="15" y="25"/>
                    <a:pt x="20" y="20"/>
                    <a:pt x="20" y="13"/>
                  </a:cubicBezTo>
                  <a:cubicBezTo>
                    <a:pt x="20" y="9"/>
                    <a:pt x="18" y="5"/>
                    <a:pt x="12" y="5"/>
                  </a:cubicBezTo>
                  <a:cubicBezTo>
                    <a:pt x="8" y="5"/>
                    <a:pt x="5" y="7"/>
                    <a:pt x="3" y="8"/>
                  </a:cubicBezTo>
                  <a:cubicBezTo>
                    <a:pt x="1" y="4"/>
                    <a:pt x="1" y="4"/>
                    <a:pt x="1" y="4"/>
                  </a:cubicBezTo>
                  <a:cubicBezTo>
                    <a:pt x="4" y="2"/>
                    <a:pt x="8" y="0"/>
                    <a:pt x="13" y="0"/>
                  </a:cubicBezTo>
                  <a:cubicBezTo>
                    <a:pt x="22" y="0"/>
                    <a:pt x="26" y="6"/>
                    <a:pt x="26" y="12"/>
                  </a:cubicBezTo>
                  <a:cubicBezTo>
                    <a:pt x="26" y="20"/>
                    <a:pt x="20" y="27"/>
                    <a:pt x="11" y="35"/>
                  </a:cubicBezTo>
                  <a:cubicBezTo>
                    <a:pt x="8" y="39"/>
                    <a:pt x="8" y="39"/>
                    <a:pt x="8" y="39"/>
                  </a:cubicBezTo>
                  <a:cubicBezTo>
                    <a:pt x="8" y="39"/>
                    <a:pt x="8" y="39"/>
                    <a:pt x="8" y="39"/>
                  </a:cubicBezTo>
                  <a:cubicBezTo>
                    <a:pt x="27" y="39"/>
                    <a:pt x="27" y="39"/>
                    <a:pt x="27" y="39"/>
                  </a:cubicBezTo>
                  <a:cubicBezTo>
                    <a:pt x="27" y="43"/>
                    <a:pt x="27" y="43"/>
                    <a:pt x="27" y="43"/>
                  </a:cubicBezTo>
                  <a:lnTo>
                    <a:pt x="0" y="43"/>
                  </a:lnTo>
                  <a:close/>
                </a:path>
              </a:pathLst>
            </a:custGeom>
            <a:solidFill>
              <a:srgbClr val="596273">
                <a:alpha val="100000"/>
              </a:srgbClr>
            </a:solidFill>
            <a:ln w="9525">
              <a:noFill/>
            </a:ln>
          </p:spPr>
          <p:txBody>
            <a:bodyPr/>
            <a:p>
              <a:endParaRPr lang="zh-CN" altLang="en-US"/>
            </a:p>
          </p:txBody>
        </p:sp>
        <p:sp>
          <p:nvSpPr>
            <p:cNvPr id="48168" name="isḻïḋè"/>
            <p:cNvSpPr/>
            <p:nvPr/>
          </p:nvSpPr>
          <p:spPr>
            <a:xfrm>
              <a:off x="4793865" y="2584996"/>
              <a:ext cx="268880" cy="368747"/>
            </a:xfrm>
            <a:custGeom>
              <a:avLst/>
              <a:gdLst>
                <a:gd name="txL" fmla="*/ 0 w 31"/>
                <a:gd name="txT" fmla="*/ 0 h 42"/>
                <a:gd name="txR" fmla="*/ 31 w 31"/>
                <a:gd name="txB" fmla="*/ 42 h 42"/>
              </a:gdLst>
              <a:ahLst/>
              <a:cxnLst>
                <a:cxn ang="0">
                  <a:pos x="2147483647" y="2147483647"/>
                </a:cxn>
                <a:cxn ang="0">
                  <a:pos x="2147483647" y="2147483647"/>
                </a:cxn>
                <a:cxn ang="0">
                  <a:pos x="0" y="2147483647"/>
                </a:cxn>
                <a:cxn ang="0">
                  <a:pos x="0" y="2147483647"/>
                </a:cxn>
                <a:cxn ang="0">
                  <a:pos x="2147483647" y="0"/>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rect l="txL" t="txT" r="txR" b="txB"/>
              <a:pathLst>
                <a:path w="31" h="42">
                  <a:moveTo>
                    <a:pt x="19" y="42"/>
                  </a:moveTo>
                  <a:cubicBezTo>
                    <a:pt x="19" y="31"/>
                    <a:pt x="19" y="31"/>
                    <a:pt x="19" y="31"/>
                  </a:cubicBezTo>
                  <a:cubicBezTo>
                    <a:pt x="0" y="31"/>
                    <a:pt x="0" y="31"/>
                    <a:pt x="0" y="31"/>
                  </a:cubicBezTo>
                  <a:cubicBezTo>
                    <a:pt x="0" y="27"/>
                    <a:pt x="0" y="27"/>
                    <a:pt x="0" y="27"/>
                  </a:cubicBezTo>
                  <a:cubicBezTo>
                    <a:pt x="19" y="0"/>
                    <a:pt x="19" y="0"/>
                    <a:pt x="19" y="0"/>
                  </a:cubicBezTo>
                  <a:cubicBezTo>
                    <a:pt x="25" y="0"/>
                    <a:pt x="25" y="0"/>
                    <a:pt x="25" y="0"/>
                  </a:cubicBezTo>
                  <a:cubicBezTo>
                    <a:pt x="25" y="26"/>
                    <a:pt x="25" y="26"/>
                    <a:pt x="25" y="26"/>
                  </a:cubicBezTo>
                  <a:cubicBezTo>
                    <a:pt x="31" y="26"/>
                    <a:pt x="31" y="26"/>
                    <a:pt x="31" y="26"/>
                  </a:cubicBezTo>
                  <a:cubicBezTo>
                    <a:pt x="31" y="31"/>
                    <a:pt x="31" y="31"/>
                    <a:pt x="31" y="31"/>
                  </a:cubicBezTo>
                  <a:cubicBezTo>
                    <a:pt x="25" y="31"/>
                    <a:pt x="25" y="31"/>
                    <a:pt x="25" y="31"/>
                  </a:cubicBezTo>
                  <a:cubicBezTo>
                    <a:pt x="25" y="42"/>
                    <a:pt x="25" y="42"/>
                    <a:pt x="25" y="42"/>
                  </a:cubicBezTo>
                  <a:lnTo>
                    <a:pt x="19" y="42"/>
                  </a:lnTo>
                  <a:close/>
                  <a:moveTo>
                    <a:pt x="19" y="26"/>
                  </a:moveTo>
                  <a:cubicBezTo>
                    <a:pt x="19" y="12"/>
                    <a:pt x="19" y="12"/>
                    <a:pt x="19" y="12"/>
                  </a:cubicBezTo>
                  <a:cubicBezTo>
                    <a:pt x="19" y="10"/>
                    <a:pt x="19" y="8"/>
                    <a:pt x="20" y="5"/>
                  </a:cubicBezTo>
                  <a:cubicBezTo>
                    <a:pt x="19" y="5"/>
                    <a:pt x="19" y="5"/>
                    <a:pt x="19" y="5"/>
                  </a:cubicBezTo>
                  <a:cubicBezTo>
                    <a:pt x="18" y="8"/>
                    <a:pt x="17" y="10"/>
                    <a:pt x="16" y="12"/>
                  </a:cubicBezTo>
                  <a:cubicBezTo>
                    <a:pt x="5" y="26"/>
                    <a:pt x="5" y="26"/>
                    <a:pt x="5" y="26"/>
                  </a:cubicBezTo>
                  <a:cubicBezTo>
                    <a:pt x="5" y="26"/>
                    <a:pt x="5" y="26"/>
                    <a:pt x="5" y="26"/>
                  </a:cubicBezTo>
                  <a:lnTo>
                    <a:pt x="19" y="26"/>
                  </a:lnTo>
                  <a:close/>
                </a:path>
              </a:pathLst>
            </a:custGeom>
            <a:solidFill>
              <a:srgbClr val="596273">
                <a:alpha val="100000"/>
              </a:srgbClr>
            </a:solidFill>
            <a:ln w="9525">
              <a:noFill/>
            </a:ln>
          </p:spPr>
          <p:txBody>
            <a:bodyPr/>
            <a:p>
              <a:endParaRPr lang="zh-CN" altLang="en-US"/>
            </a:p>
          </p:txBody>
        </p:sp>
        <p:sp>
          <p:nvSpPr>
            <p:cNvPr id="48169" name="isḻiḍé"/>
            <p:cNvSpPr/>
            <p:nvPr/>
          </p:nvSpPr>
          <p:spPr>
            <a:xfrm>
              <a:off x="5746461" y="2969107"/>
              <a:ext cx="291924" cy="38414"/>
            </a:xfrm>
            <a:prstGeom prst="rect">
              <a:avLst/>
            </a:prstGeom>
            <a:solidFill>
              <a:srgbClr val="5F9CA4"/>
            </a:solidFill>
            <a:ln w="9525">
              <a:noFill/>
            </a:ln>
          </p:spPr>
          <p:txBody>
            <a:bodyPr anchor="ctr"/>
            <a:p>
              <a:pPr algn="ctr" eaLnBrk="1" hangingPunct="1"/>
              <a:endParaRPr lang="zh-CN" altLang="zh-CN" dirty="0">
                <a:latin typeface="等线" pitchFamily="2" charset="-122"/>
              </a:endParaRPr>
            </a:p>
          </p:txBody>
        </p:sp>
        <p:sp>
          <p:nvSpPr>
            <p:cNvPr id="48170" name="ïs1íḓé"/>
            <p:cNvSpPr/>
            <p:nvPr/>
          </p:nvSpPr>
          <p:spPr>
            <a:xfrm>
              <a:off x="5869376" y="2846191"/>
              <a:ext cx="46093" cy="291925"/>
            </a:xfrm>
            <a:prstGeom prst="rect">
              <a:avLst/>
            </a:prstGeom>
            <a:solidFill>
              <a:srgbClr val="5F9CA4"/>
            </a:solidFill>
            <a:ln w="9525">
              <a:noFill/>
            </a:ln>
          </p:spPr>
          <p:txBody>
            <a:bodyPr anchor="ctr"/>
            <a:p>
              <a:pPr algn="ctr" eaLnBrk="1" hangingPunct="1"/>
              <a:endParaRPr lang="zh-CN" altLang="zh-CN" dirty="0">
                <a:latin typeface="等线" pitchFamily="2" charset="-122"/>
              </a:endParaRPr>
            </a:p>
          </p:txBody>
        </p:sp>
        <p:sp>
          <p:nvSpPr>
            <p:cNvPr id="48171" name="işľîḑè"/>
            <p:cNvSpPr/>
            <p:nvPr/>
          </p:nvSpPr>
          <p:spPr>
            <a:xfrm>
              <a:off x="6591505" y="1663128"/>
              <a:ext cx="284245" cy="46093"/>
            </a:xfrm>
            <a:prstGeom prst="rect">
              <a:avLst/>
            </a:prstGeom>
            <a:solidFill>
              <a:srgbClr val="5F9CA4"/>
            </a:solidFill>
            <a:ln w="9525">
              <a:noFill/>
            </a:ln>
          </p:spPr>
          <p:txBody>
            <a:bodyPr anchor="ctr"/>
            <a:p>
              <a:pPr algn="ctr" eaLnBrk="1" hangingPunct="1"/>
              <a:endParaRPr lang="zh-CN" altLang="zh-CN" dirty="0">
                <a:latin typeface="等线" pitchFamily="2" charset="-122"/>
              </a:endParaRPr>
            </a:p>
          </p:txBody>
        </p:sp>
        <p:sp>
          <p:nvSpPr>
            <p:cNvPr id="48172" name="işḷïḑê"/>
            <p:cNvSpPr/>
            <p:nvPr/>
          </p:nvSpPr>
          <p:spPr>
            <a:xfrm>
              <a:off x="6714421" y="1540213"/>
              <a:ext cx="38414" cy="291925"/>
            </a:xfrm>
            <a:prstGeom prst="rect">
              <a:avLst/>
            </a:prstGeom>
            <a:solidFill>
              <a:srgbClr val="5F9CA4"/>
            </a:solidFill>
            <a:ln w="9525">
              <a:noFill/>
            </a:ln>
          </p:spPr>
          <p:txBody>
            <a:bodyPr anchor="ctr"/>
            <a:p>
              <a:pPr algn="ctr" eaLnBrk="1" hangingPunct="1"/>
              <a:endParaRPr lang="zh-CN" altLang="zh-CN" dirty="0">
                <a:latin typeface="等线" pitchFamily="2" charset="-122"/>
              </a:endParaRPr>
            </a:p>
          </p:txBody>
        </p:sp>
      </p:grpSp>
    </p:spTree>
  </p:cSld>
  <p:clrMapOvr>
    <a:masterClrMapping/>
  </p:clrMapOvr>
  <p:transition spd="slow" advTm="3000">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 name="Rectangle 9"/>
          <p:cNvSpPr/>
          <p:nvPr/>
        </p:nvSpPr>
        <p:spPr>
          <a:xfrm>
            <a:off x="0" y="0"/>
            <a:ext cx="4062939" cy="6858000"/>
          </a:xfrm>
          <a:prstGeom prst="rect">
            <a:avLst/>
          </a:prstGeom>
          <a:blipFill>
            <a:blip r:embed="rId1" cstate="print"/>
            <a:stretch>
              <a:fillRect l="-76834" r="-76357"/>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sp>
        <p:nvSpPr>
          <p:cNvPr id="40" name="Rectangle 33"/>
          <p:cNvSpPr/>
          <p:nvPr/>
        </p:nvSpPr>
        <p:spPr>
          <a:xfrm>
            <a:off x="4062939" y="-1"/>
            <a:ext cx="4062939" cy="6858000"/>
          </a:xfrm>
          <a:prstGeom prst="rect">
            <a:avLst/>
          </a:prstGeom>
          <a:blipFill>
            <a:blip r:embed="rId2" cstate="print"/>
            <a:stretch>
              <a:fillRect l="-77333" r="-76851"/>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sp>
        <p:nvSpPr>
          <p:cNvPr id="41" name="Rectangle 34"/>
          <p:cNvSpPr/>
          <p:nvPr/>
        </p:nvSpPr>
        <p:spPr>
          <a:xfrm>
            <a:off x="8125886" y="-15357"/>
            <a:ext cx="4062939" cy="6858000"/>
          </a:xfrm>
          <a:prstGeom prst="rect">
            <a:avLst/>
          </a:prstGeom>
          <a:blipFill>
            <a:blip r:embed="rId3" cstate="print"/>
            <a:stretch>
              <a:fillRect l="-88952" r="-88399"/>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sp>
        <p:nvSpPr>
          <p:cNvPr id="10" name="Rectangle 9"/>
          <p:cNvSpPr/>
          <p:nvPr/>
        </p:nvSpPr>
        <p:spPr>
          <a:xfrm>
            <a:off x="1588" y="-15875"/>
            <a:ext cx="4062413" cy="6858000"/>
          </a:xfrm>
          <a:prstGeom prst="rect">
            <a:avLst/>
          </a:prstGeom>
          <a:solidFill>
            <a:srgbClr val="00000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sp>
        <p:nvSpPr>
          <p:cNvPr id="34" name="Rectangle 33"/>
          <p:cNvSpPr/>
          <p:nvPr/>
        </p:nvSpPr>
        <p:spPr>
          <a:xfrm>
            <a:off x="4064000" y="-15875"/>
            <a:ext cx="4064000" cy="6858000"/>
          </a:xfrm>
          <a:prstGeom prst="rect">
            <a:avLst/>
          </a:prstGeom>
          <a:solidFill>
            <a:srgbClr val="00000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sp>
        <p:nvSpPr>
          <p:cNvPr id="35" name="Rectangle 34"/>
          <p:cNvSpPr/>
          <p:nvPr/>
        </p:nvSpPr>
        <p:spPr>
          <a:xfrm>
            <a:off x="8128000" y="-15875"/>
            <a:ext cx="4062413" cy="6858000"/>
          </a:xfrm>
          <a:prstGeom prst="rect">
            <a:avLst/>
          </a:prstGeom>
          <a:solidFill>
            <a:srgbClr val="00000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grpSp>
        <p:nvGrpSpPr>
          <p:cNvPr id="49166" name="组合 16"/>
          <p:cNvGrpSpPr/>
          <p:nvPr/>
        </p:nvGrpSpPr>
        <p:grpSpPr>
          <a:xfrm>
            <a:off x="244475" y="274638"/>
            <a:ext cx="3378200" cy="765175"/>
            <a:chOff x="244476" y="274527"/>
            <a:chExt cx="3377840" cy="764797"/>
          </a:xfrm>
        </p:grpSpPr>
        <p:sp>
          <p:nvSpPr>
            <p:cNvPr id="18" name="文本框 17"/>
            <p:cNvSpPr txBox="1"/>
            <p:nvPr/>
          </p:nvSpPr>
          <p:spPr>
            <a:xfrm>
              <a:off x="983128" y="746936"/>
              <a:ext cx="2099614" cy="292388"/>
            </a:xfrm>
            <a:prstGeom prst="rect">
              <a:avLst/>
            </a:prstGeom>
            <a:noFill/>
            <a:ln w="12700" cap="flat">
              <a:noFill/>
              <a:miter lim="400000"/>
            </a:ln>
          </p:spPr>
          <p:style>
            <a:lnRef idx="0">
              <a:scrgbClr r="0" g="0" b="0"/>
            </a:lnRef>
            <a:fillRef idx="0">
              <a:scrgbClr r="0" g="0" b="0"/>
            </a:fillRef>
            <a:effectRef idx="0">
              <a:scrgbClr r="0" g="0" b="0"/>
            </a:effectRef>
            <a:fontRef idx="none"/>
          </p:style>
          <p:txBody>
            <a:bodyPr spcFirstLastPara="1" wrap="none" lIns="22860" tIns="22860" rIns="22860" bIns="22860" spcCol="3810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600" b="0" i="0" u="none" strike="noStrike" kern="1200" cap="none" spc="0" normalizeH="0" baseline="0" noProof="0" dirty="0">
                  <a:ln>
                    <a:noFill/>
                  </a:ln>
                  <a:solidFill>
                    <a:schemeClr val="bg1">
                      <a:alpha val="60000"/>
                    </a:schemeClr>
                  </a:solidFill>
                  <a:effectLst/>
                  <a:uLnTx/>
                  <a:uFillTx/>
                  <a:latin typeface="Arial" panose="020B0604020202020204" pitchFamily="34" charset="0"/>
                  <a:ea typeface="微软雅黑" panose="020B0503020204020204" pitchFamily="34" charset="-122"/>
                  <a:cs typeface="+mn-ea"/>
                  <a:sym typeface="Arial" panose="020B0604020202020204" pitchFamily="34" charset="0"/>
                </a:rPr>
                <a:t>Annual operation plan</a:t>
              </a:r>
              <a:endParaRPr kumimoji="0" lang="en-US" altLang="zh-CN" sz="1600" b="0" i="0" u="none" strike="noStrike" kern="1200" cap="none" spc="0" normalizeH="0" baseline="0" noProof="0" dirty="0">
                <a:ln>
                  <a:noFill/>
                </a:ln>
                <a:solidFill>
                  <a:schemeClr val="bg1">
                    <a:alpha val="60000"/>
                  </a:schemeClr>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grpSp>
          <p:nvGrpSpPr>
            <p:cNvPr id="3" name="组合 18"/>
            <p:cNvGrpSpPr/>
            <p:nvPr/>
          </p:nvGrpSpPr>
          <p:grpSpPr>
            <a:xfrm>
              <a:off x="244476" y="292500"/>
              <a:ext cx="493773" cy="615629"/>
              <a:chOff x="7409" y="353"/>
              <a:chExt cx="1374" cy="1582"/>
            </a:xfrm>
            <a:solidFill>
              <a:srgbClr val="1766F3"/>
            </a:solidFill>
          </p:grpSpPr>
          <p:sp>
            <p:nvSpPr>
              <p:cNvPr id="21" name="平行四边形 20"/>
              <p:cNvSpPr/>
              <p:nvPr/>
            </p:nvSpPr>
            <p:spPr>
              <a:xfrm>
                <a:off x="7409" y="353"/>
                <a:ext cx="788" cy="981"/>
              </a:xfrm>
              <a:prstGeom prst="parallelogram">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3600" b="0" i="0" u="none" strike="noStrike" kern="1200" cap="none" spc="0" normalizeH="0" baseline="0" noProof="0">
                  <a:ln>
                    <a:noFill/>
                  </a:ln>
                  <a:solidFill>
                    <a:schemeClr val="lt1"/>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2" name="平行四边形 21"/>
              <p:cNvSpPr/>
              <p:nvPr/>
            </p:nvSpPr>
            <p:spPr>
              <a:xfrm>
                <a:off x="7995" y="955"/>
                <a:ext cx="788" cy="981"/>
              </a:xfrm>
              <a:prstGeom prst="parallelogram">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3600" b="0" i="0" u="none" strike="noStrike" kern="1200" cap="none" spc="0" normalizeH="0" baseline="0" noProof="0">
                  <a:ln>
                    <a:noFill/>
                  </a:ln>
                  <a:solidFill>
                    <a:schemeClr val="lt1"/>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grpSp>
        <p:sp>
          <p:nvSpPr>
            <p:cNvPr id="20" name="文本框 19"/>
            <p:cNvSpPr txBox="1"/>
            <p:nvPr/>
          </p:nvSpPr>
          <p:spPr>
            <a:xfrm>
              <a:off x="879408" y="274527"/>
              <a:ext cx="2742908" cy="553763"/>
            </a:xfrm>
            <a:prstGeom prst="rect">
              <a:avLst/>
            </a:prstGeom>
            <a:noFill/>
          </p:spPr>
          <p:txBody>
            <a:bodyPr wrap="none">
              <a:spAutoFit/>
            </a:bodyPr>
            <a:lstStyle/>
            <a:p>
              <a:pPr marR="0" defTabSz="914400" eaLnBrk="1" hangingPunct="1">
                <a:buClrTx/>
                <a:buSzTx/>
                <a:buFontTx/>
                <a:defRPr/>
              </a:pPr>
              <a:r>
                <a:rPr kumimoji="0" lang="zh-CN" altLang="en-US" sz="3000" b="1" kern="1200" cap="none" spc="-150" normalizeH="0" baseline="0" noProof="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整年运营规划：</a:t>
              </a:r>
              <a:endParaRPr kumimoji="0" lang="zh-CN" altLang="en-US" sz="3000" b="1" kern="1200" cap="none" spc="-150" normalizeH="0" baseline="0" noProof="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sp>
        <p:nvSpPr>
          <p:cNvPr id="32" name="Shape 2841"/>
          <p:cNvSpPr/>
          <p:nvPr/>
        </p:nvSpPr>
        <p:spPr>
          <a:xfrm>
            <a:off x="1812925" y="1416050"/>
            <a:ext cx="466725" cy="484188"/>
          </a:xfrm>
          <a:custGeom>
            <a:avLst/>
            <a:gdLst>
              <a:gd name="T0" fmla="*/ 3411 w 3881"/>
              <a:gd name="T1" fmla="*/ 2379 h 4032"/>
              <a:gd name="T2" fmla="*/ 1940 w 3881"/>
              <a:gd name="T3" fmla="*/ 0 h 4032"/>
              <a:gd name="T4" fmla="*/ 598 w 3881"/>
              <a:gd name="T5" fmla="*/ 2593 h 4032"/>
              <a:gd name="T6" fmla="*/ 0 w 3881"/>
              <a:gd name="T7" fmla="*/ 3301 h 4032"/>
              <a:gd name="T8" fmla="*/ 103 w 3881"/>
              <a:gd name="T9" fmla="*/ 3804 h 4032"/>
              <a:gd name="T10" fmla="*/ 1878 w 3881"/>
              <a:gd name="T11" fmla="*/ 4032 h 4032"/>
              <a:gd name="T12" fmla="*/ 3083 w 3881"/>
              <a:gd name="T13" fmla="*/ 3629 h 4032"/>
              <a:gd name="T14" fmla="*/ 3763 w 3881"/>
              <a:gd name="T15" fmla="*/ 3033 h 4032"/>
              <a:gd name="T16" fmla="*/ 3767 w 3881"/>
              <a:gd name="T17" fmla="*/ 2482 h 4032"/>
              <a:gd name="T18" fmla="*/ 1940 w 3881"/>
              <a:gd name="T19" fmla="*/ 240 h 4032"/>
              <a:gd name="T20" fmla="*/ 2154 w 3881"/>
              <a:gd name="T21" fmla="*/ 3032 h 4032"/>
              <a:gd name="T22" fmla="*/ 2290 w 3881"/>
              <a:gd name="T23" fmla="*/ 2967 h 4032"/>
              <a:gd name="T24" fmla="*/ 2484 w 3881"/>
              <a:gd name="T25" fmla="*/ 2398 h 4032"/>
              <a:gd name="T26" fmla="*/ 2488 w 3881"/>
              <a:gd name="T27" fmla="*/ 2072 h 4032"/>
              <a:gd name="T28" fmla="*/ 2060 w 3881"/>
              <a:gd name="T29" fmla="*/ 932 h 4032"/>
              <a:gd name="T30" fmla="*/ 2368 w 3881"/>
              <a:gd name="T31" fmla="*/ 1336 h 4032"/>
              <a:gd name="T32" fmla="*/ 2060 w 3881"/>
              <a:gd name="T33" fmla="*/ 681 h 4032"/>
              <a:gd name="T34" fmla="*/ 1940 w 3881"/>
              <a:gd name="T35" fmla="*/ 448 h 4032"/>
              <a:gd name="T36" fmla="*/ 1820 w 3881"/>
              <a:gd name="T37" fmla="*/ 681 h 4032"/>
              <a:gd name="T38" fmla="*/ 1820 w 3881"/>
              <a:gd name="T39" fmla="*/ 1751 h 4032"/>
              <a:gd name="T40" fmla="*/ 1717 w 3881"/>
              <a:gd name="T41" fmla="*/ 2285 h 4032"/>
              <a:gd name="T42" fmla="*/ 1512 w 3881"/>
              <a:gd name="T43" fmla="*/ 1952 h 4032"/>
              <a:gd name="T44" fmla="*/ 1494 w 3881"/>
              <a:gd name="T45" fmla="*/ 2391 h 4032"/>
              <a:gd name="T46" fmla="*/ 899 w 3881"/>
              <a:gd name="T47" fmla="*/ 2586 h 4032"/>
              <a:gd name="T48" fmla="*/ 2248 w 3881"/>
              <a:gd name="T49" fmla="*/ 2072 h 4032"/>
              <a:gd name="T50" fmla="*/ 2224 w 3881"/>
              <a:gd name="T51" fmla="*/ 2171 h 4032"/>
              <a:gd name="T52" fmla="*/ 2060 w 3881"/>
              <a:gd name="T53" fmla="*/ 1789 h 4032"/>
              <a:gd name="T54" fmla="*/ 1820 w 3881"/>
              <a:gd name="T55" fmla="*/ 932 h 4032"/>
              <a:gd name="T56" fmla="*/ 1632 w 3881"/>
              <a:gd name="T57" fmla="*/ 1216 h 4032"/>
              <a:gd name="T58" fmla="*/ 3596 w 3881"/>
              <a:gd name="T59" fmla="*/ 2861 h 4032"/>
              <a:gd name="T60" fmla="*/ 2940 w 3881"/>
              <a:gd name="T61" fmla="*/ 3437 h 4032"/>
              <a:gd name="T62" fmla="*/ 1631 w 3881"/>
              <a:gd name="T63" fmla="*/ 3775 h 4032"/>
              <a:gd name="T64" fmla="*/ 240 w 3881"/>
              <a:gd name="T65" fmla="*/ 3301 h 4032"/>
              <a:gd name="T66" fmla="*/ 699 w 3881"/>
              <a:gd name="T67" fmla="*/ 2826 h 4032"/>
              <a:gd name="T68" fmla="*/ 1114 w 3881"/>
              <a:gd name="T69" fmla="*/ 2826 h 4032"/>
              <a:gd name="T70" fmla="*/ 1166 w 3881"/>
              <a:gd name="T71" fmla="*/ 2814 h 4032"/>
              <a:gd name="T72" fmla="*/ 1999 w 3881"/>
              <a:gd name="T73" fmla="*/ 2416 h 4032"/>
              <a:gd name="T74" fmla="*/ 2267 w 3881"/>
              <a:gd name="T75" fmla="*/ 2501 h 4032"/>
              <a:gd name="T76" fmla="*/ 1519 w 3881"/>
              <a:gd name="T77" fmla="*/ 3042 h 4032"/>
              <a:gd name="T78" fmla="*/ 1567 w 3881"/>
              <a:gd name="T79" fmla="*/ 3272 h 4032"/>
              <a:gd name="T80" fmla="*/ 3036 w 3881"/>
              <a:gd name="T81" fmla="*/ 2994 h 4032"/>
              <a:gd name="T82" fmla="*/ 3598 w 3881"/>
              <a:gd name="T83" fmla="*/ 2652 h 4032"/>
              <a:gd name="T84" fmla="*/ 3596 w 3881"/>
              <a:gd name="T85" fmla="*/ 2861 h 40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3881" h="4032">
                <a:moveTo>
                  <a:pt x="3767" y="2482"/>
                </a:moveTo>
                <a:cubicBezTo>
                  <a:pt x="3671" y="2386"/>
                  <a:pt x="3536" y="2352"/>
                  <a:pt x="3411" y="2379"/>
                </a:cubicBezTo>
                <a:cubicBezTo>
                  <a:pt x="3522" y="2157"/>
                  <a:pt x="3584" y="1908"/>
                  <a:pt x="3584" y="1644"/>
                </a:cubicBezTo>
                <a:cubicBezTo>
                  <a:pt x="3584" y="738"/>
                  <a:pt x="2847" y="0"/>
                  <a:pt x="1940" y="0"/>
                </a:cubicBezTo>
                <a:cubicBezTo>
                  <a:pt x="1033" y="0"/>
                  <a:pt x="296" y="738"/>
                  <a:pt x="296" y="1644"/>
                </a:cubicBezTo>
                <a:cubicBezTo>
                  <a:pt x="296" y="1997"/>
                  <a:pt x="408" y="2325"/>
                  <a:pt x="598" y="2593"/>
                </a:cubicBezTo>
                <a:cubicBezTo>
                  <a:pt x="439" y="2617"/>
                  <a:pt x="292" y="2695"/>
                  <a:pt x="184" y="2816"/>
                </a:cubicBezTo>
                <a:cubicBezTo>
                  <a:pt x="65" y="2950"/>
                  <a:pt x="0" y="3122"/>
                  <a:pt x="0" y="3301"/>
                </a:cubicBezTo>
                <a:lnTo>
                  <a:pt x="0" y="3685"/>
                </a:lnTo>
                <a:cubicBezTo>
                  <a:pt x="0" y="3745"/>
                  <a:pt x="44" y="3796"/>
                  <a:pt x="103" y="3804"/>
                </a:cubicBezTo>
                <a:lnTo>
                  <a:pt x="1598" y="4013"/>
                </a:lnTo>
                <a:cubicBezTo>
                  <a:pt x="1691" y="4026"/>
                  <a:pt x="1785" y="4032"/>
                  <a:pt x="1878" y="4032"/>
                </a:cubicBezTo>
                <a:cubicBezTo>
                  <a:pt x="2201" y="4032"/>
                  <a:pt x="2517" y="3955"/>
                  <a:pt x="2807" y="3803"/>
                </a:cubicBezTo>
                <a:cubicBezTo>
                  <a:pt x="2903" y="3753"/>
                  <a:pt x="2996" y="3695"/>
                  <a:pt x="3083" y="3629"/>
                </a:cubicBezTo>
                <a:cubicBezTo>
                  <a:pt x="3273" y="3488"/>
                  <a:pt x="3454" y="3333"/>
                  <a:pt x="3624" y="3168"/>
                </a:cubicBezTo>
                <a:lnTo>
                  <a:pt x="3763" y="3033"/>
                </a:lnTo>
                <a:cubicBezTo>
                  <a:pt x="3838" y="2961"/>
                  <a:pt x="3880" y="2863"/>
                  <a:pt x="3881" y="2759"/>
                </a:cubicBezTo>
                <a:cubicBezTo>
                  <a:pt x="3881" y="2654"/>
                  <a:pt x="3841" y="2556"/>
                  <a:pt x="3767" y="2482"/>
                </a:cubicBezTo>
                <a:close/>
                <a:moveTo>
                  <a:pt x="536" y="1644"/>
                </a:moveTo>
                <a:cubicBezTo>
                  <a:pt x="536" y="870"/>
                  <a:pt x="1166" y="240"/>
                  <a:pt x="1940" y="240"/>
                </a:cubicBezTo>
                <a:cubicBezTo>
                  <a:pt x="2714" y="240"/>
                  <a:pt x="3344" y="870"/>
                  <a:pt x="3344" y="1644"/>
                </a:cubicBezTo>
                <a:cubicBezTo>
                  <a:pt x="3344" y="2346"/>
                  <a:pt x="2827" y="2929"/>
                  <a:pt x="2154" y="3032"/>
                </a:cubicBezTo>
                <a:lnTo>
                  <a:pt x="2140" y="3032"/>
                </a:lnTo>
                <a:lnTo>
                  <a:pt x="2290" y="2967"/>
                </a:lnTo>
                <a:cubicBezTo>
                  <a:pt x="2293" y="2965"/>
                  <a:pt x="2297" y="2964"/>
                  <a:pt x="2300" y="2962"/>
                </a:cubicBezTo>
                <a:cubicBezTo>
                  <a:pt x="2501" y="2853"/>
                  <a:pt x="2582" y="2605"/>
                  <a:pt x="2484" y="2398"/>
                </a:cubicBezTo>
                <a:cubicBezTo>
                  <a:pt x="2470" y="2368"/>
                  <a:pt x="2452" y="2340"/>
                  <a:pt x="2432" y="2315"/>
                </a:cubicBezTo>
                <a:cubicBezTo>
                  <a:pt x="2468" y="2241"/>
                  <a:pt x="2488" y="2159"/>
                  <a:pt x="2488" y="2072"/>
                </a:cubicBezTo>
                <a:cubicBezTo>
                  <a:pt x="2488" y="1811"/>
                  <a:pt x="2305" y="1593"/>
                  <a:pt x="2060" y="1538"/>
                </a:cubicBezTo>
                <a:lnTo>
                  <a:pt x="2060" y="932"/>
                </a:lnTo>
                <a:cubicBezTo>
                  <a:pt x="2170" y="979"/>
                  <a:pt x="2248" y="1089"/>
                  <a:pt x="2248" y="1216"/>
                </a:cubicBezTo>
                <a:cubicBezTo>
                  <a:pt x="2248" y="1282"/>
                  <a:pt x="2302" y="1336"/>
                  <a:pt x="2368" y="1336"/>
                </a:cubicBezTo>
                <a:cubicBezTo>
                  <a:pt x="2434" y="1336"/>
                  <a:pt x="2488" y="1282"/>
                  <a:pt x="2488" y="1216"/>
                </a:cubicBezTo>
                <a:cubicBezTo>
                  <a:pt x="2488" y="955"/>
                  <a:pt x="2305" y="736"/>
                  <a:pt x="2060" y="681"/>
                </a:cubicBezTo>
                <a:lnTo>
                  <a:pt x="2060" y="568"/>
                </a:lnTo>
                <a:cubicBezTo>
                  <a:pt x="2060" y="502"/>
                  <a:pt x="2006" y="448"/>
                  <a:pt x="1940" y="448"/>
                </a:cubicBezTo>
                <a:cubicBezTo>
                  <a:pt x="1874" y="448"/>
                  <a:pt x="1820" y="502"/>
                  <a:pt x="1820" y="568"/>
                </a:cubicBezTo>
                <a:lnTo>
                  <a:pt x="1820" y="681"/>
                </a:lnTo>
                <a:cubicBezTo>
                  <a:pt x="1575" y="736"/>
                  <a:pt x="1392" y="955"/>
                  <a:pt x="1392" y="1216"/>
                </a:cubicBezTo>
                <a:cubicBezTo>
                  <a:pt x="1392" y="1477"/>
                  <a:pt x="1575" y="1696"/>
                  <a:pt x="1820" y="1751"/>
                </a:cubicBezTo>
                <a:lnTo>
                  <a:pt x="1820" y="2235"/>
                </a:lnTo>
                <a:lnTo>
                  <a:pt x="1717" y="2285"/>
                </a:lnTo>
                <a:cubicBezTo>
                  <a:pt x="1664" y="2229"/>
                  <a:pt x="1632" y="2155"/>
                  <a:pt x="1632" y="2072"/>
                </a:cubicBezTo>
                <a:cubicBezTo>
                  <a:pt x="1632" y="2006"/>
                  <a:pt x="1578" y="1952"/>
                  <a:pt x="1512" y="1952"/>
                </a:cubicBezTo>
                <a:cubicBezTo>
                  <a:pt x="1446" y="1952"/>
                  <a:pt x="1392" y="2006"/>
                  <a:pt x="1392" y="2072"/>
                </a:cubicBezTo>
                <a:cubicBezTo>
                  <a:pt x="1392" y="2191"/>
                  <a:pt x="1430" y="2301"/>
                  <a:pt x="1494" y="2391"/>
                </a:cubicBezTo>
                <a:lnTo>
                  <a:pt x="1087" y="2586"/>
                </a:lnTo>
                <a:lnTo>
                  <a:pt x="899" y="2586"/>
                </a:lnTo>
                <a:cubicBezTo>
                  <a:pt x="673" y="2337"/>
                  <a:pt x="536" y="2006"/>
                  <a:pt x="536" y="1644"/>
                </a:cubicBezTo>
                <a:close/>
                <a:moveTo>
                  <a:pt x="2248" y="2072"/>
                </a:moveTo>
                <a:cubicBezTo>
                  <a:pt x="2248" y="2108"/>
                  <a:pt x="2242" y="2142"/>
                  <a:pt x="2231" y="2173"/>
                </a:cubicBezTo>
                <a:cubicBezTo>
                  <a:pt x="2229" y="2173"/>
                  <a:pt x="2226" y="2172"/>
                  <a:pt x="2224" y="2171"/>
                </a:cubicBezTo>
                <a:cubicBezTo>
                  <a:pt x="2171" y="2154"/>
                  <a:pt x="2115" y="2148"/>
                  <a:pt x="2060" y="2152"/>
                </a:cubicBezTo>
                <a:lnTo>
                  <a:pt x="2060" y="1789"/>
                </a:lnTo>
                <a:cubicBezTo>
                  <a:pt x="2171" y="1835"/>
                  <a:pt x="2248" y="1945"/>
                  <a:pt x="2248" y="2072"/>
                </a:cubicBezTo>
                <a:close/>
                <a:moveTo>
                  <a:pt x="1820" y="932"/>
                </a:moveTo>
                <a:lnTo>
                  <a:pt x="1820" y="1500"/>
                </a:lnTo>
                <a:cubicBezTo>
                  <a:pt x="1710" y="1453"/>
                  <a:pt x="1632" y="1343"/>
                  <a:pt x="1632" y="1216"/>
                </a:cubicBezTo>
                <a:cubicBezTo>
                  <a:pt x="1632" y="1089"/>
                  <a:pt x="1710" y="979"/>
                  <a:pt x="1820" y="932"/>
                </a:cubicBezTo>
                <a:close/>
                <a:moveTo>
                  <a:pt x="3596" y="2861"/>
                </a:moveTo>
                <a:lnTo>
                  <a:pt x="3457" y="2996"/>
                </a:lnTo>
                <a:cubicBezTo>
                  <a:pt x="3295" y="3153"/>
                  <a:pt x="3121" y="3302"/>
                  <a:pt x="2940" y="3437"/>
                </a:cubicBezTo>
                <a:cubicBezTo>
                  <a:pt x="2862" y="3495"/>
                  <a:pt x="2780" y="3546"/>
                  <a:pt x="2696" y="3591"/>
                </a:cubicBezTo>
                <a:cubicBezTo>
                  <a:pt x="2367" y="3762"/>
                  <a:pt x="1998" y="3826"/>
                  <a:pt x="1631" y="3775"/>
                </a:cubicBezTo>
                <a:lnTo>
                  <a:pt x="240" y="3581"/>
                </a:lnTo>
                <a:lnTo>
                  <a:pt x="240" y="3301"/>
                </a:lnTo>
                <a:cubicBezTo>
                  <a:pt x="240" y="3181"/>
                  <a:pt x="284" y="3066"/>
                  <a:pt x="363" y="2976"/>
                </a:cubicBezTo>
                <a:cubicBezTo>
                  <a:pt x="448" y="2881"/>
                  <a:pt x="571" y="2826"/>
                  <a:pt x="699" y="2826"/>
                </a:cubicBezTo>
                <a:lnTo>
                  <a:pt x="699" y="2826"/>
                </a:lnTo>
                <a:lnTo>
                  <a:pt x="1114" y="2826"/>
                </a:lnTo>
                <a:lnTo>
                  <a:pt x="1114" y="2826"/>
                </a:lnTo>
                <a:cubicBezTo>
                  <a:pt x="1132" y="2826"/>
                  <a:pt x="1149" y="2822"/>
                  <a:pt x="1166" y="2814"/>
                </a:cubicBezTo>
                <a:lnTo>
                  <a:pt x="1992" y="2419"/>
                </a:lnTo>
                <a:cubicBezTo>
                  <a:pt x="1994" y="2418"/>
                  <a:pt x="1997" y="2417"/>
                  <a:pt x="1999" y="2416"/>
                </a:cubicBezTo>
                <a:cubicBezTo>
                  <a:pt x="2046" y="2389"/>
                  <a:pt x="2100" y="2384"/>
                  <a:pt x="2151" y="2400"/>
                </a:cubicBezTo>
                <a:cubicBezTo>
                  <a:pt x="2203" y="2416"/>
                  <a:pt x="2244" y="2452"/>
                  <a:pt x="2267" y="2501"/>
                </a:cubicBezTo>
                <a:cubicBezTo>
                  <a:pt x="2310" y="2591"/>
                  <a:pt x="2276" y="2700"/>
                  <a:pt x="2189" y="2749"/>
                </a:cubicBezTo>
                <a:lnTo>
                  <a:pt x="1519" y="3042"/>
                </a:lnTo>
                <a:cubicBezTo>
                  <a:pt x="1466" y="3065"/>
                  <a:pt x="1438" y="3121"/>
                  <a:pt x="1449" y="3177"/>
                </a:cubicBezTo>
                <a:cubicBezTo>
                  <a:pt x="1461" y="3233"/>
                  <a:pt x="1510" y="3272"/>
                  <a:pt x="1567" y="3272"/>
                </a:cubicBezTo>
                <a:lnTo>
                  <a:pt x="2363" y="3272"/>
                </a:lnTo>
                <a:cubicBezTo>
                  <a:pt x="2617" y="3272"/>
                  <a:pt x="2856" y="3173"/>
                  <a:pt x="3036" y="2994"/>
                </a:cubicBezTo>
                <a:lnTo>
                  <a:pt x="3392" y="2650"/>
                </a:lnTo>
                <a:cubicBezTo>
                  <a:pt x="3449" y="2595"/>
                  <a:pt x="3541" y="2596"/>
                  <a:pt x="3598" y="2652"/>
                </a:cubicBezTo>
                <a:cubicBezTo>
                  <a:pt x="3626" y="2680"/>
                  <a:pt x="3641" y="2717"/>
                  <a:pt x="3641" y="2757"/>
                </a:cubicBezTo>
                <a:cubicBezTo>
                  <a:pt x="3640" y="2796"/>
                  <a:pt x="3624" y="2833"/>
                  <a:pt x="3596" y="2861"/>
                </a:cubicBezTo>
                <a:close/>
              </a:path>
            </a:pathLst>
          </a:custGeom>
          <a:solidFill>
            <a:schemeClr val="bg1"/>
          </a:solidFill>
          <a:ln w="12700">
            <a:miter lim="400000"/>
          </a:ln>
        </p:spPr>
        <p:txBody>
          <a:bodyPr lIns="19045" tIns="19045" rIns="19045" bIns="19045" anchor="ctr"/>
          <a:lstStyle>
            <a:defPPr>
              <a:defRPr lang="zh-CN"/>
            </a:defPPr>
            <a:lvl1pPr algn="l" rtl="0" fontAlgn="base">
              <a:spcBef>
                <a:spcPct val="0"/>
              </a:spcBef>
              <a:spcAft>
                <a:spcPct val="0"/>
              </a:spcAft>
              <a:defRPr kern="1200">
                <a:solidFill>
                  <a:schemeClr val="tx1"/>
                </a:solidFill>
                <a:latin typeface="等线" pitchFamily="2" charset="-122"/>
                <a:ea typeface="等线" pitchFamily="2" charset="-122"/>
                <a:cs typeface="+mn-cs"/>
              </a:defRPr>
            </a:lvl1pPr>
            <a:lvl2pPr marL="457200" algn="l" rtl="0" fontAlgn="base">
              <a:spcBef>
                <a:spcPct val="0"/>
              </a:spcBef>
              <a:spcAft>
                <a:spcPct val="0"/>
              </a:spcAft>
              <a:defRPr kern="1200">
                <a:solidFill>
                  <a:schemeClr val="tx1"/>
                </a:solidFill>
                <a:latin typeface="等线" pitchFamily="2" charset="-122"/>
                <a:ea typeface="等线" pitchFamily="2" charset="-122"/>
                <a:cs typeface="+mn-cs"/>
              </a:defRPr>
            </a:lvl2pPr>
            <a:lvl3pPr marL="914400" algn="l" rtl="0" fontAlgn="base">
              <a:spcBef>
                <a:spcPct val="0"/>
              </a:spcBef>
              <a:spcAft>
                <a:spcPct val="0"/>
              </a:spcAft>
              <a:defRPr kern="1200">
                <a:solidFill>
                  <a:schemeClr val="tx1"/>
                </a:solidFill>
                <a:latin typeface="等线" pitchFamily="2" charset="-122"/>
                <a:ea typeface="等线" pitchFamily="2" charset="-122"/>
                <a:cs typeface="+mn-cs"/>
              </a:defRPr>
            </a:lvl3pPr>
            <a:lvl4pPr marL="1371600" algn="l" rtl="0" fontAlgn="base">
              <a:spcBef>
                <a:spcPct val="0"/>
              </a:spcBef>
              <a:spcAft>
                <a:spcPct val="0"/>
              </a:spcAft>
              <a:defRPr kern="1200">
                <a:solidFill>
                  <a:schemeClr val="tx1"/>
                </a:solidFill>
                <a:latin typeface="等线" pitchFamily="2" charset="-122"/>
                <a:ea typeface="等线" pitchFamily="2" charset="-122"/>
                <a:cs typeface="+mn-cs"/>
              </a:defRPr>
            </a:lvl4pPr>
            <a:lvl5pPr marL="1828800" algn="l" rtl="0" fontAlgn="base">
              <a:spcBef>
                <a:spcPct val="0"/>
              </a:spcBef>
              <a:spcAft>
                <a:spcPct val="0"/>
              </a:spcAft>
              <a:defRPr kern="1200">
                <a:solidFill>
                  <a:schemeClr val="tx1"/>
                </a:solidFill>
                <a:latin typeface="等线" pitchFamily="2" charset="-122"/>
                <a:ea typeface="等线" pitchFamily="2" charset="-122"/>
                <a:cs typeface="+mn-cs"/>
              </a:defRPr>
            </a:lvl5pPr>
            <a:lvl6pPr marL="2286000" algn="l" defTabSz="914400" rtl="0" eaLnBrk="1" latinLnBrk="0" hangingPunct="1">
              <a:defRPr kern="1200">
                <a:solidFill>
                  <a:schemeClr val="tx1"/>
                </a:solidFill>
                <a:latin typeface="等线" pitchFamily="2" charset="-122"/>
                <a:ea typeface="等线" pitchFamily="2" charset="-122"/>
                <a:cs typeface="+mn-cs"/>
              </a:defRPr>
            </a:lvl6pPr>
            <a:lvl7pPr marL="2743200" algn="l" defTabSz="914400" rtl="0" eaLnBrk="1" latinLnBrk="0" hangingPunct="1">
              <a:defRPr kern="1200">
                <a:solidFill>
                  <a:schemeClr val="tx1"/>
                </a:solidFill>
                <a:latin typeface="等线" pitchFamily="2" charset="-122"/>
                <a:ea typeface="等线" pitchFamily="2" charset="-122"/>
                <a:cs typeface="+mn-cs"/>
              </a:defRPr>
            </a:lvl7pPr>
            <a:lvl8pPr marL="3200400" algn="l" defTabSz="914400" rtl="0" eaLnBrk="1" latinLnBrk="0" hangingPunct="1">
              <a:defRPr kern="1200">
                <a:solidFill>
                  <a:schemeClr val="tx1"/>
                </a:solidFill>
                <a:latin typeface="等线" pitchFamily="2" charset="-122"/>
                <a:ea typeface="等线" pitchFamily="2" charset="-122"/>
                <a:cs typeface="+mn-cs"/>
              </a:defRPr>
            </a:lvl8pPr>
            <a:lvl9pPr marL="3657600" algn="l" defTabSz="914400" rtl="0" eaLnBrk="1" latinLnBrk="0" hangingPunct="1">
              <a:defRPr kern="1200">
                <a:solidFill>
                  <a:schemeClr val="tx1"/>
                </a:solidFill>
                <a:latin typeface="等线" pitchFamily="2" charset="-122"/>
                <a:ea typeface="等线" pitchFamily="2" charset="-122"/>
                <a:cs typeface="+mn-cs"/>
              </a:defRPr>
            </a:lvl9pPr>
          </a:lstStyle>
          <a:p>
            <a:pPr marL="0" marR="0" lvl="0" indent="0" algn="l" defTabSz="228600" rtl="0" eaLnBrk="1" fontAlgn="base" latinLnBrk="0" hangingPunct="1">
              <a:lnSpc>
                <a:spcPct val="100000"/>
              </a:lnSpc>
              <a:spcBef>
                <a:spcPct val="0"/>
              </a:spcBef>
              <a:spcAft>
                <a:spcPct val="0"/>
              </a:spcAft>
              <a:buClrTx/>
              <a:buSzTx/>
              <a:buFontTx/>
              <a:buNone/>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kumimoji="0" sz="15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Arial" panose="020B0604020202020204" pitchFamily="34" charset="0"/>
              <a:ea typeface="微软雅黑" panose="020B0503020204020204" pitchFamily="34" charset="-122"/>
              <a:cs typeface="Gill Sans"/>
              <a:sym typeface="Arial" panose="020B0604020202020204" pitchFamily="34" charset="0"/>
            </a:endParaRPr>
          </a:p>
        </p:txBody>
      </p:sp>
      <p:sp>
        <p:nvSpPr>
          <p:cNvPr id="49169" name="TextBox 36"/>
          <p:cNvSpPr txBox="1"/>
          <p:nvPr/>
        </p:nvSpPr>
        <p:spPr>
          <a:xfrm>
            <a:off x="517525" y="2422525"/>
            <a:ext cx="3081338" cy="3754438"/>
          </a:xfrm>
          <a:prstGeom prst="rect">
            <a:avLst/>
          </a:prstGeom>
          <a:noFill/>
          <a:ln w="9525">
            <a:noFill/>
          </a:ln>
        </p:spPr>
        <p:txBody>
          <a:bodyPr>
            <a:spAutoFit/>
          </a:bodyPr>
          <a:p>
            <a:r>
              <a:rPr lang="en-US" altLang="zh-CN" sz="1400" b="1" dirty="0">
                <a:solidFill>
                  <a:schemeClr val="bg1"/>
                </a:solidFill>
                <a:latin typeface="微软雅黑" panose="020B0503020204020204" pitchFamily="34" charset="-122"/>
                <a:ea typeface="微软雅黑" panose="020B0503020204020204" pitchFamily="34" charset="-122"/>
              </a:rPr>
              <a:t>1</a:t>
            </a:r>
            <a:r>
              <a:rPr lang="zh-CN" altLang="en-US" sz="1400" b="1" dirty="0">
                <a:solidFill>
                  <a:schemeClr val="bg1"/>
                </a:solidFill>
                <a:latin typeface="微软雅黑" panose="020B0503020204020204" pitchFamily="34" charset="-122"/>
                <a:ea typeface="微软雅黑" panose="020B0503020204020204" pitchFamily="34" charset="-122"/>
              </a:rPr>
              <a:t>：</a:t>
            </a:r>
            <a:r>
              <a:rPr lang="zh-CN" altLang="zh-CN" sz="1400" b="1" dirty="0">
                <a:solidFill>
                  <a:schemeClr val="bg1"/>
                </a:solidFill>
                <a:latin typeface="微软雅黑" panose="020B0503020204020204" pitchFamily="34" charset="-122"/>
                <a:ea typeface="微软雅黑" panose="020B0503020204020204" pitchFamily="34" charset="-122"/>
              </a:rPr>
              <a:t>团队准备</a:t>
            </a:r>
            <a:r>
              <a:rPr lang="en-US" altLang="zh-CN" sz="1400" b="1" dirty="0">
                <a:solidFill>
                  <a:schemeClr val="bg1"/>
                </a:solidFill>
                <a:latin typeface="微软雅黑" panose="020B0503020204020204" pitchFamily="34" charset="-122"/>
                <a:ea typeface="微软雅黑" panose="020B0503020204020204" pitchFamily="34" charset="-122"/>
              </a:rPr>
              <a:t>,</a:t>
            </a:r>
            <a:r>
              <a:rPr lang="zh-CN" altLang="zh-CN" sz="1400" b="1" dirty="0">
                <a:solidFill>
                  <a:schemeClr val="bg1"/>
                </a:solidFill>
                <a:latin typeface="微软雅黑" panose="020B0503020204020204" pitchFamily="34" charset="-122"/>
                <a:ea typeface="微软雅黑" panose="020B0503020204020204" pitchFamily="34" charset="-122"/>
              </a:rPr>
              <a:t>运营、账号对接，现有的款式分析，诊断，双方对接人员确定上新产品准备</a:t>
            </a:r>
            <a:r>
              <a:rPr lang="en-US" altLang="zh-CN" sz="1400" b="1" dirty="0">
                <a:solidFill>
                  <a:schemeClr val="bg1"/>
                </a:solidFill>
                <a:latin typeface="微软雅黑" panose="020B0503020204020204" pitchFamily="34" charset="-122"/>
                <a:ea typeface="微软雅黑" panose="020B0503020204020204" pitchFamily="34" charset="-122"/>
              </a:rPr>
              <a:t>(</a:t>
            </a:r>
            <a:r>
              <a:rPr lang="zh-CN" altLang="zh-CN" sz="1400" b="1" dirty="0">
                <a:solidFill>
                  <a:schemeClr val="bg1"/>
                </a:solidFill>
                <a:latin typeface="微软雅黑" panose="020B0503020204020204" pitchFamily="34" charset="-122"/>
                <a:ea typeface="微软雅黑" panose="020B0503020204020204" pitchFamily="34" charset="-122"/>
              </a:rPr>
              <a:t>考察市场，针对亚马逊店铺同行分析，做出热销产品的价格战略方案</a:t>
            </a:r>
            <a:r>
              <a:rPr lang="en-US" altLang="zh-CN" sz="1400" b="1" dirty="0">
                <a:solidFill>
                  <a:schemeClr val="bg1"/>
                </a:solidFill>
                <a:latin typeface="微软雅黑" panose="020B0503020204020204" pitchFamily="34" charset="-122"/>
                <a:ea typeface="微软雅黑" panose="020B0503020204020204" pitchFamily="34" charset="-122"/>
              </a:rPr>
              <a:t>)</a:t>
            </a:r>
            <a:endParaRPr lang="en-US" altLang="zh-CN" sz="1400" b="1" dirty="0">
              <a:solidFill>
                <a:schemeClr val="bg1"/>
              </a:solidFill>
              <a:latin typeface="微软雅黑" panose="020B0503020204020204" pitchFamily="34" charset="-122"/>
              <a:ea typeface="微软雅黑" panose="020B0503020204020204" pitchFamily="34" charset="-122"/>
            </a:endParaRPr>
          </a:p>
          <a:p>
            <a:endParaRPr lang="en-US" altLang="zh-CN" sz="1400" b="1" dirty="0">
              <a:solidFill>
                <a:schemeClr val="bg1"/>
              </a:solidFill>
              <a:latin typeface="微软雅黑" panose="020B0503020204020204" pitchFamily="34" charset="-122"/>
              <a:ea typeface="微软雅黑" panose="020B0503020204020204" pitchFamily="34" charset="-122"/>
            </a:endParaRPr>
          </a:p>
          <a:p>
            <a:r>
              <a:rPr lang="en-US" altLang="zh-CN" sz="1400" b="1" dirty="0">
                <a:solidFill>
                  <a:schemeClr val="bg1"/>
                </a:solidFill>
                <a:latin typeface="微软雅黑" panose="020B0503020204020204" pitchFamily="34" charset="-122"/>
                <a:ea typeface="微软雅黑" panose="020B0503020204020204" pitchFamily="34" charset="-122"/>
              </a:rPr>
              <a:t>2</a:t>
            </a:r>
            <a:r>
              <a:rPr lang="zh-CN" altLang="en-US" sz="1400" b="1" dirty="0">
                <a:solidFill>
                  <a:schemeClr val="bg1"/>
                </a:solidFill>
                <a:latin typeface="微软雅黑" panose="020B0503020204020204" pitchFamily="34" charset="-122"/>
                <a:ea typeface="微软雅黑" panose="020B0503020204020204" pitchFamily="34" charset="-122"/>
              </a:rPr>
              <a:t>：</a:t>
            </a:r>
            <a:r>
              <a:rPr lang="zh-CN" altLang="zh-CN" sz="1400" b="1" dirty="0">
                <a:solidFill>
                  <a:schemeClr val="bg1"/>
                </a:solidFill>
                <a:latin typeface="微软雅黑" panose="020B0503020204020204" pitchFamily="34" charset="-122"/>
                <a:ea typeface="微软雅黑" panose="020B0503020204020204" pitchFamily="34" charset="-122"/>
              </a:rPr>
              <a:t>店铺全新上线准备</a:t>
            </a:r>
            <a:r>
              <a:rPr lang="zh-CN" altLang="en-US" sz="1400" b="1" dirty="0">
                <a:solidFill>
                  <a:schemeClr val="bg1"/>
                </a:solidFill>
                <a:latin typeface="微软雅黑" panose="020B0503020204020204" pitchFamily="34" charset="-122"/>
                <a:ea typeface="微软雅黑" panose="020B0503020204020204" pitchFamily="34" charset="-122"/>
              </a:rPr>
              <a:t>，挑选出迎合市场的产品，通过市场数据分析，挑选出搜索量大的产品备货</a:t>
            </a:r>
            <a:r>
              <a:rPr lang="en-US" altLang="zh-CN" sz="1400" b="1" dirty="0">
                <a:solidFill>
                  <a:schemeClr val="bg1"/>
                </a:solidFill>
                <a:latin typeface="微软雅黑" panose="020B0503020204020204" pitchFamily="34" charset="-122"/>
                <a:ea typeface="微软雅黑" panose="020B0503020204020204" pitchFamily="34" charset="-122"/>
              </a:rPr>
              <a:t>FBA</a:t>
            </a:r>
            <a:r>
              <a:rPr lang="zh-CN" altLang="en-US" sz="1400" b="1" dirty="0">
                <a:solidFill>
                  <a:schemeClr val="bg1"/>
                </a:solidFill>
                <a:latin typeface="微软雅黑" panose="020B0503020204020204" pitchFamily="34" charset="-122"/>
                <a:ea typeface="微软雅黑" panose="020B0503020204020204" pitchFamily="34" charset="-122"/>
              </a:rPr>
              <a:t>，做主推款提升店铺权重</a:t>
            </a:r>
            <a:endParaRPr lang="en-US" altLang="zh-CN" sz="1400" b="1" dirty="0">
              <a:solidFill>
                <a:schemeClr val="bg1"/>
              </a:solidFill>
              <a:latin typeface="微软雅黑" panose="020B0503020204020204" pitchFamily="34" charset="-122"/>
              <a:ea typeface="微软雅黑" panose="020B0503020204020204" pitchFamily="34" charset="-122"/>
            </a:endParaRPr>
          </a:p>
          <a:p>
            <a:endParaRPr lang="en-US" altLang="zh-CN" sz="1400" b="1" dirty="0">
              <a:solidFill>
                <a:schemeClr val="bg1"/>
              </a:solidFill>
              <a:latin typeface="微软雅黑" panose="020B0503020204020204" pitchFamily="34" charset="-122"/>
              <a:ea typeface="微软雅黑" panose="020B0503020204020204" pitchFamily="34" charset="-122"/>
            </a:endParaRPr>
          </a:p>
          <a:p>
            <a:r>
              <a:rPr lang="en-US" altLang="zh-CN" sz="1400" b="1" dirty="0">
                <a:solidFill>
                  <a:schemeClr val="bg1"/>
                </a:solidFill>
                <a:latin typeface="微软雅黑" panose="020B0503020204020204" pitchFamily="34" charset="-122"/>
                <a:ea typeface="微软雅黑" panose="020B0503020204020204" pitchFamily="34" charset="-122"/>
              </a:rPr>
              <a:t>3</a:t>
            </a:r>
            <a:r>
              <a:rPr lang="zh-CN" altLang="en-US" sz="1400" b="1" dirty="0">
                <a:solidFill>
                  <a:schemeClr val="bg1"/>
                </a:solidFill>
                <a:latin typeface="微软雅黑" panose="020B0503020204020204" pitchFamily="34" charset="-122"/>
                <a:ea typeface="微软雅黑" panose="020B0503020204020204" pitchFamily="34" charset="-122"/>
              </a:rPr>
              <a:t>：优化产品</a:t>
            </a:r>
            <a:r>
              <a:rPr lang="en-US" altLang="zh-CN" sz="1400" b="1" dirty="0">
                <a:solidFill>
                  <a:schemeClr val="bg1"/>
                </a:solidFill>
                <a:latin typeface="微软雅黑" panose="020B0503020204020204" pitchFamily="34" charset="-122"/>
                <a:ea typeface="微软雅黑" panose="020B0503020204020204" pitchFamily="34" charset="-122"/>
              </a:rPr>
              <a:t>Listing</a:t>
            </a:r>
            <a:r>
              <a:rPr lang="zh-CN" altLang="en-US" sz="1400" b="1" dirty="0">
                <a:solidFill>
                  <a:schemeClr val="bg1"/>
                </a:solidFill>
                <a:latin typeface="微软雅黑" panose="020B0503020204020204" pitchFamily="34" charset="-122"/>
                <a:ea typeface="微软雅黑" panose="020B0503020204020204" pitchFamily="34" charset="-122"/>
              </a:rPr>
              <a:t>，将市场缺少的产品型号补齐，为圣诞节活动做储备。</a:t>
            </a:r>
            <a:endParaRPr lang="en-US" altLang="zh-CN" sz="1400" b="1" dirty="0">
              <a:solidFill>
                <a:schemeClr val="bg1"/>
              </a:solidFill>
              <a:latin typeface="微软雅黑" panose="020B0503020204020204" pitchFamily="34" charset="-122"/>
              <a:ea typeface="微软雅黑" panose="020B0503020204020204" pitchFamily="34" charset="-122"/>
            </a:endParaRPr>
          </a:p>
          <a:p>
            <a:r>
              <a:rPr lang="en-US" altLang="zh-CN" sz="1400" b="1" dirty="0">
                <a:solidFill>
                  <a:schemeClr val="bg1"/>
                </a:solidFill>
                <a:latin typeface="微软雅黑" panose="020B0503020204020204" pitchFamily="34" charset="-122"/>
                <a:ea typeface="微软雅黑" panose="020B0503020204020204" pitchFamily="34" charset="-122"/>
              </a:rPr>
              <a:t>(</a:t>
            </a:r>
            <a:r>
              <a:rPr lang="zh-CN" altLang="zh-CN" sz="1400" b="1" dirty="0">
                <a:solidFill>
                  <a:schemeClr val="bg1"/>
                </a:solidFill>
                <a:latin typeface="微软雅黑" panose="020B0503020204020204" pitchFamily="34" charset="-122"/>
                <a:ea typeface="微软雅黑" panose="020B0503020204020204" pitchFamily="34" charset="-122"/>
              </a:rPr>
              <a:t>美工图片处理，产品上传，客户搜索习惯，目标产品关键词整理分析等</a:t>
            </a:r>
            <a:r>
              <a:rPr lang="zh-CN" altLang="en-US" sz="1400" b="1" dirty="0">
                <a:solidFill>
                  <a:schemeClr val="bg1"/>
                </a:solidFill>
                <a:latin typeface="微软雅黑" panose="020B0503020204020204" pitchFamily="34" charset="-122"/>
                <a:ea typeface="微软雅黑" panose="020B0503020204020204" pitchFamily="34" charset="-122"/>
              </a:rPr>
              <a:t>）</a:t>
            </a:r>
            <a:endParaRPr lang="en-US" altLang="zh-CN" sz="1400"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sp>
        <p:nvSpPr>
          <p:cNvPr id="49170" name="Rectangle 37"/>
          <p:cNvSpPr/>
          <p:nvPr/>
        </p:nvSpPr>
        <p:spPr>
          <a:xfrm>
            <a:off x="352425" y="2060575"/>
            <a:ext cx="3711575" cy="369888"/>
          </a:xfrm>
          <a:prstGeom prst="rect">
            <a:avLst/>
          </a:prstGeom>
          <a:noFill/>
          <a:ln w="9525">
            <a:noFill/>
          </a:ln>
        </p:spPr>
        <p:txBody>
          <a:bodyPr wrap="none">
            <a:spAutoFit/>
          </a:bodyPr>
          <a:p>
            <a:r>
              <a:rPr lang="zh-CN" altLang="zh-CN" b="1" dirty="0">
                <a:solidFill>
                  <a:schemeClr val="bg1"/>
                </a:solidFill>
                <a:latin typeface="Arial" panose="020B0604020202020204" pitchFamily="34" charset="0"/>
                <a:ea typeface="微软雅黑" panose="020B0503020204020204" pitchFamily="34" charset="-122"/>
                <a:sym typeface="Arial" panose="020B0604020202020204" pitchFamily="34" charset="0"/>
              </a:rPr>
              <a:t>第一</a:t>
            </a:r>
            <a:r>
              <a:rPr lang="zh-CN" altLang="en-US" b="1" dirty="0">
                <a:solidFill>
                  <a:schemeClr val="bg1"/>
                </a:solidFill>
                <a:latin typeface="Arial" panose="020B0604020202020204" pitchFamily="34" charset="0"/>
                <a:ea typeface="微软雅黑" panose="020B0503020204020204" pitchFamily="34" charset="-122"/>
                <a:sym typeface="Arial" panose="020B0604020202020204" pitchFamily="34" charset="0"/>
              </a:rPr>
              <a:t>周</a:t>
            </a:r>
            <a:r>
              <a:rPr lang="en-US" altLang="zh-CN" b="1" dirty="0">
                <a:solidFill>
                  <a:schemeClr val="bg1"/>
                </a:solidFill>
                <a:latin typeface="Arial" panose="020B0604020202020204" pitchFamily="34" charset="0"/>
                <a:ea typeface="微软雅黑" panose="020B0503020204020204" pitchFamily="34" charset="-122"/>
                <a:sym typeface="Arial" panose="020B0604020202020204" pitchFamily="34" charset="0"/>
              </a:rPr>
              <a:t> </a:t>
            </a:r>
            <a:r>
              <a:rPr lang="zh-CN" altLang="zh-CN" b="1" dirty="0">
                <a:solidFill>
                  <a:schemeClr val="bg1"/>
                </a:solidFill>
                <a:latin typeface="Arial" panose="020B0604020202020204" pitchFamily="34" charset="0"/>
                <a:ea typeface="微软雅黑" panose="020B0503020204020204" pitchFamily="34" charset="-122"/>
                <a:sym typeface="Arial" panose="020B0604020202020204" pitchFamily="34" charset="0"/>
              </a:rPr>
              <a:t>客户对接，确认相关资料：</a:t>
            </a:r>
            <a:endParaRPr lang="zh-CN" altLang="zh-CN" b="1"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sp>
        <p:nvSpPr>
          <p:cNvPr id="43" name="Shape 2856"/>
          <p:cNvSpPr/>
          <p:nvPr/>
        </p:nvSpPr>
        <p:spPr>
          <a:xfrm>
            <a:off x="5867400" y="1366838"/>
            <a:ext cx="482600" cy="482600"/>
          </a:xfrm>
          <a:custGeom>
            <a:avLst/>
            <a:gdLst>
              <a:gd name="T0" fmla="*/ 6827 w 6827"/>
              <a:gd name="T1" fmla="*/ 2958 h 6827"/>
              <a:gd name="T2" fmla="*/ 6372 w 6827"/>
              <a:gd name="T3" fmla="*/ 0 h 6827"/>
              <a:gd name="T4" fmla="*/ 3300 w 6827"/>
              <a:gd name="T5" fmla="*/ 114 h 6827"/>
              <a:gd name="T6" fmla="*/ 3641 w 6827"/>
              <a:gd name="T7" fmla="*/ 1252 h 6827"/>
              <a:gd name="T8" fmla="*/ 4210 w 6827"/>
              <a:gd name="T9" fmla="*/ 910 h 6827"/>
              <a:gd name="T10" fmla="*/ 4210 w 6827"/>
              <a:gd name="T11" fmla="*/ 1820 h 6827"/>
              <a:gd name="T12" fmla="*/ 3641 w 6827"/>
              <a:gd name="T13" fmla="*/ 1479 h 6827"/>
              <a:gd name="T14" fmla="*/ 3300 w 6827"/>
              <a:gd name="T15" fmla="*/ 3300 h 6827"/>
              <a:gd name="T16" fmla="*/ 1707 w 6827"/>
              <a:gd name="T17" fmla="*/ 3186 h 6827"/>
              <a:gd name="T18" fmla="*/ 2048 w 6827"/>
              <a:gd name="T19" fmla="*/ 2617 h 6827"/>
              <a:gd name="T20" fmla="*/ 683 w 6827"/>
              <a:gd name="T21" fmla="*/ 2617 h 6827"/>
              <a:gd name="T22" fmla="*/ 1024 w 6827"/>
              <a:gd name="T23" fmla="*/ 3184 h 6827"/>
              <a:gd name="T24" fmla="*/ 228 w 6827"/>
              <a:gd name="T25" fmla="*/ 3300 h 6827"/>
              <a:gd name="T26" fmla="*/ 455 w 6827"/>
              <a:gd name="T27" fmla="*/ 228 h 6827"/>
              <a:gd name="T28" fmla="*/ 3072 w 6827"/>
              <a:gd name="T29" fmla="*/ 114 h 6827"/>
              <a:gd name="T30" fmla="*/ 455 w 6827"/>
              <a:gd name="T31" fmla="*/ 0 h 6827"/>
              <a:gd name="T32" fmla="*/ 0 w 6827"/>
              <a:gd name="T33" fmla="*/ 3413 h 6827"/>
              <a:gd name="T34" fmla="*/ 910 w 6827"/>
              <a:gd name="T35" fmla="*/ 3527 h 6827"/>
              <a:gd name="T36" fmla="*/ 1079 w 6827"/>
              <a:gd name="T37" fmla="*/ 2910 h 6827"/>
              <a:gd name="T38" fmla="*/ 1365 w 6827"/>
              <a:gd name="T39" fmla="*/ 2276 h 6827"/>
              <a:gd name="T40" fmla="*/ 1648 w 6827"/>
              <a:gd name="T41" fmla="*/ 2912 h 6827"/>
              <a:gd name="T42" fmla="*/ 1820 w 6827"/>
              <a:gd name="T43" fmla="*/ 3527 h 6827"/>
              <a:gd name="T44" fmla="*/ 3300 w 6827"/>
              <a:gd name="T45" fmla="*/ 5006 h 6827"/>
              <a:gd name="T46" fmla="*/ 3109 w 6827"/>
              <a:gd name="T47" fmla="*/ 5066 h 6827"/>
              <a:gd name="T48" fmla="*/ 2048 w 6827"/>
              <a:gd name="T49" fmla="*/ 5461 h 6827"/>
              <a:gd name="T50" fmla="*/ 3106 w 6827"/>
              <a:gd name="T51" fmla="*/ 5862 h 6827"/>
              <a:gd name="T52" fmla="*/ 3300 w 6827"/>
              <a:gd name="T53" fmla="*/ 5916 h 6827"/>
              <a:gd name="T54" fmla="*/ 455 w 6827"/>
              <a:gd name="T55" fmla="*/ 6599 h 6827"/>
              <a:gd name="T56" fmla="*/ 228 w 6827"/>
              <a:gd name="T57" fmla="*/ 3868 h 6827"/>
              <a:gd name="T58" fmla="*/ 0 w 6827"/>
              <a:gd name="T59" fmla="*/ 3868 h 6827"/>
              <a:gd name="T60" fmla="*/ 455 w 6827"/>
              <a:gd name="T61" fmla="*/ 6827 h 6827"/>
              <a:gd name="T62" fmla="*/ 3527 w 6827"/>
              <a:gd name="T63" fmla="*/ 6713 h 6827"/>
              <a:gd name="T64" fmla="*/ 3186 w 6827"/>
              <a:gd name="T65" fmla="*/ 5575 h 6827"/>
              <a:gd name="T66" fmla="*/ 2617 w 6827"/>
              <a:gd name="T67" fmla="*/ 5916 h 6827"/>
              <a:gd name="T68" fmla="*/ 2617 w 6827"/>
              <a:gd name="T69" fmla="*/ 5006 h 6827"/>
              <a:gd name="T70" fmla="*/ 3186 w 6827"/>
              <a:gd name="T71" fmla="*/ 5348 h 6827"/>
              <a:gd name="T72" fmla="*/ 3527 w 6827"/>
              <a:gd name="T73" fmla="*/ 3527 h 6827"/>
              <a:gd name="T74" fmla="*/ 5120 w 6827"/>
              <a:gd name="T75" fmla="*/ 3641 h 6827"/>
              <a:gd name="T76" fmla="*/ 4779 w 6827"/>
              <a:gd name="T77" fmla="*/ 4210 h 6827"/>
              <a:gd name="T78" fmla="*/ 6144 w 6827"/>
              <a:gd name="T79" fmla="*/ 4210 h 6827"/>
              <a:gd name="T80" fmla="*/ 5803 w 6827"/>
              <a:gd name="T81" fmla="*/ 3642 h 6827"/>
              <a:gd name="T82" fmla="*/ 6599 w 6827"/>
              <a:gd name="T83" fmla="*/ 3527 h 6827"/>
              <a:gd name="T84" fmla="*/ 6372 w 6827"/>
              <a:gd name="T85" fmla="*/ 6599 h 6827"/>
              <a:gd name="T86" fmla="*/ 3755 w 6827"/>
              <a:gd name="T87" fmla="*/ 6713 h 6827"/>
              <a:gd name="T88" fmla="*/ 6372 w 6827"/>
              <a:gd name="T89" fmla="*/ 6827 h 6827"/>
              <a:gd name="T90" fmla="*/ 6827 w 6827"/>
              <a:gd name="T91" fmla="*/ 3413 h 6827"/>
              <a:gd name="T92" fmla="*/ 5916 w 6827"/>
              <a:gd name="T93" fmla="*/ 3300 h 6827"/>
              <a:gd name="T94" fmla="*/ 5747 w 6827"/>
              <a:gd name="T95" fmla="*/ 3917 h 6827"/>
              <a:gd name="T96" fmla="*/ 5461 w 6827"/>
              <a:gd name="T97" fmla="*/ 4551 h 6827"/>
              <a:gd name="T98" fmla="*/ 5178 w 6827"/>
              <a:gd name="T99" fmla="*/ 3915 h 6827"/>
              <a:gd name="T100" fmla="*/ 5006 w 6827"/>
              <a:gd name="T101" fmla="*/ 3300 h 6827"/>
              <a:gd name="T102" fmla="*/ 3527 w 6827"/>
              <a:gd name="T103" fmla="*/ 1820 h 6827"/>
              <a:gd name="T104" fmla="*/ 3717 w 6827"/>
              <a:gd name="T105" fmla="*/ 1761 h 6827"/>
              <a:gd name="T106" fmla="*/ 4779 w 6827"/>
              <a:gd name="T107" fmla="*/ 1365 h 6827"/>
              <a:gd name="T108" fmla="*/ 3720 w 6827"/>
              <a:gd name="T109" fmla="*/ 965 h 6827"/>
              <a:gd name="T110" fmla="*/ 3527 w 6827"/>
              <a:gd name="T111" fmla="*/ 910 h 6827"/>
              <a:gd name="T112" fmla="*/ 6372 w 6827"/>
              <a:gd name="T113" fmla="*/ 228 h 6827"/>
              <a:gd name="T114" fmla="*/ 6599 w 6827"/>
              <a:gd name="T115" fmla="*/ 2958 h 68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6827" h="6827">
                <a:moveTo>
                  <a:pt x="6713" y="3072"/>
                </a:moveTo>
                <a:cubicBezTo>
                  <a:pt x="6776" y="3072"/>
                  <a:pt x="6827" y="3021"/>
                  <a:pt x="6827" y="2958"/>
                </a:cubicBezTo>
                <a:lnTo>
                  <a:pt x="6827" y="455"/>
                </a:lnTo>
                <a:cubicBezTo>
                  <a:pt x="6827" y="204"/>
                  <a:pt x="6623" y="0"/>
                  <a:pt x="6372" y="0"/>
                </a:cubicBezTo>
                <a:lnTo>
                  <a:pt x="3413" y="0"/>
                </a:lnTo>
                <a:cubicBezTo>
                  <a:pt x="3351" y="0"/>
                  <a:pt x="3300" y="51"/>
                  <a:pt x="3300" y="114"/>
                </a:cubicBezTo>
                <a:lnTo>
                  <a:pt x="3300" y="910"/>
                </a:lnTo>
                <a:cubicBezTo>
                  <a:pt x="3300" y="1161"/>
                  <a:pt x="3504" y="1252"/>
                  <a:pt x="3641" y="1252"/>
                </a:cubicBezTo>
                <a:cubicBezTo>
                  <a:pt x="3754" y="1252"/>
                  <a:pt x="3852" y="1190"/>
                  <a:pt x="3917" y="1079"/>
                </a:cubicBezTo>
                <a:cubicBezTo>
                  <a:pt x="3979" y="973"/>
                  <a:pt x="4088" y="910"/>
                  <a:pt x="4210" y="910"/>
                </a:cubicBezTo>
                <a:cubicBezTo>
                  <a:pt x="4408" y="910"/>
                  <a:pt x="4551" y="1102"/>
                  <a:pt x="4551" y="1365"/>
                </a:cubicBezTo>
                <a:cubicBezTo>
                  <a:pt x="4551" y="1629"/>
                  <a:pt x="4408" y="1820"/>
                  <a:pt x="4210" y="1820"/>
                </a:cubicBezTo>
                <a:cubicBezTo>
                  <a:pt x="4088" y="1820"/>
                  <a:pt x="3975" y="1754"/>
                  <a:pt x="3915" y="1648"/>
                </a:cubicBezTo>
                <a:cubicBezTo>
                  <a:pt x="3854" y="1541"/>
                  <a:pt x="3754" y="1479"/>
                  <a:pt x="3641" y="1479"/>
                </a:cubicBezTo>
                <a:cubicBezTo>
                  <a:pt x="3504" y="1479"/>
                  <a:pt x="3300" y="1570"/>
                  <a:pt x="3300" y="1820"/>
                </a:cubicBezTo>
                <a:lnTo>
                  <a:pt x="3300" y="3300"/>
                </a:lnTo>
                <a:lnTo>
                  <a:pt x="1820" y="3300"/>
                </a:lnTo>
                <a:cubicBezTo>
                  <a:pt x="1729" y="3300"/>
                  <a:pt x="1708" y="3237"/>
                  <a:pt x="1707" y="3186"/>
                </a:cubicBezTo>
                <a:cubicBezTo>
                  <a:pt x="1707" y="3155"/>
                  <a:pt x="1725" y="3130"/>
                  <a:pt x="1761" y="3109"/>
                </a:cubicBezTo>
                <a:cubicBezTo>
                  <a:pt x="1938" y="3009"/>
                  <a:pt x="2048" y="2820"/>
                  <a:pt x="2048" y="2617"/>
                </a:cubicBezTo>
                <a:cubicBezTo>
                  <a:pt x="2048" y="2292"/>
                  <a:pt x="1754" y="2048"/>
                  <a:pt x="1365" y="2048"/>
                </a:cubicBezTo>
                <a:cubicBezTo>
                  <a:pt x="976" y="2048"/>
                  <a:pt x="683" y="2292"/>
                  <a:pt x="683" y="2617"/>
                </a:cubicBezTo>
                <a:cubicBezTo>
                  <a:pt x="683" y="2817"/>
                  <a:pt x="791" y="3005"/>
                  <a:pt x="965" y="3106"/>
                </a:cubicBezTo>
                <a:cubicBezTo>
                  <a:pt x="1024" y="3141"/>
                  <a:pt x="1024" y="3175"/>
                  <a:pt x="1024" y="3184"/>
                </a:cubicBezTo>
                <a:cubicBezTo>
                  <a:pt x="1023" y="3237"/>
                  <a:pt x="1002" y="3300"/>
                  <a:pt x="910" y="3300"/>
                </a:cubicBezTo>
                <a:lnTo>
                  <a:pt x="228" y="3300"/>
                </a:lnTo>
                <a:lnTo>
                  <a:pt x="228" y="455"/>
                </a:lnTo>
                <a:cubicBezTo>
                  <a:pt x="228" y="330"/>
                  <a:pt x="330" y="228"/>
                  <a:pt x="455" y="228"/>
                </a:cubicBezTo>
                <a:lnTo>
                  <a:pt x="2958" y="228"/>
                </a:lnTo>
                <a:cubicBezTo>
                  <a:pt x="3021" y="228"/>
                  <a:pt x="3072" y="177"/>
                  <a:pt x="3072" y="114"/>
                </a:cubicBezTo>
                <a:cubicBezTo>
                  <a:pt x="3072" y="51"/>
                  <a:pt x="3021" y="0"/>
                  <a:pt x="2958" y="0"/>
                </a:cubicBezTo>
                <a:lnTo>
                  <a:pt x="455" y="0"/>
                </a:lnTo>
                <a:cubicBezTo>
                  <a:pt x="204" y="0"/>
                  <a:pt x="0" y="204"/>
                  <a:pt x="0" y="455"/>
                </a:cubicBezTo>
                <a:lnTo>
                  <a:pt x="0" y="3413"/>
                </a:lnTo>
                <a:cubicBezTo>
                  <a:pt x="0" y="3476"/>
                  <a:pt x="51" y="3527"/>
                  <a:pt x="114" y="3527"/>
                </a:cubicBezTo>
                <a:lnTo>
                  <a:pt x="910" y="3527"/>
                </a:lnTo>
                <a:cubicBezTo>
                  <a:pt x="1161" y="3527"/>
                  <a:pt x="1252" y="3323"/>
                  <a:pt x="1252" y="3186"/>
                </a:cubicBezTo>
                <a:cubicBezTo>
                  <a:pt x="1252" y="3073"/>
                  <a:pt x="1190" y="2975"/>
                  <a:pt x="1079" y="2910"/>
                </a:cubicBezTo>
                <a:cubicBezTo>
                  <a:pt x="973" y="2848"/>
                  <a:pt x="910" y="2739"/>
                  <a:pt x="910" y="2617"/>
                </a:cubicBezTo>
                <a:cubicBezTo>
                  <a:pt x="910" y="2419"/>
                  <a:pt x="1102" y="2276"/>
                  <a:pt x="1365" y="2276"/>
                </a:cubicBezTo>
                <a:cubicBezTo>
                  <a:pt x="1629" y="2276"/>
                  <a:pt x="1820" y="2419"/>
                  <a:pt x="1820" y="2617"/>
                </a:cubicBezTo>
                <a:cubicBezTo>
                  <a:pt x="1820" y="2738"/>
                  <a:pt x="1754" y="2851"/>
                  <a:pt x="1648" y="2912"/>
                </a:cubicBezTo>
                <a:cubicBezTo>
                  <a:pt x="1541" y="2973"/>
                  <a:pt x="1479" y="3073"/>
                  <a:pt x="1479" y="3186"/>
                </a:cubicBezTo>
                <a:cubicBezTo>
                  <a:pt x="1479" y="3323"/>
                  <a:pt x="1570" y="3527"/>
                  <a:pt x="1820" y="3527"/>
                </a:cubicBezTo>
                <a:lnTo>
                  <a:pt x="3300" y="3527"/>
                </a:lnTo>
                <a:lnTo>
                  <a:pt x="3300" y="5006"/>
                </a:lnTo>
                <a:cubicBezTo>
                  <a:pt x="3300" y="5098"/>
                  <a:pt x="3237" y="5119"/>
                  <a:pt x="3186" y="5120"/>
                </a:cubicBezTo>
                <a:cubicBezTo>
                  <a:pt x="3155" y="5120"/>
                  <a:pt x="3130" y="5102"/>
                  <a:pt x="3109" y="5066"/>
                </a:cubicBezTo>
                <a:cubicBezTo>
                  <a:pt x="3009" y="4889"/>
                  <a:pt x="2820" y="4779"/>
                  <a:pt x="2617" y="4779"/>
                </a:cubicBezTo>
                <a:cubicBezTo>
                  <a:pt x="2292" y="4779"/>
                  <a:pt x="2048" y="5072"/>
                  <a:pt x="2048" y="5461"/>
                </a:cubicBezTo>
                <a:cubicBezTo>
                  <a:pt x="2048" y="5850"/>
                  <a:pt x="2292" y="6144"/>
                  <a:pt x="2617" y="6144"/>
                </a:cubicBezTo>
                <a:cubicBezTo>
                  <a:pt x="2817" y="6144"/>
                  <a:pt x="3005" y="6036"/>
                  <a:pt x="3106" y="5862"/>
                </a:cubicBezTo>
                <a:cubicBezTo>
                  <a:pt x="3141" y="5803"/>
                  <a:pt x="3175" y="5803"/>
                  <a:pt x="3184" y="5803"/>
                </a:cubicBezTo>
                <a:cubicBezTo>
                  <a:pt x="3237" y="5804"/>
                  <a:pt x="3300" y="5825"/>
                  <a:pt x="3300" y="5916"/>
                </a:cubicBezTo>
                <a:lnTo>
                  <a:pt x="3300" y="6599"/>
                </a:lnTo>
                <a:lnTo>
                  <a:pt x="455" y="6599"/>
                </a:lnTo>
                <a:cubicBezTo>
                  <a:pt x="330" y="6599"/>
                  <a:pt x="228" y="6497"/>
                  <a:pt x="228" y="6372"/>
                </a:cubicBezTo>
                <a:lnTo>
                  <a:pt x="228" y="3868"/>
                </a:lnTo>
                <a:cubicBezTo>
                  <a:pt x="228" y="3806"/>
                  <a:pt x="177" y="3755"/>
                  <a:pt x="114" y="3755"/>
                </a:cubicBezTo>
                <a:cubicBezTo>
                  <a:pt x="51" y="3755"/>
                  <a:pt x="0" y="3806"/>
                  <a:pt x="0" y="3868"/>
                </a:cubicBezTo>
                <a:lnTo>
                  <a:pt x="0" y="6372"/>
                </a:lnTo>
                <a:cubicBezTo>
                  <a:pt x="0" y="6623"/>
                  <a:pt x="204" y="6827"/>
                  <a:pt x="455" y="6827"/>
                </a:cubicBezTo>
                <a:lnTo>
                  <a:pt x="3413" y="6827"/>
                </a:lnTo>
                <a:cubicBezTo>
                  <a:pt x="3476" y="6827"/>
                  <a:pt x="3527" y="6776"/>
                  <a:pt x="3527" y="6713"/>
                </a:cubicBezTo>
                <a:lnTo>
                  <a:pt x="3527" y="5916"/>
                </a:lnTo>
                <a:cubicBezTo>
                  <a:pt x="3527" y="5666"/>
                  <a:pt x="3323" y="5575"/>
                  <a:pt x="3186" y="5575"/>
                </a:cubicBezTo>
                <a:cubicBezTo>
                  <a:pt x="3073" y="5575"/>
                  <a:pt x="2975" y="5636"/>
                  <a:pt x="2910" y="5747"/>
                </a:cubicBezTo>
                <a:cubicBezTo>
                  <a:pt x="2848" y="5853"/>
                  <a:pt x="2739" y="5916"/>
                  <a:pt x="2617" y="5916"/>
                </a:cubicBezTo>
                <a:cubicBezTo>
                  <a:pt x="2419" y="5916"/>
                  <a:pt x="2276" y="5725"/>
                  <a:pt x="2276" y="5461"/>
                </a:cubicBezTo>
                <a:cubicBezTo>
                  <a:pt x="2276" y="5198"/>
                  <a:pt x="2419" y="5006"/>
                  <a:pt x="2617" y="5006"/>
                </a:cubicBezTo>
                <a:cubicBezTo>
                  <a:pt x="2738" y="5006"/>
                  <a:pt x="2851" y="5072"/>
                  <a:pt x="2912" y="5178"/>
                </a:cubicBezTo>
                <a:cubicBezTo>
                  <a:pt x="2973" y="5286"/>
                  <a:pt x="3073" y="5348"/>
                  <a:pt x="3186" y="5348"/>
                </a:cubicBezTo>
                <a:cubicBezTo>
                  <a:pt x="3323" y="5348"/>
                  <a:pt x="3527" y="5257"/>
                  <a:pt x="3527" y="5006"/>
                </a:cubicBezTo>
                <a:lnTo>
                  <a:pt x="3527" y="3527"/>
                </a:lnTo>
                <a:lnTo>
                  <a:pt x="5006" y="3527"/>
                </a:lnTo>
                <a:cubicBezTo>
                  <a:pt x="5098" y="3527"/>
                  <a:pt x="5119" y="3590"/>
                  <a:pt x="5120" y="3641"/>
                </a:cubicBezTo>
                <a:cubicBezTo>
                  <a:pt x="5120" y="3671"/>
                  <a:pt x="5102" y="3697"/>
                  <a:pt x="5066" y="3717"/>
                </a:cubicBezTo>
                <a:cubicBezTo>
                  <a:pt x="4889" y="3818"/>
                  <a:pt x="4779" y="4007"/>
                  <a:pt x="4779" y="4210"/>
                </a:cubicBezTo>
                <a:cubicBezTo>
                  <a:pt x="4779" y="4534"/>
                  <a:pt x="5072" y="4779"/>
                  <a:pt x="5461" y="4779"/>
                </a:cubicBezTo>
                <a:cubicBezTo>
                  <a:pt x="5850" y="4779"/>
                  <a:pt x="6144" y="4534"/>
                  <a:pt x="6144" y="4210"/>
                </a:cubicBezTo>
                <a:cubicBezTo>
                  <a:pt x="6144" y="4009"/>
                  <a:pt x="6036" y="3822"/>
                  <a:pt x="5862" y="3720"/>
                </a:cubicBezTo>
                <a:cubicBezTo>
                  <a:pt x="5803" y="3686"/>
                  <a:pt x="5803" y="3652"/>
                  <a:pt x="5803" y="3642"/>
                </a:cubicBezTo>
                <a:cubicBezTo>
                  <a:pt x="5804" y="3590"/>
                  <a:pt x="5825" y="3527"/>
                  <a:pt x="5916" y="3527"/>
                </a:cubicBezTo>
                <a:lnTo>
                  <a:pt x="6599" y="3527"/>
                </a:lnTo>
                <a:lnTo>
                  <a:pt x="6599" y="6372"/>
                </a:lnTo>
                <a:cubicBezTo>
                  <a:pt x="6599" y="6497"/>
                  <a:pt x="6497" y="6599"/>
                  <a:pt x="6372" y="6599"/>
                </a:cubicBezTo>
                <a:lnTo>
                  <a:pt x="3868" y="6599"/>
                </a:lnTo>
                <a:cubicBezTo>
                  <a:pt x="3806" y="6599"/>
                  <a:pt x="3755" y="6650"/>
                  <a:pt x="3755" y="6713"/>
                </a:cubicBezTo>
                <a:cubicBezTo>
                  <a:pt x="3755" y="6776"/>
                  <a:pt x="3806" y="6827"/>
                  <a:pt x="3868" y="6827"/>
                </a:cubicBezTo>
                <a:lnTo>
                  <a:pt x="6372" y="6827"/>
                </a:lnTo>
                <a:cubicBezTo>
                  <a:pt x="6623" y="6827"/>
                  <a:pt x="6827" y="6623"/>
                  <a:pt x="6827" y="6372"/>
                </a:cubicBezTo>
                <a:lnTo>
                  <a:pt x="6827" y="3413"/>
                </a:lnTo>
                <a:cubicBezTo>
                  <a:pt x="6827" y="3351"/>
                  <a:pt x="6776" y="3300"/>
                  <a:pt x="6713" y="3300"/>
                </a:cubicBezTo>
                <a:lnTo>
                  <a:pt x="5916" y="3300"/>
                </a:lnTo>
                <a:cubicBezTo>
                  <a:pt x="5666" y="3300"/>
                  <a:pt x="5575" y="3504"/>
                  <a:pt x="5575" y="3641"/>
                </a:cubicBezTo>
                <a:cubicBezTo>
                  <a:pt x="5575" y="3754"/>
                  <a:pt x="5636" y="3852"/>
                  <a:pt x="5747" y="3917"/>
                </a:cubicBezTo>
                <a:cubicBezTo>
                  <a:pt x="5853" y="3979"/>
                  <a:pt x="5916" y="4088"/>
                  <a:pt x="5916" y="4210"/>
                </a:cubicBezTo>
                <a:cubicBezTo>
                  <a:pt x="5916" y="4408"/>
                  <a:pt x="5725" y="4551"/>
                  <a:pt x="5461" y="4551"/>
                </a:cubicBezTo>
                <a:cubicBezTo>
                  <a:pt x="5198" y="4551"/>
                  <a:pt x="5006" y="4408"/>
                  <a:pt x="5006" y="4210"/>
                </a:cubicBezTo>
                <a:cubicBezTo>
                  <a:pt x="5006" y="4088"/>
                  <a:pt x="5072" y="3975"/>
                  <a:pt x="5178" y="3915"/>
                </a:cubicBezTo>
                <a:cubicBezTo>
                  <a:pt x="5286" y="3854"/>
                  <a:pt x="5348" y="3754"/>
                  <a:pt x="5348" y="3641"/>
                </a:cubicBezTo>
                <a:cubicBezTo>
                  <a:pt x="5348" y="3504"/>
                  <a:pt x="5257" y="3300"/>
                  <a:pt x="5006" y="3300"/>
                </a:cubicBezTo>
                <a:lnTo>
                  <a:pt x="3527" y="3300"/>
                </a:lnTo>
                <a:lnTo>
                  <a:pt x="3527" y="1820"/>
                </a:lnTo>
                <a:cubicBezTo>
                  <a:pt x="3527" y="1729"/>
                  <a:pt x="3590" y="1708"/>
                  <a:pt x="3641" y="1707"/>
                </a:cubicBezTo>
                <a:cubicBezTo>
                  <a:pt x="3671" y="1707"/>
                  <a:pt x="3697" y="1725"/>
                  <a:pt x="3717" y="1761"/>
                </a:cubicBezTo>
                <a:cubicBezTo>
                  <a:pt x="3818" y="1938"/>
                  <a:pt x="4007" y="2048"/>
                  <a:pt x="4210" y="2048"/>
                </a:cubicBezTo>
                <a:cubicBezTo>
                  <a:pt x="4534" y="2048"/>
                  <a:pt x="4779" y="1754"/>
                  <a:pt x="4779" y="1365"/>
                </a:cubicBezTo>
                <a:cubicBezTo>
                  <a:pt x="4779" y="976"/>
                  <a:pt x="4534" y="683"/>
                  <a:pt x="4210" y="683"/>
                </a:cubicBezTo>
                <a:cubicBezTo>
                  <a:pt x="4009" y="683"/>
                  <a:pt x="3822" y="791"/>
                  <a:pt x="3720" y="965"/>
                </a:cubicBezTo>
                <a:cubicBezTo>
                  <a:pt x="3686" y="1024"/>
                  <a:pt x="3652" y="1024"/>
                  <a:pt x="3642" y="1024"/>
                </a:cubicBezTo>
                <a:cubicBezTo>
                  <a:pt x="3590" y="1023"/>
                  <a:pt x="3527" y="1002"/>
                  <a:pt x="3527" y="910"/>
                </a:cubicBezTo>
                <a:lnTo>
                  <a:pt x="3527" y="228"/>
                </a:lnTo>
                <a:lnTo>
                  <a:pt x="6372" y="228"/>
                </a:lnTo>
                <a:cubicBezTo>
                  <a:pt x="6497" y="228"/>
                  <a:pt x="6599" y="330"/>
                  <a:pt x="6599" y="455"/>
                </a:cubicBezTo>
                <a:lnTo>
                  <a:pt x="6599" y="2958"/>
                </a:lnTo>
                <a:cubicBezTo>
                  <a:pt x="6599" y="3021"/>
                  <a:pt x="6650" y="3072"/>
                  <a:pt x="6713" y="3072"/>
                </a:cubicBezTo>
                <a:close/>
              </a:path>
            </a:pathLst>
          </a:custGeom>
          <a:solidFill>
            <a:schemeClr val="bg1"/>
          </a:solidFill>
          <a:ln w="12700">
            <a:miter lim="400000"/>
          </a:ln>
        </p:spPr>
        <p:txBody>
          <a:bodyPr lIns="19045" tIns="19045" rIns="19045" bIns="19045" anchor="ctr"/>
          <a:lstStyle>
            <a:defPPr>
              <a:defRPr lang="zh-CN"/>
            </a:defPPr>
            <a:lvl1pPr algn="l" rtl="0" fontAlgn="base">
              <a:spcBef>
                <a:spcPct val="0"/>
              </a:spcBef>
              <a:spcAft>
                <a:spcPct val="0"/>
              </a:spcAft>
              <a:defRPr kern="1200">
                <a:solidFill>
                  <a:schemeClr val="tx1"/>
                </a:solidFill>
                <a:latin typeface="等线" pitchFamily="2" charset="-122"/>
                <a:ea typeface="等线" pitchFamily="2" charset="-122"/>
                <a:cs typeface="+mn-cs"/>
              </a:defRPr>
            </a:lvl1pPr>
            <a:lvl2pPr marL="457200" algn="l" rtl="0" fontAlgn="base">
              <a:spcBef>
                <a:spcPct val="0"/>
              </a:spcBef>
              <a:spcAft>
                <a:spcPct val="0"/>
              </a:spcAft>
              <a:defRPr kern="1200">
                <a:solidFill>
                  <a:schemeClr val="tx1"/>
                </a:solidFill>
                <a:latin typeface="等线" pitchFamily="2" charset="-122"/>
                <a:ea typeface="等线" pitchFamily="2" charset="-122"/>
                <a:cs typeface="+mn-cs"/>
              </a:defRPr>
            </a:lvl2pPr>
            <a:lvl3pPr marL="914400" algn="l" rtl="0" fontAlgn="base">
              <a:spcBef>
                <a:spcPct val="0"/>
              </a:spcBef>
              <a:spcAft>
                <a:spcPct val="0"/>
              </a:spcAft>
              <a:defRPr kern="1200">
                <a:solidFill>
                  <a:schemeClr val="tx1"/>
                </a:solidFill>
                <a:latin typeface="等线" pitchFamily="2" charset="-122"/>
                <a:ea typeface="等线" pitchFamily="2" charset="-122"/>
                <a:cs typeface="+mn-cs"/>
              </a:defRPr>
            </a:lvl3pPr>
            <a:lvl4pPr marL="1371600" algn="l" rtl="0" fontAlgn="base">
              <a:spcBef>
                <a:spcPct val="0"/>
              </a:spcBef>
              <a:spcAft>
                <a:spcPct val="0"/>
              </a:spcAft>
              <a:defRPr kern="1200">
                <a:solidFill>
                  <a:schemeClr val="tx1"/>
                </a:solidFill>
                <a:latin typeface="等线" pitchFamily="2" charset="-122"/>
                <a:ea typeface="等线" pitchFamily="2" charset="-122"/>
                <a:cs typeface="+mn-cs"/>
              </a:defRPr>
            </a:lvl4pPr>
            <a:lvl5pPr marL="1828800" algn="l" rtl="0" fontAlgn="base">
              <a:spcBef>
                <a:spcPct val="0"/>
              </a:spcBef>
              <a:spcAft>
                <a:spcPct val="0"/>
              </a:spcAft>
              <a:defRPr kern="1200">
                <a:solidFill>
                  <a:schemeClr val="tx1"/>
                </a:solidFill>
                <a:latin typeface="等线" pitchFamily="2" charset="-122"/>
                <a:ea typeface="等线" pitchFamily="2" charset="-122"/>
                <a:cs typeface="+mn-cs"/>
              </a:defRPr>
            </a:lvl5pPr>
            <a:lvl6pPr marL="2286000" algn="l" defTabSz="914400" rtl="0" eaLnBrk="1" latinLnBrk="0" hangingPunct="1">
              <a:defRPr kern="1200">
                <a:solidFill>
                  <a:schemeClr val="tx1"/>
                </a:solidFill>
                <a:latin typeface="等线" pitchFamily="2" charset="-122"/>
                <a:ea typeface="等线" pitchFamily="2" charset="-122"/>
                <a:cs typeface="+mn-cs"/>
              </a:defRPr>
            </a:lvl6pPr>
            <a:lvl7pPr marL="2743200" algn="l" defTabSz="914400" rtl="0" eaLnBrk="1" latinLnBrk="0" hangingPunct="1">
              <a:defRPr kern="1200">
                <a:solidFill>
                  <a:schemeClr val="tx1"/>
                </a:solidFill>
                <a:latin typeface="等线" pitchFamily="2" charset="-122"/>
                <a:ea typeface="等线" pitchFamily="2" charset="-122"/>
                <a:cs typeface="+mn-cs"/>
              </a:defRPr>
            </a:lvl7pPr>
            <a:lvl8pPr marL="3200400" algn="l" defTabSz="914400" rtl="0" eaLnBrk="1" latinLnBrk="0" hangingPunct="1">
              <a:defRPr kern="1200">
                <a:solidFill>
                  <a:schemeClr val="tx1"/>
                </a:solidFill>
                <a:latin typeface="等线" pitchFamily="2" charset="-122"/>
                <a:ea typeface="等线" pitchFamily="2" charset="-122"/>
                <a:cs typeface="+mn-cs"/>
              </a:defRPr>
            </a:lvl8pPr>
            <a:lvl9pPr marL="3657600" algn="l" defTabSz="914400" rtl="0" eaLnBrk="1" latinLnBrk="0" hangingPunct="1">
              <a:defRPr kern="1200">
                <a:solidFill>
                  <a:schemeClr val="tx1"/>
                </a:solidFill>
                <a:latin typeface="等线" pitchFamily="2" charset="-122"/>
                <a:ea typeface="等线" pitchFamily="2" charset="-122"/>
                <a:cs typeface="+mn-cs"/>
              </a:defRPr>
            </a:lvl9pPr>
          </a:lstStyle>
          <a:p>
            <a:pPr marL="0" marR="0" lvl="0" indent="0" algn="l" defTabSz="228600" rtl="0" eaLnBrk="1" fontAlgn="base" latinLnBrk="0" hangingPunct="1">
              <a:lnSpc>
                <a:spcPct val="100000"/>
              </a:lnSpc>
              <a:spcBef>
                <a:spcPct val="0"/>
              </a:spcBef>
              <a:spcAft>
                <a:spcPct val="0"/>
              </a:spcAft>
              <a:buClrTx/>
              <a:buSzTx/>
              <a:buFontTx/>
              <a:buNone/>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kumimoji="0" sz="15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Arial" panose="020B0604020202020204" pitchFamily="34" charset="0"/>
              <a:ea typeface="微软雅黑" panose="020B0503020204020204" pitchFamily="34" charset="-122"/>
              <a:cs typeface="Gill Sans"/>
              <a:sym typeface="Arial" panose="020B0604020202020204" pitchFamily="34" charset="0"/>
            </a:endParaRPr>
          </a:p>
        </p:txBody>
      </p:sp>
      <p:sp>
        <p:nvSpPr>
          <p:cNvPr id="49172" name="Rectangle 47"/>
          <p:cNvSpPr/>
          <p:nvPr/>
        </p:nvSpPr>
        <p:spPr>
          <a:xfrm>
            <a:off x="4070350" y="2047875"/>
            <a:ext cx="4019550" cy="369888"/>
          </a:xfrm>
          <a:prstGeom prst="rect">
            <a:avLst/>
          </a:prstGeom>
          <a:noFill/>
          <a:ln w="9525">
            <a:noFill/>
          </a:ln>
        </p:spPr>
        <p:txBody>
          <a:bodyPr wrap="none">
            <a:spAutoFit/>
          </a:bodyPr>
          <a:p>
            <a:r>
              <a:rPr lang="zh-CN" altLang="zh-CN" b="1" dirty="0">
                <a:solidFill>
                  <a:schemeClr val="bg1"/>
                </a:solidFill>
                <a:latin typeface="微软雅黑" panose="020B0503020204020204" pitchFamily="34" charset="-122"/>
                <a:ea typeface="微软雅黑" panose="020B0503020204020204" pitchFamily="34" charset="-122"/>
              </a:rPr>
              <a:t>第二周</a:t>
            </a:r>
            <a:r>
              <a:rPr lang="en-US" altLang="zh-CN" b="1" dirty="0">
                <a:solidFill>
                  <a:schemeClr val="bg1"/>
                </a:solidFill>
                <a:latin typeface="微软雅黑" panose="020B0503020204020204" pitchFamily="34" charset="-122"/>
                <a:ea typeface="微软雅黑" panose="020B0503020204020204" pitchFamily="34" charset="-122"/>
              </a:rPr>
              <a:t>---</a:t>
            </a:r>
            <a:r>
              <a:rPr lang="zh-CN" altLang="zh-CN" b="1" dirty="0">
                <a:solidFill>
                  <a:schemeClr val="bg1"/>
                </a:solidFill>
                <a:latin typeface="微软雅黑" panose="020B0503020204020204" pitchFamily="34" charset="-122"/>
                <a:ea typeface="微软雅黑" panose="020B0503020204020204" pitchFamily="34" charset="-122"/>
              </a:rPr>
              <a:t>第三周</a:t>
            </a:r>
            <a:r>
              <a:rPr lang="en-US" altLang="zh-CN" b="1" dirty="0">
                <a:solidFill>
                  <a:schemeClr val="bg1"/>
                </a:solidFill>
                <a:latin typeface="微软雅黑" panose="020B0503020204020204" pitchFamily="34" charset="-122"/>
                <a:ea typeface="微软雅黑" panose="020B0503020204020204" pitchFamily="34" charset="-122"/>
              </a:rPr>
              <a:t> </a:t>
            </a:r>
            <a:r>
              <a:rPr lang="zh-CN" altLang="zh-CN" b="1" dirty="0">
                <a:solidFill>
                  <a:schemeClr val="bg1"/>
                </a:solidFill>
                <a:latin typeface="微软雅黑" panose="020B0503020204020204" pitchFamily="34" charset="-122"/>
                <a:ea typeface="微软雅黑" panose="020B0503020204020204" pitchFamily="34" charset="-122"/>
              </a:rPr>
              <a:t>店铺基础建设工作：</a:t>
            </a:r>
            <a:endParaRPr lang="zh-CN" altLang="zh-CN" dirty="0">
              <a:solidFill>
                <a:schemeClr val="bg1"/>
              </a:solidFill>
              <a:latin typeface="微软雅黑" panose="020B0503020204020204" pitchFamily="34" charset="-122"/>
              <a:ea typeface="微软雅黑" panose="020B0503020204020204" pitchFamily="34" charset="-122"/>
            </a:endParaRPr>
          </a:p>
        </p:txBody>
      </p:sp>
      <p:sp>
        <p:nvSpPr>
          <p:cNvPr id="46" name="Shape 2836"/>
          <p:cNvSpPr/>
          <p:nvPr/>
        </p:nvSpPr>
        <p:spPr>
          <a:xfrm>
            <a:off x="9840913" y="1454150"/>
            <a:ext cx="484188" cy="466725"/>
          </a:xfrm>
          <a:custGeom>
            <a:avLst/>
            <a:gdLst>
              <a:gd name="connsiteX0" fmla="*/ 266223 w 607564"/>
              <a:gd name="connsiteY0" fmla="*/ 116174 h 585764"/>
              <a:gd name="connsiteX1" fmla="*/ 173026 w 607564"/>
              <a:gd name="connsiteY1" fmla="*/ 205044 h 585764"/>
              <a:gd name="connsiteX2" fmla="*/ 171958 w 607564"/>
              <a:gd name="connsiteY2" fmla="*/ 226995 h 585764"/>
              <a:gd name="connsiteX3" fmla="*/ 183530 w 607564"/>
              <a:gd name="connsiteY3" fmla="*/ 232239 h 585764"/>
              <a:gd name="connsiteX4" fmla="*/ 193944 w 607564"/>
              <a:gd name="connsiteY4" fmla="*/ 226995 h 585764"/>
              <a:gd name="connsiteX5" fmla="*/ 265244 w 607564"/>
              <a:gd name="connsiteY5" fmla="*/ 151722 h 585764"/>
              <a:gd name="connsiteX6" fmla="*/ 272543 w 607564"/>
              <a:gd name="connsiteY6" fmla="*/ 148523 h 585764"/>
              <a:gd name="connsiteX7" fmla="*/ 324971 w 607564"/>
              <a:gd name="connsiteY7" fmla="*/ 148523 h 585764"/>
              <a:gd name="connsiteX8" fmla="*/ 334317 w 607564"/>
              <a:gd name="connsiteY8" fmla="*/ 154833 h 585764"/>
              <a:gd name="connsiteX9" fmla="*/ 332270 w 607564"/>
              <a:gd name="connsiteY9" fmla="*/ 166386 h 585764"/>
              <a:gd name="connsiteX10" fmla="*/ 154156 w 607564"/>
              <a:gd name="connsiteY10" fmla="*/ 365100 h 585764"/>
              <a:gd name="connsiteX11" fmla="*/ 146857 w 607564"/>
              <a:gd name="connsiteY11" fmla="*/ 366166 h 585764"/>
              <a:gd name="connsiteX12" fmla="*/ 44136 w 607564"/>
              <a:gd name="connsiteY12" fmla="*/ 366166 h 585764"/>
              <a:gd name="connsiteX13" fmla="*/ 21082 w 607564"/>
              <a:gd name="connsiteY13" fmla="*/ 385984 h 585764"/>
              <a:gd name="connsiteX14" fmla="*/ 26334 w 607564"/>
              <a:gd name="connsiteY14" fmla="*/ 401714 h 585764"/>
              <a:gd name="connsiteX15" fmla="*/ 42089 w 607564"/>
              <a:gd name="connsiteY15" fmla="*/ 407935 h 585764"/>
              <a:gd name="connsiteX16" fmla="*/ 184509 w 607564"/>
              <a:gd name="connsiteY16" fmla="*/ 407935 h 585764"/>
              <a:gd name="connsiteX17" fmla="*/ 264175 w 607564"/>
              <a:gd name="connsiteY17" fmla="*/ 323242 h 585764"/>
              <a:gd name="connsiteX18" fmla="*/ 271474 w 607564"/>
              <a:gd name="connsiteY18" fmla="*/ 320131 h 585764"/>
              <a:gd name="connsiteX19" fmla="*/ 278863 w 607564"/>
              <a:gd name="connsiteY19" fmla="*/ 323242 h 585764"/>
              <a:gd name="connsiteX20" fmla="*/ 353188 w 607564"/>
              <a:gd name="connsiteY20" fmla="*/ 400648 h 585764"/>
              <a:gd name="connsiteX21" fmla="*/ 356393 w 607564"/>
              <a:gd name="connsiteY21" fmla="*/ 409001 h 585764"/>
              <a:gd name="connsiteX22" fmla="*/ 336454 w 607564"/>
              <a:gd name="connsiteY22" fmla="*/ 536619 h 585764"/>
              <a:gd name="connsiteX23" fmla="*/ 347936 w 607564"/>
              <a:gd name="connsiteY23" fmla="*/ 562747 h 585764"/>
              <a:gd name="connsiteX24" fmla="*/ 365828 w 607564"/>
              <a:gd name="connsiteY24" fmla="*/ 562747 h 585764"/>
              <a:gd name="connsiteX25" fmla="*/ 377311 w 607564"/>
              <a:gd name="connsiteY25" fmla="*/ 549150 h 585764"/>
              <a:gd name="connsiteX26" fmla="*/ 408732 w 607564"/>
              <a:gd name="connsiteY26" fmla="*/ 380741 h 585764"/>
              <a:gd name="connsiteX27" fmla="*/ 318651 w 607564"/>
              <a:gd name="connsiteY27" fmla="*/ 290804 h 585764"/>
              <a:gd name="connsiteX28" fmla="*/ 314468 w 607564"/>
              <a:gd name="connsiteY28" fmla="*/ 282450 h 585764"/>
              <a:gd name="connsiteX29" fmla="*/ 317583 w 607564"/>
              <a:gd name="connsiteY29" fmla="*/ 275163 h 585764"/>
              <a:gd name="connsiteX30" fmla="*/ 401433 w 607564"/>
              <a:gd name="connsiteY30" fmla="*/ 191447 h 585764"/>
              <a:gd name="connsiteX31" fmla="*/ 416120 w 607564"/>
              <a:gd name="connsiteY31" fmla="*/ 191447 h 585764"/>
              <a:gd name="connsiteX32" fmla="*/ 471575 w 607564"/>
              <a:gd name="connsiteY32" fmla="*/ 246902 h 585764"/>
              <a:gd name="connsiteX33" fmla="*/ 492582 w 607564"/>
              <a:gd name="connsiteY33" fmla="*/ 246902 h 585764"/>
              <a:gd name="connsiteX34" fmla="*/ 582663 w 607564"/>
              <a:gd name="connsiteY34" fmla="*/ 156965 h 585764"/>
              <a:gd name="connsiteX35" fmla="*/ 582663 w 607564"/>
              <a:gd name="connsiteY35" fmla="*/ 137059 h 585764"/>
              <a:gd name="connsiteX36" fmla="*/ 581595 w 607564"/>
              <a:gd name="connsiteY36" fmla="*/ 135992 h 585764"/>
              <a:gd name="connsiteX37" fmla="*/ 560677 w 607564"/>
              <a:gd name="connsiteY37" fmla="*/ 135992 h 585764"/>
              <a:gd name="connsiteX38" fmla="*/ 506201 w 607564"/>
              <a:gd name="connsiteY38" fmla="*/ 191447 h 585764"/>
              <a:gd name="connsiteX39" fmla="*/ 466324 w 607564"/>
              <a:gd name="connsiteY39" fmla="*/ 192514 h 585764"/>
              <a:gd name="connsiteX40" fmla="*/ 389861 w 607564"/>
              <a:gd name="connsiteY40" fmla="*/ 121329 h 585764"/>
              <a:gd name="connsiteX41" fmla="*/ 377311 w 607564"/>
              <a:gd name="connsiteY41" fmla="*/ 116174 h 585764"/>
              <a:gd name="connsiteX42" fmla="*/ 262039 w 607564"/>
              <a:gd name="connsiteY42" fmla="*/ 94134 h 585764"/>
              <a:gd name="connsiteX43" fmla="*/ 376242 w 607564"/>
              <a:gd name="connsiteY43" fmla="*/ 94134 h 585764"/>
              <a:gd name="connsiteX44" fmla="*/ 403480 w 607564"/>
              <a:gd name="connsiteY44" fmla="*/ 104621 h 585764"/>
              <a:gd name="connsiteX45" fmla="*/ 479943 w 607564"/>
              <a:gd name="connsiteY45" fmla="*/ 175717 h 585764"/>
              <a:gd name="connsiteX46" fmla="*/ 490446 w 607564"/>
              <a:gd name="connsiteY46" fmla="*/ 175717 h 585764"/>
              <a:gd name="connsiteX47" fmla="*/ 544922 w 607564"/>
              <a:gd name="connsiteY47" fmla="*/ 120351 h 585764"/>
              <a:gd name="connsiteX48" fmla="*/ 596282 w 607564"/>
              <a:gd name="connsiteY48" fmla="*/ 120351 h 585764"/>
              <a:gd name="connsiteX49" fmla="*/ 597350 w 607564"/>
              <a:gd name="connsiteY49" fmla="*/ 121329 h 585764"/>
              <a:gd name="connsiteX50" fmla="*/ 597350 w 607564"/>
              <a:gd name="connsiteY50" fmla="*/ 171540 h 585764"/>
              <a:gd name="connsiteX51" fmla="*/ 507269 w 607564"/>
              <a:gd name="connsiteY51" fmla="*/ 261566 h 585764"/>
              <a:gd name="connsiteX52" fmla="*/ 456977 w 607564"/>
              <a:gd name="connsiteY52" fmla="*/ 261566 h 585764"/>
              <a:gd name="connsiteX53" fmla="*/ 408732 w 607564"/>
              <a:gd name="connsiteY53" fmla="*/ 213398 h 585764"/>
              <a:gd name="connsiteX54" fmla="*/ 339569 w 607564"/>
              <a:gd name="connsiteY54" fmla="*/ 282450 h 585764"/>
              <a:gd name="connsiteX55" fmla="*/ 426535 w 607564"/>
              <a:gd name="connsiteY55" fmla="*/ 369276 h 585764"/>
              <a:gd name="connsiteX56" fmla="*/ 429739 w 607564"/>
              <a:gd name="connsiteY56" fmla="*/ 378697 h 585764"/>
              <a:gd name="connsiteX57" fmla="*/ 397249 w 607564"/>
              <a:gd name="connsiteY57" fmla="*/ 553415 h 585764"/>
              <a:gd name="connsiteX58" fmla="*/ 375174 w 607564"/>
              <a:gd name="connsiteY58" fmla="*/ 581587 h 585764"/>
              <a:gd name="connsiteX59" fmla="*/ 356393 w 607564"/>
              <a:gd name="connsiteY59" fmla="*/ 585764 h 585764"/>
              <a:gd name="connsiteX60" fmla="*/ 338590 w 607564"/>
              <a:gd name="connsiteY60" fmla="*/ 581587 h 585764"/>
              <a:gd name="connsiteX61" fmla="*/ 315536 w 607564"/>
              <a:gd name="connsiteY61" fmla="*/ 532442 h 585764"/>
              <a:gd name="connsiteX62" fmla="*/ 334317 w 607564"/>
              <a:gd name="connsiteY62" fmla="*/ 411134 h 585764"/>
              <a:gd name="connsiteX63" fmla="*/ 271474 w 607564"/>
              <a:gd name="connsiteY63" fmla="*/ 345193 h 585764"/>
              <a:gd name="connsiteX64" fmla="*/ 196081 w 607564"/>
              <a:gd name="connsiteY64" fmla="*/ 425798 h 585764"/>
              <a:gd name="connsiteX65" fmla="*/ 188693 w 607564"/>
              <a:gd name="connsiteY65" fmla="*/ 428908 h 585764"/>
              <a:gd name="connsiteX66" fmla="*/ 42089 w 607564"/>
              <a:gd name="connsiteY66" fmla="*/ 428908 h 585764"/>
              <a:gd name="connsiteX67" fmla="*/ 11647 w 607564"/>
              <a:gd name="connsiteY67" fmla="*/ 416378 h 585764"/>
              <a:gd name="connsiteX68" fmla="*/ 164 w 607564"/>
              <a:gd name="connsiteY68" fmla="*/ 385006 h 585764"/>
              <a:gd name="connsiteX69" fmla="*/ 44136 w 607564"/>
              <a:gd name="connsiteY69" fmla="*/ 345193 h 585764"/>
              <a:gd name="connsiteX70" fmla="*/ 142673 w 607564"/>
              <a:gd name="connsiteY70" fmla="*/ 345193 h 585764"/>
              <a:gd name="connsiteX71" fmla="*/ 301917 w 607564"/>
              <a:gd name="connsiteY71" fmla="*/ 167363 h 585764"/>
              <a:gd name="connsiteX72" fmla="*/ 277794 w 607564"/>
              <a:gd name="connsiteY72" fmla="*/ 167363 h 585764"/>
              <a:gd name="connsiteX73" fmla="*/ 209700 w 607564"/>
              <a:gd name="connsiteY73" fmla="*/ 239526 h 585764"/>
              <a:gd name="connsiteX74" fmla="*/ 183530 w 607564"/>
              <a:gd name="connsiteY74" fmla="*/ 251079 h 585764"/>
              <a:gd name="connsiteX75" fmla="*/ 157271 w 607564"/>
              <a:gd name="connsiteY75" fmla="*/ 239526 h 585764"/>
              <a:gd name="connsiteX76" fmla="*/ 159408 w 607564"/>
              <a:gd name="connsiteY76" fmla="*/ 188337 h 585764"/>
              <a:gd name="connsiteX77" fmla="*/ 255808 w 607564"/>
              <a:gd name="connsiteY77" fmla="*/ 96267 h 585764"/>
              <a:gd name="connsiteX78" fmla="*/ 262039 w 607564"/>
              <a:gd name="connsiteY78" fmla="*/ 94134 h 585764"/>
              <a:gd name="connsiteX79" fmla="*/ 482082 w 607564"/>
              <a:gd name="connsiteY79" fmla="*/ 20979 h 585764"/>
              <a:gd name="connsiteX80" fmla="*/ 440160 w 607564"/>
              <a:gd name="connsiteY80" fmla="*/ 62759 h 585764"/>
              <a:gd name="connsiteX81" fmla="*/ 482082 w 607564"/>
              <a:gd name="connsiteY81" fmla="*/ 104628 h 585764"/>
              <a:gd name="connsiteX82" fmla="*/ 524004 w 607564"/>
              <a:gd name="connsiteY82" fmla="*/ 62759 h 585764"/>
              <a:gd name="connsiteX83" fmla="*/ 482082 w 607564"/>
              <a:gd name="connsiteY83" fmla="*/ 20979 h 585764"/>
              <a:gd name="connsiteX84" fmla="*/ 482082 w 607564"/>
              <a:gd name="connsiteY84" fmla="*/ 0 h 585764"/>
              <a:gd name="connsiteX85" fmla="*/ 544920 w 607564"/>
              <a:gd name="connsiteY85" fmla="*/ 62759 h 585764"/>
              <a:gd name="connsiteX86" fmla="*/ 482082 w 607564"/>
              <a:gd name="connsiteY86" fmla="*/ 125607 h 585764"/>
              <a:gd name="connsiteX87" fmla="*/ 419243 w 607564"/>
              <a:gd name="connsiteY87" fmla="*/ 62759 h 585764"/>
              <a:gd name="connsiteX88" fmla="*/ 482082 w 607564"/>
              <a:gd name="connsiteY88" fmla="*/ 0 h 585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Lst>
            <a:rect l="l" t="t" r="r" b="b"/>
            <a:pathLst>
              <a:path w="607564" h="585764">
                <a:moveTo>
                  <a:pt x="266223" y="116174"/>
                </a:moveTo>
                <a:lnTo>
                  <a:pt x="173026" y="205044"/>
                </a:lnTo>
                <a:cubicBezTo>
                  <a:pt x="166707" y="211354"/>
                  <a:pt x="166707" y="220774"/>
                  <a:pt x="171958" y="226995"/>
                </a:cubicBezTo>
                <a:cubicBezTo>
                  <a:pt x="175074" y="230195"/>
                  <a:pt x="179257" y="232239"/>
                  <a:pt x="183530" y="232239"/>
                </a:cubicBezTo>
                <a:cubicBezTo>
                  <a:pt x="187714" y="232239"/>
                  <a:pt x="191897" y="230195"/>
                  <a:pt x="193944" y="226995"/>
                </a:cubicBezTo>
                <a:lnTo>
                  <a:pt x="265244" y="151722"/>
                </a:lnTo>
                <a:cubicBezTo>
                  <a:pt x="267291" y="149589"/>
                  <a:pt x="270406" y="148523"/>
                  <a:pt x="272543" y="148523"/>
                </a:cubicBezTo>
                <a:lnTo>
                  <a:pt x="324971" y="148523"/>
                </a:lnTo>
                <a:cubicBezTo>
                  <a:pt x="329155" y="148523"/>
                  <a:pt x="333338" y="150656"/>
                  <a:pt x="334317" y="154833"/>
                </a:cubicBezTo>
                <a:cubicBezTo>
                  <a:pt x="335386" y="159010"/>
                  <a:pt x="335386" y="163186"/>
                  <a:pt x="332270" y="166386"/>
                </a:cubicBezTo>
                <a:lnTo>
                  <a:pt x="154156" y="365100"/>
                </a:lnTo>
                <a:cubicBezTo>
                  <a:pt x="152020" y="365100"/>
                  <a:pt x="149972" y="366166"/>
                  <a:pt x="146857" y="366166"/>
                </a:cubicBezTo>
                <a:lnTo>
                  <a:pt x="44136" y="366166"/>
                </a:lnTo>
                <a:cubicBezTo>
                  <a:pt x="31585" y="366166"/>
                  <a:pt x="21082" y="374520"/>
                  <a:pt x="21082" y="385984"/>
                </a:cubicBezTo>
                <a:cubicBezTo>
                  <a:pt x="21082" y="392294"/>
                  <a:pt x="23218" y="397537"/>
                  <a:pt x="26334" y="401714"/>
                </a:cubicBezTo>
                <a:cubicBezTo>
                  <a:pt x="30517" y="405891"/>
                  <a:pt x="35769" y="407935"/>
                  <a:pt x="42089" y="407935"/>
                </a:cubicBezTo>
                <a:lnTo>
                  <a:pt x="184509" y="407935"/>
                </a:lnTo>
                <a:lnTo>
                  <a:pt x="264175" y="323242"/>
                </a:lnTo>
                <a:cubicBezTo>
                  <a:pt x="265244" y="321198"/>
                  <a:pt x="268359" y="320131"/>
                  <a:pt x="271474" y="320131"/>
                </a:cubicBezTo>
                <a:cubicBezTo>
                  <a:pt x="274679" y="320131"/>
                  <a:pt x="276726" y="321198"/>
                  <a:pt x="278863" y="323242"/>
                </a:cubicBezTo>
                <a:lnTo>
                  <a:pt x="353188" y="400648"/>
                </a:lnTo>
                <a:cubicBezTo>
                  <a:pt x="355324" y="402780"/>
                  <a:pt x="356393" y="405891"/>
                  <a:pt x="356393" y="409001"/>
                </a:cubicBezTo>
                <a:lnTo>
                  <a:pt x="336454" y="536619"/>
                </a:lnTo>
                <a:cubicBezTo>
                  <a:pt x="334317" y="548172"/>
                  <a:pt x="338590" y="558570"/>
                  <a:pt x="347936" y="562747"/>
                </a:cubicBezTo>
                <a:cubicBezTo>
                  <a:pt x="354256" y="565946"/>
                  <a:pt x="360576" y="564880"/>
                  <a:pt x="365828" y="562747"/>
                </a:cubicBezTo>
                <a:cubicBezTo>
                  <a:pt x="370991" y="559636"/>
                  <a:pt x="375174" y="554393"/>
                  <a:pt x="377311" y="549150"/>
                </a:cubicBezTo>
                <a:lnTo>
                  <a:pt x="408732" y="380741"/>
                </a:lnTo>
                <a:lnTo>
                  <a:pt x="318651" y="290804"/>
                </a:lnTo>
                <a:cubicBezTo>
                  <a:pt x="315536" y="287694"/>
                  <a:pt x="314468" y="285561"/>
                  <a:pt x="314468" y="282450"/>
                </a:cubicBezTo>
                <a:cubicBezTo>
                  <a:pt x="314468" y="279340"/>
                  <a:pt x="315536" y="277207"/>
                  <a:pt x="317583" y="275163"/>
                </a:cubicBezTo>
                <a:lnTo>
                  <a:pt x="401433" y="191447"/>
                </a:lnTo>
                <a:cubicBezTo>
                  <a:pt x="405617" y="187270"/>
                  <a:pt x="411847" y="187270"/>
                  <a:pt x="416120" y="191447"/>
                </a:cubicBezTo>
                <a:lnTo>
                  <a:pt x="471575" y="246902"/>
                </a:lnTo>
                <a:cubicBezTo>
                  <a:pt x="476827" y="252145"/>
                  <a:pt x="486263" y="252145"/>
                  <a:pt x="492582" y="246902"/>
                </a:cubicBezTo>
                <a:lnTo>
                  <a:pt x="582663" y="156965"/>
                </a:lnTo>
                <a:cubicBezTo>
                  <a:pt x="587915" y="151722"/>
                  <a:pt x="587915" y="142302"/>
                  <a:pt x="582663" y="137059"/>
                </a:cubicBezTo>
                <a:lnTo>
                  <a:pt x="581595" y="135992"/>
                </a:lnTo>
                <a:cubicBezTo>
                  <a:pt x="576343" y="130749"/>
                  <a:pt x="565929" y="130749"/>
                  <a:pt x="560677" y="135992"/>
                </a:cubicBezTo>
                <a:lnTo>
                  <a:pt x="506201" y="191447"/>
                </a:lnTo>
                <a:cubicBezTo>
                  <a:pt x="495698" y="201934"/>
                  <a:pt x="477895" y="203000"/>
                  <a:pt x="466324" y="192514"/>
                </a:cubicBezTo>
                <a:lnTo>
                  <a:pt x="389861" y="121329"/>
                </a:lnTo>
                <a:cubicBezTo>
                  <a:pt x="386746" y="118218"/>
                  <a:pt x="381494" y="116174"/>
                  <a:pt x="377311" y="116174"/>
                </a:cubicBezTo>
                <a:close/>
                <a:moveTo>
                  <a:pt x="262039" y="94134"/>
                </a:moveTo>
                <a:lnTo>
                  <a:pt x="376242" y="94134"/>
                </a:lnTo>
                <a:cubicBezTo>
                  <a:pt x="386746" y="94134"/>
                  <a:pt x="396181" y="98400"/>
                  <a:pt x="403480" y="104621"/>
                </a:cubicBezTo>
                <a:lnTo>
                  <a:pt x="479943" y="175717"/>
                </a:lnTo>
                <a:cubicBezTo>
                  <a:pt x="483147" y="178916"/>
                  <a:pt x="487331" y="178916"/>
                  <a:pt x="490446" y="175717"/>
                </a:cubicBezTo>
                <a:lnTo>
                  <a:pt x="544922" y="120351"/>
                </a:lnTo>
                <a:cubicBezTo>
                  <a:pt x="558541" y="106754"/>
                  <a:pt x="582663" y="106754"/>
                  <a:pt x="596282" y="120351"/>
                </a:cubicBezTo>
                <a:lnTo>
                  <a:pt x="597350" y="121329"/>
                </a:lnTo>
                <a:cubicBezTo>
                  <a:pt x="610969" y="134926"/>
                  <a:pt x="610969" y="157943"/>
                  <a:pt x="597350" y="171540"/>
                </a:cubicBezTo>
                <a:lnTo>
                  <a:pt x="507269" y="261566"/>
                </a:lnTo>
                <a:cubicBezTo>
                  <a:pt x="493651" y="275163"/>
                  <a:pt x="470596" y="275163"/>
                  <a:pt x="456977" y="261566"/>
                </a:cubicBezTo>
                <a:lnTo>
                  <a:pt x="408732" y="213398"/>
                </a:lnTo>
                <a:lnTo>
                  <a:pt x="339569" y="282450"/>
                </a:lnTo>
                <a:lnTo>
                  <a:pt x="426535" y="369276"/>
                </a:lnTo>
                <a:cubicBezTo>
                  <a:pt x="428671" y="371409"/>
                  <a:pt x="429739" y="375586"/>
                  <a:pt x="429739" y="378697"/>
                </a:cubicBezTo>
                <a:lnTo>
                  <a:pt x="397249" y="553415"/>
                </a:lnTo>
                <a:cubicBezTo>
                  <a:pt x="394045" y="565946"/>
                  <a:pt x="385678" y="576344"/>
                  <a:pt x="375174" y="581587"/>
                </a:cubicBezTo>
                <a:cubicBezTo>
                  <a:pt x="368943" y="584787"/>
                  <a:pt x="362623" y="585764"/>
                  <a:pt x="356393" y="585764"/>
                </a:cubicBezTo>
                <a:cubicBezTo>
                  <a:pt x="350073" y="585764"/>
                  <a:pt x="344821" y="584787"/>
                  <a:pt x="338590" y="581587"/>
                </a:cubicBezTo>
                <a:cubicBezTo>
                  <a:pt x="320698" y="573234"/>
                  <a:pt x="310284" y="553415"/>
                  <a:pt x="315536" y="532442"/>
                </a:cubicBezTo>
                <a:lnTo>
                  <a:pt x="334317" y="411134"/>
                </a:lnTo>
                <a:lnTo>
                  <a:pt x="271474" y="345193"/>
                </a:lnTo>
                <a:lnTo>
                  <a:pt x="196081" y="425798"/>
                </a:lnTo>
                <a:cubicBezTo>
                  <a:pt x="193944" y="427842"/>
                  <a:pt x="191897" y="428908"/>
                  <a:pt x="188693" y="428908"/>
                </a:cubicBezTo>
                <a:lnTo>
                  <a:pt x="42089" y="428908"/>
                </a:lnTo>
                <a:cubicBezTo>
                  <a:pt x="30517" y="428908"/>
                  <a:pt x="20014" y="423665"/>
                  <a:pt x="11647" y="416378"/>
                </a:cubicBezTo>
                <a:cubicBezTo>
                  <a:pt x="3279" y="407935"/>
                  <a:pt x="-904" y="396471"/>
                  <a:pt x="164" y="385006"/>
                </a:cubicBezTo>
                <a:cubicBezTo>
                  <a:pt x="1232" y="362967"/>
                  <a:pt x="20014" y="345193"/>
                  <a:pt x="44136" y="345193"/>
                </a:cubicBezTo>
                <a:lnTo>
                  <a:pt x="142673" y="345193"/>
                </a:lnTo>
                <a:lnTo>
                  <a:pt x="301917" y="167363"/>
                </a:lnTo>
                <a:lnTo>
                  <a:pt x="277794" y="167363"/>
                </a:lnTo>
                <a:lnTo>
                  <a:pt x="209700" y="239526"/>
                </a:lnTo>
                <a:cubicBezTo>
                  <a:pt x="203380" y="246902"/>
                  <a:pt x="193944" y="251079"/>
                  <a:pt x="183530" y="251079"/>
                </a:cubicBezTo>
                <a:cubicBezTo>
                  <a:pt x="173026" y="251079"/>
                  <a:pt x="163591" y="246902"/>
                  <a:pt x="157271" y="239526"/>
                </a:cubicBezTo>
                <a:cubicBezTo>
                  <a:pt x="144720" y="225929"/>
                  <a:pt x="145789" y="203000"/>
                  <a:pt x="159408" y="188337"/>
                </a:cubicBezTo>
                <a:lnTo>
                  <a:pt x="255808" y="96267"/>
                </a:lnTo>
                <a:cubicBezTo>
                  <a:pt x="256787" y="95201"/>
                  <a:pt x="258924" y="94134"/>
                  <a:pt x="262039" y="94134"/>
                </a:cubicBezTo>
                <a:close/>
                <a:moveTo>
                  <a:pt x="482082" y="20979"/>
                </a:moveTo>
                <a:cubicBezTo>
                  <a:pt x="459029" y="20979"/>
                  <a:pt x="440160" y="39736"/>
                  <a:pt x="440160" y="62759"/>
                </a:cubicBezTo>
                <a:cubicBezTo>
                  <a:pt x="440160" y="85783"/>
                  <a:pt x="459029" y="104628"/>
                  <a:pt x="482082" y="104628"/>
                </a:cubicBezTo>
                <a:cubicBezTo>
                  <a:pt x="505134" y="104628"/>
                  <a:pt x="524004" y="85783"/>
                  <a:pt x="524004" y="62759"/>
                </a:cubicBezTo>
                <a:cubicBezTo>
                  <a:pt x="524004" y="39736"/>
                  <a:pt x="505134" y="20979"/>
                  <a:pt x="482082" y="20979"/>
                </a:cubicBezTo>
                <a:close/>
                <a:moveTo>
                  <a:pt x="482082" y="0"/>
                </a:moveTo>
                <a:cubicBezTo>
                  <a:pt x="516616" y="0"/>
                  <a:pt x="544920" y="28268"/>
                  <a:pt x="544920" y="62759"/>
                </a:cubicBezTo>
                <a:cubicBezTo>
                  <a:pt x="544920" y="97339"/>
                  <a:pt x="516616" y="125607"/>
                  <a:pt x="482082" y="125607"/>
                </a:cubicBezTo>
                <a:cubicBezTo>
                  <a:pt x="447547" y="125607"/>
                  <a:pt x="419243" y="97339"/>
                  <a:pt x="419243" y="62759"/>
                </a:cubicBezTo>
                <a:cubicBezTo>
                  <a:pt x="419243" y="28268"/>
                  <a:pt x="447547" y="0"/>
                  <a:pt x="482082" y="0"/>
                </a:cubicBezTo>
                <a:close/>
              </a:path>
            </a:pathLst>
          </a:custGeom>
          <a:solidFill>
            <a:schemeClr val="bg1"/>
          </a:solidFill>
          <a:ln w="12700">
            <a:miter lim="400000"/>
          </a:ln>
        </p:spPr>
        <p:txBody>
          <a:bodyPr lIns="19045" tIns="19045" rIns="19045" bIns="19045" anchor="ctr"/>
          <a:lstStyle>
            <a:defPPr>
              <a:defRPr lang="zh-CN"/>
            </a:defPPr>
            <a:lvl1pPr algn="l" rtl="0" fontAlgn="base">
              <a:spcBef>
                <a:spcPct val="0"/>
              </a:spcBef>
              <a:spcAft>
                <a:spcPct val="0"/>
              </a:spcAft>
              <a:defRPr kern="1200">
                <a:solidFill>
                  <a:schemeClr val="tx1"/>
                </a:solidFill>
                <a:latin typeface="等线" pitchFamily="2" charset="-122"/>
                <a:ea typeface="等线" pitchFamily="2" charset="-122"/>
                <a:cs typeface="+mn-cs"/>
              </a:defRPr>
            </a:lvl1pPr>
            <a:lvl2pPr marL="457200" algn="l" rtl="0" fontAlgn="base">
              <a:spcBef>
                <a:spcPct val="0"/>
              </a:spcBef>
              <a:spcAft>
                <a:spcPct val="0"/>
              </a:spcAft>
              <a:defRPr kern="1200">
                <a:solidFill>
                  <a:schemeClr val="tx1"/>
                </a:solidFill>
                <a:latin typeface="等线" pitchFamily="2" charset="-122"/>
                <a:ea typeface="等线" pitchFamily="2" charset="-122"/>
                <a:cs typeface="+mn-cs"/>
              </a:defRPr>
            </a:lvl2pPr>
            <a:lvl3pPr marL="914400" algn="l" rtl="0" fontAlgn="base">
              <a:spcBef>
                <a:spcPct val="0"/>
              </a:spcBef>
              <a:spcAft>
                <a:spcPct val="0"/>
              </a:spcAft>
              <a:defRPr kern="1200">
                <a:solidFill>
                  <a:schemeClr val="tx1"/>
                </a:solidFill>
                <a:latin typeface="等线" pitchFamily="2" charset="-122"/>
                <a:ea typeface="等线" pitchFamily="2" charset="-122"/>
                <a:cs typeface="+mn-cs"/>
              </a:defRPr>
            </a:lvl3pPr>
            <a:lvl4pPr marL="1371600" algn="l" rtl="0" fontAlgn="base">
              <a:spcBef>
                <a:spcPct val="0"/>
              </a:spcBef>
              <a:spcAft>
                <a:spcPct val="0"/>
              </a:spcAft>
              <a:defRPr kern="1200">
                <a:solidFill>
                  <a:schemeClr val="tx1"/>
                </a:solidFill>
                <a:latin typeface="等线" pitchFamily="2" charset="-122"/>
                <a:ea typeface="等线" pitchFamily="2" charset="-122"/>
                <a:cs typeface="+mn-cs"/>
              </a:defRPr>
            </a:lvl4pPr>
            <a:lvl5pPr marL="1828800" algn="l" rtl="0" fontAlgn="base">
              <a:spcBef>
                <a:spcPct val="0"/>
              </a:spcBef>
              <a:spcAft>
                <a:spcPct val="0"/>
              </a:spcAft>
              <a:defRPr kern="1200">
                <a:solidFill>
                  <a:schemeClr val="tx1"/>
                </a:solidFill>
                <a:latin typeface="等线" pitchFamily="2" charset="-122"/>
                <a:ea typeface="等线" pitchFamily="2" charset="-122"/>
                <a:cs typeface="+mn-cs"/>
              </a:defRPr>
            </a:lvl5pPr>
            <a:lvl6pPr marL="2286000" algn="l" defTabSz="914400" rtl="0" eaLnBrk="1" latinLnBrk="0" hangingPunct="1">
              <a:defRPr kern="1200">
                <a:solidFill>
                  <a:schemeClr val="tx1"/>
                </a:solidFill>
                <a:latin typeface="等线" pitchFamily="2" charset="-122"/>
                <a:ea typeface="等线" pitchFamily="2" charset="-122"/>
                <a:cs typeface="+mn-cs"/>
              </a:defRPr>
            </a:lvl6pPr>
            <a:lvl7pPr marL="2743200" algn="l" defTabSz="914400" rtl="0" eaLnBrk="1" latinLnBrk="0" hangingPunct="1">
              <a:defRPr kern="1200">
                <a:solidFill>
                  <a:schemeClr val="tx1"/>
                </a:solidFill>
                <a:latin typeface="等线" pitchFamily="2" charset="-122"/>
                <a:ea typeface="等线" pitchFamily="2" charset="-122"/>
                <a:cs typeface="+mn-cs"/>
              </a:defRPr>
            </a:lvl7pPr>
            <a:lvl8pPr marL="3200400" algn="l" defTabSz="914400" rtl="0" eaLnBrk="1" latinLnBrk="0" hangingPunct="1">
              <a:defRPr kern="1200">
                <a:solidFill>
                  <a:schemeClr val="tx1"/>
                </a:solidFill>
                <a:latin typeface="等线" pitchFamily="2" charset="-122"/>
                <a:ea typeface="等线" pitchFamily="2" charset="-122"/>
                <a:cs typeface="+mn-cs"/>
              </a:defRPr>
            </a:lvl8pPr>
            <a:lvl9pPr marL="3657600" algn="l" defTabSz="914400" rtl="0" eaLnBrk="1" latinLnBrk="0" hangingPunct="1">
              <a:defRPr kern="1200">
                <a:solidFill>
                  <a:schemeClr val="tx1"/>
                </a:solidFill>
                <a:latin typeface="等线" pitchFamily="2" charset="-122"/>
                <a:ea typeface="等线" pitchFamily="2" charset="-122"/>
                <a:cs typeface="+mn-cs"/>
              </a:defRPr>
            </a:lvl9pPr>
          </a:lstStyle>
          <a:p>
            <a:pPr marL="0" marR="0" lvl="0" indent="0" algn="l" defTabSz="228600" rtl="0" eaLnBrk="1" fontAlgn="base" latinLnBrk="0" hangingPunct="1">
              <a:lnSpc>
                <a:spcPct val="100000"/>
              </a:lnSpc>
              <a:spcBef>
                <a:spcPct val="0"/>
              </a:spcBef>
              <a:spcAft>
                <a:spcPct val="0"/>
              </a:spcAft>
              <a:buClrTx/>
              <a:buSzTx/>
              <a:buFontTx/>
              <a:buNone/>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kumimoji="0" sz="15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Arial" panose="020B0604020202020204" pitchFamily="34" charset="0"/>
              <a:ea typeface="微软雅黑" panose="020B0503020204020204" pitchFamily="34" charset="-122"/>
              <a:cs typeface="Gill Sans"/>
              <a:sym typeface="Arial" panose="020B0604020202020204" pitchFamily="34" charset="0"/>
            </a:endParaRPr>
          </a:p>
        </p:txBody>
      </p:sp>
      <p:sp>
        <p:nvSpPr>
          <p:cNvPr id="49174" name="Rectangle 50"/>
          <p:cNvSpPr/>
          <p:nvPr/>
        </p:nvSpPr>
        <p:spPr>
          <a:xfrm>
            <a:off x="8183563" y="2022475"/>
            <a:ext cx="3675062" cy="369888"/>
          </a:xfrm>
          <a:prstGeom prst="rect">
            <a:avLst/>
          </a:prstGeom>
          <a:noFill/>
          <a:ln w="9525">
            <a:noFill/>
          </a:ln>
        </p:spPr>
        <p:txBody>
          <a:bodyPr wrap="none">
            <a:spAutoFit/>
          </a:bodyPr>
          <a:p>
            <a:r>
              <a:rPr lang="zh-CN" altLang="zh-CN" b="1" dirty="0">
                <a:solidFill>
                  <a:schemeClr val="bg1"/>
                </a:solidFill>
                <a:latin typeface="微软雅黑" panose="020B0503020204020204" pitchFamily="34" charset="-122"/>
                <a:ea typeface="微软雅黑" panose="020B0503020204020204" pitchFamily="34" charset="-122"/>
              </a:rPr>
              <a:t>第四周</a:t>
            </a:r>
            <a:r>
              <a:rPr lang="en-US" altLang="zh-CN" b="1" dirty="0">
                <a:solidFill>
                  <a:schemeClr val="bg1"/>
                </a:solidFill>
                <a:latin typeface="微软雅黑" panose="020B0503020204020204" pitchFamily="34" charset="-122"/>
                <a:ea typeface="微软雅黑" panose="020B0503020204020204" pitchFamily="34" charset="-122"/>
              </a:rPr>
              <a:t>---</a:t>
            </a:r>
            <a:r>
              <a:rPr lang="zh-CN" altLang="zh-CN" b="1" dirty="0">
                <a:solidFill>
                  <a:schemeClr val="bg1"/>
                </a:solidFill>
                <a:latin typeface="微软雅黑" panose="020B0503020204020204" pitchFamily="34" charset="-122"/>
                <a:ea typeface="微软雅黑" panose="020B0503020204020204" pitchFamily="34" charset="-122"/>
              </a:rPr>
              <a:t>第</a:t>
            </a:r>
            <a:r>
              <a:rPr lang="zh-CN" altLang="en-US" b="1" dirty="0">
                <a:solidFill>
                  <a:schemeClr val="bg1"/>
                </a:solidFill>
                <a:latin typeface="微软雅黑" panose="020B0503020204020204" pitchFamily="34" charset="-122"/>
                <a:ea typeface="微软雅黑" panose="020B0503020204020204" pitchFamily="34" charset="-122"/>
              </a:rPr>
              <a:t>八</a:t>
            </a:r>
            <a:r>
              <a:rPr lang="zh-CN" altLang="zh-CN" b="1" dirty="0">
                <a:solidFill>
                  <a:schemeClr val="bg1"/>
                </a:solidFill>
                <a:latin typeface="微软雅黑" panose="020B0503020204020204" pitchFamily="34" charset="-122"/>
                <a:ea typeface="微软雅黑" panose="020B0503020204020204" pitchFamily="34" charset="-122"/>
              </a:rPr>
              <a:t>周</a:t>
            </a:r>
            <a:r>
              <a:rPr lang="en-US" altLang="zh-CN" b="1" dirty="0">
                <a:solidFill>
                  <a:schemeClr val="bg1"/>
                </a:solidFill>
                <a:latin typeface="微软雅黑" panose="020B0503020204020204" pitchFamily="34" charset="-122"/>
                <a:ea typeface="微软雅黑" panose="020B0503020204020204" pitchFamily="34" charset="-122"/>
              </a:rPr>
              <a:t> </a:t>
            </a:r>
            <a:r>
              <a:rPr lang="zh-CN" altLang="zh-CN" b="1" dirty="0">
                <a:solidFill>
                  <a:schemeClr val="bg1"/>
                </a:solidFill>
                <a:latin typeface="微软雅黑" panose="020B0503020204020204" pitchFamily="34" charset="-122"/>
                <a:ea typeface="微软雅黑" panose="020B0503020204020204" pitchFamily="34" charset="-122"/>
              </a:rPr>
              <a:t>产品优化</a:t>
            </a:r>
            <a:r>
              <a:rPr lang="zh-CN" altLang="en-US" b="1" dirty="0">
                <a:solidFill>
                  <a:schemeClr val="bg1"/>
                </a:solidFill>
                <a:latin typeface="微软雅黑" panose="020B0503020204020204" pitchFamily="34" charset="-122"/>
                <a:ea typeface="微软雅黑" panose="020B0503020204020204" pitchFamily="34" charset="-122"/>
              </a:rPr>
              <a:t>推广</a:t>
            </a:r>
            <a:r>
              <a:rPr lang="zh-CN" altLang="zh-CN" b="1" dirty="0">
                <a:solidFill>
                  <a:schemeClr val="bg1"/>
                </a:solidFill>
                <a:latin typeface="微软雅黑" panose="020B0503020204020204" pitchFamily="34" charset="-122"/>
                <a:ea typeface="微软雅黑" panose="020B0503020204020204" pitchFamily="34" charset="-122"/>
              </a:rPr>
              <a:t>：</a:t>
            </a:r>
            <a:endParaRPr lang="zh-CN" altLang="zh-CN" b="1" dirty="0">
              <a:solidFill>
                <a:schemeClr val="bg1"/>
              </a:solidFill>
              <a:latin typeface="微软雅黑" panose="020B0503020204020204" pitchFamily="34" charset="-122"/>
              <a:ea typeface="微软雅黑" panose="020B0503020204020204" pitchFamily="34" charset="-122"/>
            </a:endParaRPr>
          </a:p>
        </p:txBody>
      </p:sp>
      <p:sp>
        <p:nvSpPr>
          <p:cNvPr id="49175" name="TextBox 36"/>
          <p:cNvSpPr txBox="1"/>
          <p:nvPr/>
        </p:nvSpPr>
        <p:spPr>
          <a:xfrm>
            <a:off x="4491038" y="2422525"/>
            <a:ext cx="3082925" cy="4186238"/>
          </a:xfrm>
          <a:prstGeom prst="rect">
            <a:avLst/>
          </a:prstGeom>
          <a:noFill/>
          <a:ln w="9525">
            <a:noFill/>
          </a:ln>
        </p:spPr>
        <p:txBody>
          <a:bodyPr>
            <a:spAutoFit/>
          </a:bodyPr>
          <a:p>
            <a:r>
              <a:rPr lang="zh-CN" altLang="zh-CN" sz="1400" b="1" dirty="0">
                <a:solidFill>
                  <a:schemeClr val="bg1"/>
                </a:solidFill>
                <a:latin typeface="微软雅黑" panose="020B0503020204020204" pitchFamily="34" charset="-122"/>
                <a:ea typeface="微软雅黑" panose="020B0503020204020204" pitchFamily="34" charset="-122"/>
              </a:rPr>
              <a:t>本月主要进行推广活动：</a:t>
            </a:r>
            <a:endParaRPr lang="zh-CN" altLang="zh-CN" sz="1400" b="1" dirty="0">
              <a:solidFill>
                <a:schemeClr val="bg1"/>
              </a:solidFill>
              <a:latin typeface="微软雅黑" panose="020B0503020204020204" pitchFamily="34" charset="-122"/>
              <a:ea typeface="微软雅黑" panose="020B0503020204020204" pitchFamily="34" charset="-122"/>
            </a:endParaRPr>
          </a:p>
          <a:p>
            <a:r>
              <a:rPr lang="en-US" altLang="zh-CN" sz="1400" b="1" dirty="0">
                <a:solidFill>
                  <a:schemeClr val="bg1"/>
                </a:solidFill>
                <a:latin typeface="微软雅黑" panose="020B0503020204020204" pitchFamily="34" charset="-122"/>
                <a:ea typeface="微软雅黑" panose="020B0503020204020204" pitchFamily="34" charset="-122"/>
              </a:rPr>
              <a:t>1.</a:t>
            </a:r>
            <a:r>
              <a:rPr lang="zh-CN" altLang="zh-CN" sz="1400" b="1" dirty="0">
                <a:solidFill>
                  <a:schemeClr val="bg1"/>
                </a:solidFill>
                <a:latin typeface="微软雅黑" panose="020B0503020204020204" pitchFamily="34" charset="-122"/>
                <a:ea typeface="微软雅黑" panose="020B0503020204020204" pitchFamily="34" charset="-122"/>
              </a:rPr>
              <a:t>市场营销计划</a:t>
            </a:r>
            <a:r>
              <a:rPr lang="en-US" altLang="zh-CN" sz="1400" b="1" dirty="0">
                <a:solidFill>
                  <a:schemeClr val="bg1"/>
                </a:solidFill>
                <a:latin typeface="微软雅黑" panose="020B0503020204020204" pitchFamily="34" charset="-122"/>
                <a:ea typeface="微软雅黑" panose="020B0503020204020204" pitchFamily="34" charset="-122"/>
              </a:rPr>
              <a:t>(</a:t>
            </a:r>
            <a:r>
              <a:rPr lang="zh-CN" altLang="zh-CN" sz="1400" b="1" dirty="0">
                <a:solidFill>
                  <a:schemeClr val="bg1"/>
                </a:solidFill>
                <a:latin typeface="微软雅黑" panose="020B0503020204020204" pitchFamily="34" charset="-122"/>
                <a:ea typeface="微软雅黑" panose="020B0503020204020204" pitchFamily="34" charset="-122"/>
              </a:rPr>
              <a:t>开站内广告，</a:t>
            </a:r>
            <a:r>
              <a:rPr lang="en-US" altLang="zh-CN" sz="1400" b="1" dirty="0">
                <a:solidFill>
                  <a:schemeClr val="bg1"/>
                </a:solidFill>
                <a:latin typeface="微软雅黑" panose="020B0503020204020204" pitchFamily="34" charset="-122"/>
                <a:ea typeface="微软雅黑" panose="020B0503020204020204" pitchFamily="34" charset="-122"/>
              </a:rPr>
              <a:t>PPC</a:t>
            </a:r>
            <a:r>
              <a:rPr lang="zh-CN" altLang="zh-CN" sz="1400" b="1" dirty="0">
                <a:solidFill>
                  <a:schemeClr val="bg1"/>
                </a:solidFill>
                <a:latin typeface="微软雅黑" panose="020B0503020204020204" pitchFamily="34" charset="-122"/>
                <a:ea typeface="微软雅黑" panose="020B0503020204020204" pitchFamily="34" charset="-122"/>
              </a:rPr>
              <a:t>广告优化，送测计划，推广预算，索评方式，索评卡，设置促销，参加站内活动，站外引流，制定站内外相结合的推广计划</a:t>
            </a:r>
            <a:r>
              <a:rPr lang="en-US" altLang="zh-CN" sz="1400" b="1" dirty="0">
                <a:solidFill>
                  <a:schemeClr val="bg1"/>
                </a:solidFill>
                <a:latin typeface="微软雅黑" panose="020B0503020204020204" pitchFamily="34" charset="-122"/>
                <a:ea typeface="微软雅黑" panose="020B0503020204020204" pitchFamily="34" charset="-122"/>
              </a:rPr>
              <a:t>,)</a:t>
            </a:r>
            <a:endParaRPr lang="zh-CN" altLang="zh-CN" sz="1400" b="1" dirty="0">
              <a:solidFill>
                <a:schemeClr val="bg1"/>
              </a:solidFill>
              <a:latin typeface="微软雅黑" panose="020B0503020204020204" pitchFamily="34" charset="-122"/>
              <a:ea typeface="微软雅黑" panose="020B0503020204020204" pitchFamily="34" charset="-122"/>
            </a:endParaRPr>
          </a:p>
          <a:p>
            <a:endParaRPr lang="en-US" altLang="zh-CN" sz="1400" b="1" dirty="0">
              <a:solidFill>
                <a:schemeClr val="bg1"/>
              </a:solidFill>
              <a:latin typeface="微软雅黑" panose="020B0503020204020204" pitchFamily="34" charset="-122"/>
              <a:ea typeface="微软雅黑" panose="020B0503020204020204" pitchFamily="34" charset="-122"/>
            </a:endParaRPr>
          </a:p>
          <a:p>
            <a:r>
              <a:rPr lang="en-US" altLang="zh-CN" sz="1400" b="1" dirty="0">
                <a:solidFill>
                  <a:schemeClr val="bg1"/>
                </a:solidFill>
                <a:latin typeface="微软雅黑" panose="020B0503020204020204" pitchFamily="34" charset="-122"/>
                <a:ea typeface="微软雅黑" panose="020B0503020204020204" pitchFamily="34" charset="-122"/>
              </a:rPr>
              <a:t>2.FBA</a:t>
            </a:r>
            <a:r>
              <a:rPr lang="zh-CN" altLang="zh-CN" sz="1400" b="1" dirty="0">
                <a:solidFill>
                  <a:schemeClr val="bg1"/>
                </a:solidFill>
                <a:latin typeface="微软雅黑" panose="020B0503020204020204" pitchFamily="34" charset="-122"/>
                <a:ea typeface="微软雅黑" panose="020B0503020204020204" pitchFamily="34" charset="-122"/>
              </a:rPr>
              <a:t>产品上架后，</a:t>
            </a:r>
            <a:r>
              <a:rPr lang="en-US" altLang="zh-CN" sz="1400" b="1" dirty="0">
                <a:solidFill>
                  <a:schemeClr val="bg1"/>
                </a:solidFill>
                <a:latin typeface="微软雅黑" panose="020B0503020204020204" pitchFamily="34" charset="-122"/>
                <a:ea typeface="微软雅黑" panose="020B0503020204020204" pitchFamily="34" charset="-122"/>
              </a:rPr>
              <a:t>listing</a:t>
            </a:r>
            <a:r>
              <a:rPr lang="zh-CN" altLang="zh-CN" sz="1400" b="1" dirty="0">
                <a:solidFill>
                  <a:schemeClr val="bg1"/>
                </a:solidFill>
                <a:latin typeface="微软雅黑" panose="020B0503020204020204" pitchFamily="34" charset="-122"/>
                <a:ea typeface="微软雅黑" panose="020B0503020204020204" pitchFamily="34" charset="-122"/>
              </a:rPr>
              <a:t>促销设置，与</a:t>
            </a:r>
            <a:r>
              <a:rPr lang="zh-CN" altLang="en-US" sz="1400" b="1" dirty="0">
                <a:solidFill>
                  <a:schemeClr val="bg1"/>
                </a:solidFill>
                <a:latin typeface="微软雅黑" panose="020B0503020204020204" pitchFamily="34" charset="-122"/>
                <a:ea typeface="微软雅黑" panose="020B0503020204020204" pitchFamily="34" charset="-122"/>
              </a:rPr>
              <a:t>招商</a:t>
            </a:r>
            <a:r>
              <a:rPr lang="zh-CN" altLang="zh-CN" sz="1400" b="1" dirty="0">
                <a:solidFill>
                  <a:schemeClr val="bg1"/>
                </a:solidFill>
                <a:latin typeface="微软雅黑" panose="020B0503020204020204" pitchFamily="34" charset="-122"/>
                <a:ea typeface="微软雅黑" panose="020B0503020204020204" pitchFamily="34" charset="-122"/>
              </a:rPr>
              <a:t>经理联系报站内</a:t>
            </a:r>
            <a:r>
              <a:rPr lang="en-US" altLang="zh-CN" sz="1400" b="1" dirty="0">
                <a:solidFill>
                  <a:schemeClr val="bg1"/>
                </a:solidFill>
                <a:latin typeface="微软雅黑" panose="020B0503020204020204" pitchFamily="34" charset="-122"/>
                <a:ea typeface="微软雅黑" panose="020B0503020204020204" pitchFamily="34" charset="-122"/>
              </a:rPr>
              <a:t>BD</a:t>
            </a:r>
            <a:r>
              <a:rPr lang="zh-CN" altLang="zh-CN" sz="1400" b="1" dirty="0">
                <a:solidFill>
                  <a:schemeClr val="bg1"/>
                </a:solidFill>
                <a:latin typeface="微软雅黑" panose="020B0503020204020204" pitchFamily="34" charset="-122"/>
                <a:ea typeface="微软雅黑" panose="020B0503020204020204" pitchFamily="34" charset="-122"/>
              </a:rPr>
              <a:t>秒杀。把握新品流量期。</a:t>
            </a:r>
            <a:endParaRPr lang="zh-CN" altLang="zh-CN" sz="1400" b="1" dirty="0">
              <a:solidFill>
                <a:schemeClr val="bg1"/>
              </a:solidFill>
              <a:latin typeface="微软雅黑" panose="020B0503020204020204" pitchFamily="34" charset="-122"/>
              <a:ea typeface="微软雅黑" panose="020B0503020204020204" pitchFamily="34" charset="-122"/>
            </a:endParaRPr>
          </a:p>
          <a:p>
            <a:r>
              <a:rPr lang="en-US" altLang="zh-CN" sz="1400" b="1" dirty="0">
                <a:solidFill>
                  <a:schemeClr val="bg1"/>
                </a:solidFill>
                <a:latin typeface="微软雅黑" panose="020B0503020204020204" pitchFamily="34" charset="-122"/>
                <a:ea typeface="微软雅黑" panose="020B0503020204020204" pitchFamily="34" charset="-122"/>
              </a:rPr>
              <a:t>1.</a:t>
            </a:r>
            <a:r>
              <a:rPr lang="zh-CN" altLang="zh-CN" sz="1400" b="1" dirty="0">
                <a:solidFill>
                  <a:schemeClr val="bg1"/>
                </a:solidFill>
                <a:latin typeface="微软雅黑" panose="020B0503020204020204" pitchFamily="34" charset="-122"/>
                <a:ea typeface="微软雅黑" panose="020B0503020204020204" pitchFamily="34" charset="-122"/>
              </a:rPr>
              <a:t>确定主推的关键词，关键词上首页，做好店内产品关联，做</a:t>
            </a:r>
            <a:r>
              <a:rPr lang="en-US" altLang="zh-CN" sz="1400" b="1" dirty="0">
                <a:solidFill>
                  <a:schemeClr val="bg1"/>
                </a:solidFill>
                <a:latin typeface="微软雅黑" panose="020B0503020204020204" pitchFamily="34" charset="-122"/>
                <a:ea typeface="微软雅黑" panose="020B0503020204020204" pitchFamily="34" charset="-122"/>
              </a:rPr>
              <a:t>Q&amp;A,</a:t>
            </a:r>
            <a:r>
              <a:rPr lang="zh-CN" altLang="zh-CN" sz="1400" b="1" dirty="0">
                <a:solidFill>
                  <a:schemeClr val="bg1"/>
                </a:solidFill>
                <a:latin typeface="微软雅黑" panose="020B0503020204020204" pitchFamily="34" charset="-122"/>
                <a:ea typeface="微软雅黑" panose="020B0503020204020204" pitchFamily="34" charset="-122"/>
              </a:rPr>
              <a:t>制定刷单计划，积累评论</a:t>
            </a:r>
            <a:endParaRPr lang="zh-CN" altLang="zh-CN" sz="1400" b="1" dirty="0">
              <a:solidFill>
                <a:schemeClr val="bg1"/>
              </a:solidFill>
              <a:latin typeface="微软雅黑" panose="020B0503020204020204" pitchFamily="34" charset="-122"/>
              <a:ea typeface="微软雅黑" panose="020B0503020204020204" pitchFamily="34" charset="-122"/>
            </a:endParaRPr>
          </a:p>
          <a:p>
            <a:endParaRPr lang="en-US" altLang="zh-CN" sz="1400" b="1" dirty="0">
              <a:solidFill>
                <a:schemeClr val="bg1"/>
              </a:solidFill>
              <a:latin typeface="微软雅黑" panose="020B0503020204020204" pitchFamily="34" charset="-122"/>
              <a:ea typeface="微软雅黑" panose="020B0503020204020204" pitchFamily="34" charset="-122"/>
            </a:endParaRPr>
          </a:p>
          <a:p>
            <a:r>
              <a:rPr lang="en-US" altLang="zh-CN" sz="1400" b="1" dirty="0">
                <a:solidFill>
                  <a:schemeClr val="bg1"/>
                </a:solidFill>
                <a:latin typeface="微软雅黑" panose="020B0503020204020204" pitchFamily="34" charset="-122"/>
                <a:ea typeface="微软雅黑" panose="020B0503020204020204" pitchFamily="34" charset="-122"/>
              </a:rPr>
              <a:t>2.</a:t>
            </a:r>
            <a:r>
              <a:rPr lang="zh-CN" altLang="zh-CN" sz="1400" b="1" dirty="0">
                <a:solidFill>
                  <a:schemeClr val="bg1"/>
                </a:solidFill>
                <a:latin typeface="微软雅黑" panose="020B0503020204020204" pitchFamily="34" charset="-122"/>
                <a:ea typeface="微软雅黑" panose="020B0503020204020204" pitchFamily="34" charset="-122"/>
              </a:rPr>
              <a:t>开站内</a:t>
            </a:r>
            <a:r>
              <a:rPr lang="en-US" altLang="zh-CN" sz="1400" b="1" dirty="0">
                <a:solidFill>
                  <a:schemeClr val="bg1"/>
                </a:solidFill>
                <a:latin typeface="微软雅黑" panose="020B0503020204020204" pitchFamily="34" charset="-122"/>
                <a:ea typeface="微软雅黑" panose="020B0503020204020204" pitchFamily="34" charset="-122"/>
              </a:rPr>
              <a:t>cpc</a:t>
            </a:r>
            <a:r>
              <a:rPr lang="zh-CN" altLang="zh-CN" sz="1400" b="1" dirty="0">
                <a:solidFill>
                  <a:schemeClr val="bg1"/>
                </a:solidFill>
                <a:latin typeface="微软雅黑" panose="020B0503020204020204" pitchFamily="34" charset="-122"/>
                <a:ea typeface="微软雅黑" panose="020B0503020204020204" pitchFamily="34" charset="-122"/>
              </a:rPr>
              <a:t>，及时调价优化。报</a:t>
            </a:r>
            <a:r>
              <a:rPr lang="en-US" altLang="zh-CN" sz="1400" b="1" dirty="0">
                <a:solidFill>
                  <a:schemeClr val="bg1"/>
                </a:solidFill>
                <a:latin typeface="微软雅黑" panose="020B0503020204020204" pitchFamily="34" charset="-122"/>
                <a:ea typeface="微软雅黑" panose="020B0503020204020204" pitchFamily="34" charset="-122"/>
              </a:rPr>
              <a:t>LD</a:t>
            </a:r>
            <a:r>
              <a:rPr lang="zh-CN" altLang="zh-CN" sz="1400" b="1" dirty="0">
                <a:solidFill>
                  <a:schemeClr val="bg1"/>
                </a:solidFill>
                <a:latin typeface="微软雅黑" panose="020B0503020204020204" pitchFamily="34" charset="-122"/>
                <a:ea typeface="微软雅黑" panose="020B0503020204020204" pitchFamily="34" charset="-122"/>
              </a:rPr>
              <a:t>提前备货</a:t>
            </a:r>
            <a:endParaRPr lang="zh-CN" altLang="zh-CN" sz="1400" b="1" dirty="0">
              <a:solidFill>
                <a:schemeClr val="bg1"/>
              </a:solidFill>
              <a:latin typeface="微软雅黑" panose="020B0503020204020204" pitchFamily="34" charset="-122"/>
              <a:ea typeface="微软雅黑" panose="020B0503020204020204" pitchFamily="34" charset="-122"/>
            </a:endParaRPr>
          </a:p>
          <a:p>
            <a:endParaRPr lang="en-US" altLang="zh-CN" sz="1400" b="1" dirty="0">
              <a:solidFill>
                <a:schemeClr val="bg1"/>
              </a:solidFill>
              <a:latin typeface="微软雅黑" panose="020B0503020204020204" pitchFamily="34" charset="-122"/>
              <a:ea typeface="微软雅黑" panose="020B0503020204020204" pitchFamily="34" charset="-122"/>
            </a:endParaRPr>
          </a:p>
          <a:p>
            <a:r>
              <a:rPr lang="en-US" altLang="zh-CN" sz="1400" b="1" dirty="0">
                <a:solidFill>
                  <a:schemeClr val="bg1"/>
                </a:solidFill>
                <a:latin typeface="微软雅黑" panose="020B0503020204020204" pitchFamily="34" charset="-122"/>
                <a:ea typeface="微软雅黑" panose="020B0503020204020204" pitchFamily="34" charset="-122"/>
              </a:rPr>
              <a:t>3.</a:t>
            </a:r>
            <a:r>
              <a:rPr lang="zh-CN" altLang="zh-CN" sz="1400" b="1" dirty="0">
                <a:solidFill>
                  <a:schemeClr val="bg1"/>
                </a:solidFill>
                <a:latin typeface="微软雅黑" panose="020B0503020204020204" pitchFamily="34" charset="-122"/>
                <a:ea typeface="微软雅黑" panose="020B0503020204020204" pitchFamily="34" charset="-122"/>
              </a:rPr>
              <a:t>关注店铺产品，分析数据，一周观察期，分析潜力爆款</a:t>
            </a:r>
            <a:endParaRPr lang="zh-CN" altLang="zh-CN" sz="1400" b="1" dirty="0">
              <a:solidFill>
                <a:schemeClr val="bg1"/>
              </a:solidFill>
              <a:latin typeface="微软雅黑" panose="020B0503020204020204" pitchFamily="34" charset="-122"/>
              <a:ea typeface="微软雅黑" panose="020B0503020204020204" pitchFamily="34" charset="-122"/>
            </a:endParaRPr>
          </a:p>
        </p:txBody>
      </p:sp>
      <p:sp>
        <p:nvSpPr>
          <p:cNvPr id="49176" name="TextBox 36"/>
          <p:cNvSpPr txBox="1"/>
          <p:nvPr/>
        </p:nvSpPr>
        <p:spPr>
          <a:xfrm>
            <a:off x="8440738" y="2498725"/>
            <a:ext cx="3081337" cy="3324225"/>
          </a:xfrm>
          <a:prstGeom prst="rect">
            <a:avLst/>
          </a:prstGeom>
          <a:noFill/>
          <a:ln w="9525">
            <a:noFill/>
          </a:ln>
        </p:spPr>
        <p:txBody>
          <a:bodyPr>
            <a:spAutoFit/>
          </a:bodyPr>
          <a:p>
            <a:r>
              <a:rPr lang="en-US" altLang="zh-CN" sz="1400" b="1" dirty="0">
                <a:solidFill>
                  <a:schemeClr val="bg1"/>
                </a:solidFill>
                <a:latin typeface="等线" pitchFamily="2" charset="-122"/>
              </a:rPr>
              <a:t>PPC </a:t>
            </a:r>
            <a:r>
              <a:rPr lang="zh-CN" altLang="zh-CN" sz="1400" b="1" dirty="0">
                <a:solidFill>
                  <a:schemeClr val="bg1"/>
                </a:solidFill>
                <a:latin typeface="等线" pitchFamily="2" charset="-122"/>
              </a:rPr>
              <a:t>广告的数椐分析，调价，</a:t>
            </a:r>
            <a:r>
              <a:rPr lang="en-US" altLang="zh-CN" sz="1400" b="1" dirty="0">
                <a:solidFill>
                  <a:schemeClr val="bg1"/>
                </a:solidFill>
                <a:latin typeface="等线" pitchFamily="2" charset="-122"/>
              </a:rPr>
              <a:t>listing </a:t>
            </a:r>
            <a:r>
              <a:rPr lang="zh-CN" altLang="zh-CN" sz="1400" b="1" dirty="0">
                <a:solidFill>
                  <a:schemeClr val="bg1"/>
                </a:solidFill>
                <a:latin typeface="等线" pitchFamily="2" charset="-122"/>
              </a:rPr>
              <a:t>的优化，现在产品的利润分析，</a:t>
            </a:r>
            <a:endParaRPr lang="zh-CN" altLang="zh-CN" sz="1400" b="1" dirty="0">
              <a:solidFill>
                <a:schemeClr val="bg1"/>
              </a:solidFill>
              <a:latin typeface="等线" pitchFamily="2" charset="-122"/>
            </a:endParaRPr>
          </a:p>
          <a:p>
            <a:endParaRPr lang="en-US" altLang="zh-CN" sz="1400" b="1" dirty="0">
              <a:solidFill>
                <a:schemeClr val="bg1"/>
              </a:solidFill>
              <a:latin typeface="等线" pitchFamily="2" charset="-122"/>
            </a:endParaRPr>
          </a:p>
          <a:p>
            <a:r>
              <a:rPr lang="zh-CN" altLang="zh-CN" sz="1400" b="1" dirty="0">
                <a:solidFill>
                  <a:schemeClr val="bg1"/>
                </a:solidFill>
                <a:latin typeface="等线" pitchFamily="2" charset="-122"/>
              </a:rPr>
              <a:t>关键词的排名追踪，首页排名的追踪</a:t>
            </a:r>
            <a:endParaRPr lang="zh-CN" altLang="zh-CN" sz="1400" b="1" dirty="0">
              <a:solidFill>
                <a:schemeClr val="bg1"/>
              </a:solidFill>
              <a:latin typeface="等线" pitchFamily="2" charset="-122"/>
            </a:endParaRPr>
          </a:p>
          <a:p>
            <a:r>
              <a:rPr lang="zh-CN" altLang="zh-CN" sz="1400" b="1" dirty="0">
                <a:solidFill>
                  <a:schemeClr val="bg1"/>
                </a:solidFill>
                <a:latin typeface="等线" pitchFamily="2" charset="-122"/>
              </a:rPr>
              <a:t>评价的分析与差评的处理，</a:t>
            </a:r>
            <a:endParaRPr lang="zh-CN" altLang="zh-CN" sz="1400" b="1" dirty="0">
              <a:solidFill>
                <a:schemeClr val="bg1"/>
              </a:solidFill>
              <a:latin typeface="等线" pitchFamily="2" charset="-122"/>
            </a:endParaRPr>
          </a:p>
          <a:p>
            <a:endParaRPr lang="en-US" altLang="zh-CN" sz="1400" b="1" dirty="0">
              <a:solidFill>
                <a:schemeClr val="bg1"/>
              </a:solidFill>
              <a:latin typeface="等线" pitchFamily="2" charset="-122"/>
            </a:endParaRPr>
          </a:p>
          <a:p>
            <a:r>
              <a:rPr lang="en-US" altLang="zh-CN" sz="1400" b="1" dirty="0">
                <a:solidFill>
                  <a:schemeClr val="bg1"/>
                </a:solidFill>
                <a:latin typeface="等线" pitchFamily="2" charset="-122"/>
              </a:rPr>
              <a:t>Listing </a:t>
            </a:r>
            <a:r>
              <a:rPr lang="zh-CN" altLang="zh-CN" sz="1400" b="1" dirty="0">
                <a:solidFill>
                  <a:schemeClr val="bg1"/>
                </a:solidFill>
                <a:latin typeface="等线" pitchFamily="2" charset="-122"/>
              </a:rPr>
              <a:t>关键词的布局与调整</a:t>
            </a:r>
            <a:endParaRPr lang="zh-CN" altLang="zh-CN" sz="1400" b="1" dirty="0">
              <a:solidFill>
                <a:schemeClr val="bg1"/>
              </a:solidFill>
              <a:latin typeface="等线" pitchFamily="2" charset="-122"/>
            </a:endParaRPr>
          </a:p>
          <a:p>
            <a:r>
              <a:rPr lang="en-US" altLang="zh-CN" sz="1400" b="1" dirty="0">
                <a:solidFill>
                  <a:schemeClr val="bg1"/>
                </a:solidFill>
                <a:latin typeface="等线" pitchFamily="2" charset="-122"/>
              </a:rPr>
              <a:t>QA</a:t>
            </a:r>
            <a:r>
              <a:rPr lang="zh-CN" altLang="zh-CN" sz="1400" b="1" dirty="0">
                <a:solidFill>
                  <a:schemeClr val="bg1"/>
                </a:solidFill>
                <a:latin typeface="等线" pitchFamily="2" charset="-122"/>
              </a:rPr>
              <a:t>的发布，视频的上传，主图视频，相关视频的上传</a:t>
            </a:r>
            <a:endParaRPr lang="en-US" altLang="zh-CN" sz="1400" b="1" dirty="0">
              <a:solidFill>
                <a:schemeClr val="bg1"/>
              </a:solidFill>
              <a:latin typeface="等线" pitchFamily="2" charset="-122"/>
            </a:endParaRPr>
          </a:p>
          <a:p>
            <a:endParaRPr lang="en-US" altLang="zh-CN" sz="1400" b="1" dirty="0">
              <a:solidFill>
                <a:schemeClr val="bg1"/>
              </a:solidFill>
              <a:latin typeface="等线" pitchFamily="2" charset="-122"/>
            </a:endParaRPr>
          </a:p>
          <a:p>
            <a:r>
              <a:rPr lang="zh-CN" altLang="zh-CN" sz="1400" b="1" dirty="0">
                <a:solidFill>
                  <a:schemeClr val="bg1"/>
                </a:solidFill>
                <a:latin typeface="等线" pitchFamily="2" charset="-122"/>
              </a:rPr>
              <a:t>产品的销售分析报告，访客数，转化率，成单量。</a:t>
            </a:r>
            <a:r>
              <a:rPr lang="en-US" altLang="zh-CN" sz="1400" b="1" dirty="0">
                <a:solidFill>
                  <a:schemeClr val="bg1"/>
                </a:solidFill>
                <a:latin typeface="等线" pitchFamily="2" charset="-122"/>
              </a:rPr>
              <a:t>LD</a:t>
            </a:r>
            <a:r>
              <a:rPr lang="zh-CN" altLang="zh-CN" sz="1400" b="1" dirty="0">
                <a:solidFill>
                  <a:schemeClr val="bg1"/>
                </a:solidFill>
                <a:latin typeface="等线" pitchFamily="2" charset="-122"/>
              </a:rPr>
              <a:t>秒杀的报名，及进度操控。</a:t>
            </a:r>
            <a:r>
              <a:rPr lang="en-US" altLang="zh-CN" sz="1400" b="1" dirty="0">
                <a:solidFill>
                  <a:schemeClr val="bg1"/>
                </a:solidFill>
                <a:latin typeface="等线" pitchFamily="2" charset="-122"/>
              </a:rPr>
              <a:t>  </a:t>
            </a:r>
            <a:r>
              <a:rPr lang="zh-CN" altLang="zh-CN" sz="1400" b="1" dirty="0">
                <a:solidFill>
                  <a:schemeClr val="bg1"/>
                </a:solidFill>
                <a:latin typeface="等线" pitchFamily="2" charset="-122"/>
              </a:rPr>
              <a:t>制订下一周期的运营计划，及销售预估</a:t>
            </a:r>
            <a:endParaRPr lang="zh-CN" altLang="zh-CN" sz="1400" b="1" dirty="0">
              <a:solidFill>
                <a:schemeClr val="bg1"/>
              </a:solidFill>
              <a:latin typeface="等线" pitchFamily="2" charset="-122"/>
            </a:endParaRPr>
          </a:p>
        </p:txBody>
      </p:sp>
    </p:spTree>
  </p:cSld>
  <p:clrMapOvr>
    <a:masterClrMapping/>
  </p:clrMapOvr>
  <p:transition spd="slow" advTm="3000">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 name="Rectangle 9"/>
          <p:cNvSpPr/>
          <p:nvPr/>
        </p:nvSpPr>
        <p:spPr>
          <a:xfrm>
            <a:off x="0" y="0"/>
            <a:ext cx="4062939" cy="6858000"/>
          </a:xfrm>
          <a:prstGeom prst="rect">
            <a:avLst/>
          </a:prstGeom>
          <a:blipFill>
            <a:blip r:embed="rId1" cstate="print"/>
            <a:stretch>
              <a:fillRect l="-76834" r="-76357"/>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sp>
        <p:nvSpPr>
          <p:cNvPr id="40" name="Rectangle 33"/>
          <p:cNvSpPr/>
          <p:nvPr/>
        </p:nvSpPr>
        <p:spPr>
          <a:xfrm>
            <a:off x="4062939" y="-1"/>
            <a:ext cx="4062939" cy="6858000"/>
          </a:xfrm>
          <a:prstGeom prst="rect">
            <a:avLst/>
          </a:prstGeom>
          <a:blipFill>
            <a:blip r:embed="rId2" cstate="print"/>
            <a:stretch>
              <a:fillRect l="-16217" r="-16116"/>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sp>
        <p:nvSpPr>
          <p:cNvPr id="41" name="Rectangle 34"/>
          <p:cNvSpPr/>
          <p:nvPr/>
        </p:nvSpPr>
        <p:spPr>
          <a:xfrm>
            <a:off x="8125886" y="-15357"/>
            <a:ext cx="4062939" cy="6858000"/>
          </a:xfrm>
          <a:prstGeom prst="rect">
            <a:avLst/>
          </a:prstGeom>
          <a:blipFill>
            <a:blip r:embed="rId3" cstate="print"/>
            <a:stretch>
              <a:fillRect l="-13290" r="-13207"/>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sp>
        <p:nvSpPr>
          <p:cNvPr id="10" name="Rectangle 9"/>
          <p:cNvSpPr/>
          <p:nvPr/>
        </p:nvSpPr>
        <p:spPr>
          <a:xfrm>
            <a:off x="1588" y="-15875"/>
            <a:ext cx="4062413" cy="6858000"/>
          </a:xfrm>
          <a:prstGeom prst="rect">
            <a:avLst/>
          </a:prstGeom>
          <a:solidFill>
            <a:srgbClr val="000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sp>
        <p:nvSpPr>
          <p:cNvPr id="34" name="Rectangle 33"/>
          <p:cNvSpPr/>
          <p:nvPr/>
        </p:nvSpPr>
        <p:spPr>
          <a:xfrm>
            <a:off x="4064000" y="-15875"/>
            <a:ext cx="4064000" cy="6858000"/>
          </a:xfrm>
          <a:prstGeom prst="rect">
            <a:avLst/>
          </a:prstGeom>
          <a:solidFill>
            <a:srgbClr val="000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sp>
        <p:nvSpPr>
          <p:cNvPr id="35" name="Rectangle 34"/>
          <p:cNvSpPr/>
          <p:nvPr/>
        </p:nvSpPr>
        <p:spPr>
          <a:xfrm>
            <a:off x="8128000" y="-15875"/>
            <a:ext cx="4062413" cy="6858000"/>
          </a:xfrm>
          <a:prstGeom prst="rect">
            <a:avLst/>
          </a:prstGeom>
          <a:solidFill>
            <a:srgbClr val="000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sp>
        <p:nvSpPr>
          <p:cNvPr id="36" name="Shape 2841"/>
          <p:cNvSpPr/>
          <p:nvPr/>
        </p:nvSpPr>
        <p:spPr>
          <a:xfrm>
            <a:off x="1739900" y="1435100"/>
            <a:ext cx="484188" cy="395288"/>
          </a:xfrm>
          <a:custGeom>
            <a:avLst/>
            <a:gdLst/>
            <a:ahLst/>
            <a:cxnLst>
              <a:cxn ang="0">
                <a:pos x="wd2" y="hd2"/>
              </a:cxn>
              <a:cxn ang="5400000">
                <a:pos x="wd2" y="hd2"/>
              </a:cxn>
              <a:cxn ang="10800000">
                <a:pos x="wd2" y="hd2"/>
              </a:cxn>
              <a:cxn ang="16200000">
                <a:pos x="wd2" y="hd2"/>
              </a:cxn>
            </a:cxnLst>
            <a:rect l="0" t="0" r="r" b="b"/>
            <a:pathLst>
              <a:path w="21600" h="21600" extrusionOk="0">
                <a:moveTo>
                  <a:pt x="20618" y="20400"/>
                </a:moveTo>
                <a:lnTo>
                  <a:pt x="982" y="20400"/>
                </a:lnTo>
                <a:lnTo>
                  <a:pt x="982" y="13200"/>
                </a:lnTo>
                <a:lnTo>
                  <a:pt x="6907" y="13200"/>
                </a:lnTo>
                <a:cubicBezTo>
                  <a:pt x="7149" y="15567"/>
                  <a:pt x="8798" y="17400"/>
                  <a:pt x="10800" y="17400"/>
                </a:cubicBezTo>
                <a:cubicBezTo>
                  <a:pt x="12802" y="17400"/>
                  <a:pt x="14451" y="15567"/>
                  <a:pt x="14693" y="13200"/>
                </a:cubicBezTo>
                <a:lnTo>
                  <a:pt x="20618" y="13200"/>
                </a:lnTo>
                <a:cubicBezTo>
                  <a:pt x="20618" y="13200"/>
                  <a:pt x="20618" y="20400"/>
                  <a:pt x="20618" y="20400"/>
                </a:cubicBezTo>
                <a:close/>
                <a:moveTo>
                  <a:pt x="5703" y="1200"/>
                </a:moveTo>
                <a:lnTo>
                  <a:pt x="15897" y="1200"/>
                </a:lnTo>
                <a:lnTo>
                  <a:pt x="20315" y="12000"/>
                </a:lnTo>
                <a:lnTo>
                  <a:pt x="14236" y="12000"/>
                </a:lnTo>
                <a:cubicBezTo>
                  <a:pt x="13966" y="12000"/>
                  <a:pt x="13745" y="12269"/>
                  <a:pt x="13745" y="12600"/>
                </a:cubicBezTo>
                <a:cubicBezTo>
                  <a:pt x="13745" y="14588"/>
                  <a:pt x="12427" y="16200"/>
                  <a:pt x="10800" y="16200"/>
                </a:cubicBezTo>
                <a:cubicBezTo>
                  <a:pt x="9173" y="16200"/>
                  <a:pt x="7855" y="14588"/>
                  <a:pt x="7855" y="12600"/>
                </a:cubicBezTo>
                <a:cubicBezTo>
                  <a:pt x="7855" y="12269"/>
                  <a:pt x="7634" y="12000"/>
                  <a:pt x="7364" y="12000"/>
                </a:cubicBezTo>
                <a:lnTo>
                  <a:pt x="1285" y="12000"/>
                </a:lnTo>
                <a:cubicBezTo>
                  <a:pt x="1285" y="12000"/>
                  <a:pt x="5703" y="1200"/>
                  <a:pt x="5703" y="1200"/>
                </a:cubicBezTo>
                <a:close/>
                <a:moveTo>
                  <a:pt x="21543" y="12334"/>
                </a:moveTo>
                <a:lnTo>
                  <a:pt x="21548" y="12332"/>
                </a:lnTo>
                <a:lnTo>
                  <a:pt x="16639" y="332"/>
                </a:lnTo>
                <a:lnTo>
                  <a:pt x="16634" y="335"/>
                </a:lnTo>
                <a:cubicBezTo>
                  <a:pt x="16554" y="138"/>
                  <a:pt x="16392" y="0"/>
                  <a:pt x="16200" y="0"/>
                </a:cubicBezTo>
                <a:lnTo>
                  <a:pt x="5400" y="0"/>
                </a:lnTo>
                <a:cubicBezTo>
                  <a:pt x="5208" y="0"/>
                  <a:pt x="5046" y="138"/>
                  <a:pt x="4966" y="335"/>
                </a:cubicBezTo>
                <a:lnTo>
                  <a:pt x="4961" y="332"/>
                </a:lnTo>
                <a:lnTo>
                  <a:pt x="52" y="12332"/>
                </a:lnTo>
                <a:lnTo>
                  <a:pt x="57" y="12334"/>
                </a:lnTo>
                <a:cubicBezTo>
                  <a:pt x="23" y="12416"/>
                  <a:pt x="0" y="12503"/>
                  <a:pt x="0" y="12600"/>
                </a:cubicBezTo>
                <a:lnTo>
                  <a:pt x="0" y="21000"/>
                </a:lnTo>
                <a:cubicBezTo>
                  <a:pt x="0" y="21332"/>
                  <a:pt x="220" y="21600"/>
                  <a:pt x="491" y="21600"/>
                </a:cubicBezTo>
                <a:lnTo>
                  <a:pt x="21109" y="21600"/>
                </a:lnTo>
                <a:cubicBezTo>
                  <a:pt x="21380" y="21600"/>
                  <a:pt x="21600" y="21332"/>
                  <a:pt x="21600" y="21000"/>
                </a:cubicBezTo>
                <a:lnTo>
                  <a:pt x="21600" y="12600"/>
                </a:lnTo>
                <a:cubicBezTo>
                  <a:pt x="21600" y="12503"/>
                  <a:pt x="21577" y="12416"/>
                  <a:pt x="21543" y="12334"/>
                </a:cubicBezTo>
                <a:moveTo>
                  <a:pt x="16691" y="9000"/>
                </a:moveTo>
                <a:cubicBezTo>
                  <a:pt x="16691" y="8669"/>
                  <a:pt x="16471" y="8400"/>
                  <a:pt x="16200" y="8400"/>
                </a:cubicBezTo>
                <a:lnTo>
                  <a:pt x="5400" y="8400"/>
                </a:lnTo>
                <a:cubicBezTo>
                  <a:pt x="5129" y="8400"/>
                  <a:pt x="4909" y="8669"/>
                  <a:pt x="4909" y="9000"/>
                </a:cubicBezTo>
                <a:cubicBezTo>
                  <a:pt x="4909" y="9332"/>
                  <a:pt x="5129" y="9600"/>
                  <a:pt x="5400" y="9600"/>
                </a:cubicBezTo>
                <a:lnTo>
                  <a:pt x="16200" y="9600"/>
                </a:lnTo>
                <a:cubicBezTo>
                  <a:pt x="16471" y="9600"/>
                  <a:pt x="16691" y="9332"/>
                  <a:pt x="16691" y="9000"/>
                </a:cubicBezTo>
                <a:moveTo>
                  <a:pt x="6382" y="7200"/>
                </a:moveTo>
                <a:lnTo>
                  <a:pt x="15218" y="7200"/>
                </a:lnTo>
                <a:cubicBezTo>
                  <a:pt x="15489" y="7200"/>
                  <a:pt x="15709" y="6932"/>
                  <a:pt x="15709" y="6600"/>
                </a:cubicBezTo>
                <a:cubicBezTo>
                  <a:pt x="15709" y="6269"/>
                  <a:pt x="15489" y="6000"/>
                  <a:pt x="15218" y="6000"/>
                </a:cubicBezTo>
                <a:lnTo>
                  <a:pt x="6382" y="6000"/>
                </a:lnTo>
                <a:cubicBezTo>
                  <a:pt x="6111" y="6000"/>
                  <a:pt x="5891" y="6269"/>
                  <a:pt x="5891" y="6600"/>
                </a:cubicBezTo>
                <a:cubicBezTo>
                  <a:pt x="5891" y="6932"/>
                  <a:pt x="6111" y="7200"/>
                  <a:pt x="6382" y="7200"/>
                </a:cubicBezTo>
                <a:moveTo>
                  <a:pt x="7364" y="4800"/>
                </a:moveTo>
                <a:lnTo>
                  <a:pt x="14236" y="4800"/>
                </a:lnTo>
                <a:cubicBezTo>
                  <a:pt x="14507" y="4800"/>
                  <a:pt x="14727" y="4532"/>
                  <a:pt x="14727" y="4200"/>
                </a:cubicBezTo>
                <a:cubicBezTo>
                  <a:pt x="14727" y="3869"/>
                  <a:pt x="14507" y="3600"/>
                  <a:pt x="14236" y="3600"/>
                </a:cubicBezTo>
                <a:lnTo>
                  <a:pt x="7364" y="3600"/>
                </a:lnTo>
                <a:cubicBezTo>
                  <a:pt x="7093" y="3600"/>
                  <a:pt x="6873" y="3869"/>
                  <a:pt x="6873" y="4200"/>
                </a:cubicBezTo>
                <a:cubicBezTo>
                  <a:pt x="6873" y="4532"/>
                  <a:pt x="7093" y="4800"/>
                  <a:pt x="7364" y="4800"/>
                </a:cubicBezTo>
              </a:path>
            </a:pathLst>
          </a:custGeom>
          <a:solidFill>
            <a:schemeClr val="bg1"/>
          </a:solidFill>
          <a:ln w="12700">
            <a:miter lim="400000"/>
          </a:ln>
        </p:spPr>
        <p:txBody>
          <a:bodyPr lIns="19045" tIns="19045" rIns="19045" bIns="19045" anchor="ctr"/>
          <a:lstStyle/>
          <a:p>
            <a:pPr marL="0" marR="0" lvl="0" indent="0" algn="l" defTabSz="228600" rtl="0" eaLnBrk="1" fontAlgn="base" latinLnBrk="0" hangingPunct="1">
              <a:lnSpc>
                <a:spcPct val="100000"/>
              </a:lnSpc>
              <a:spcBef>
                <a:spcPct val="0"/>
              </a:spcBef>
              <a:spcAft>
                <a:spcPct val="0"/>
              </a:spcAft>
              <a:buClrTx/>
              <a:buSzTx/>
              <a:buFontTx/>
              <a:buNone/>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kumimoji="0" sz="15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Arial" panose="020B0604020202020204" pitchFamily="34" charset="0"/>
              <a:ea typeface="微软雅黑" panose="020B0503020204020204" pitchFamily="34" charset="-122"/>
              <a:cs typeface="Gill Sans"/>
              <a:sym typeface="Arial" panose="020B0604020202020204" pitchFamily="34" charset="0"/>
            </a:endParaRPr>
          </a:p>
        </p:txBody>
      </p:sp>
      <p:sp>
        <p:nvSpPr>
          <p:cNvPr id="50191" name="TextBox 36"/>
          <p:cNvSpPr txBox="1"/>
          <p:nvPr/>
        </p:nvSpPr>
        <p:spPr>
          <a:xfrm>
            <a:off x="542925" y="2447925"/>
            <a:ext cx="3081338" cy="3170238"/>
          </a:xfrm>
          <a:prstGeom prst="rect">
            <a:avLst/>
          </a:prstGeom>
          <a:noFill/>
          <a:ln w="9525">
            <a:noFill/>
          </a:ln>
        </p:spPr>
        <p:txBody>
          <a:bodyPr>
            <a:spAutoFit/>
          </a:bodyPr>
          <a:p>
            <a:r>
              <a:rPr lang="en-US" altLang="zh-CN" sz="1400" b="1" dirty="0">
                <a:solidFill>
                  <a:schemeClr val="bg1"/>
                </a:solidFill>
                <a:latin typeface="等线" pitchFamily="2" charset="-122"/>
              </a:rPr>
              <a:t>1..</a:t>
            </a:r>
            <a:r>
              <a:rPr lang="zh-CN" altLang="zh-CN" sz="1400" b="1" dirty="0">
                <a:solidFill>
                  <a:schemeClr val="bg1"/>
                </a:solidFill>
                <a:latin typeface="等线" pitchFamily="2" charset="-122"/>
              </a:rPr>
              <a:t>信息优化：</a:t>
            </a:r>
            <a:r>
              <a:rPr lang="zh-CN" altLang="zh-CN" sz="1400" dirty="0">
                <a:solidFill>
                  <a:schemeClr val="bg1"/>
                </a:solidFill>
                <a:latin typeface="等线" pitchFamily="2" charset="-122"/>
              </a:rPr>
              <a:t>根据后台数据，前台热门搜索词，以及其它辅助软件优化后台曝光低产品</a:t>
            </a:r>
            <a:endParaRPr lang="zh-CN" altLang="zh-CN" sz="1400" dirty="0">
              <a:solidFill>
                <a:schemeClr val="bg1"/>
              </a:solidFill>
              <a:latin typeface="等线" pitchFamily="2" charset="-122"/>
            </a:endParaRPr>
          </a:p>
          <a:p>
            <a:endParaRPr lang="en-US" altLang="zh-CN" sz="1400" b="1" dirty="0">
              <a:solidFill>
                <a:schemeClr val="bg1"/>
              </a:solidFill>
              <a:latin typeface="等线" pitchFamily="2" charset="-122"/>
            </a:endParaRPr>
          </a:p>
          <a:p>
            <a:r>
              <a:rPr lang="en-US" altLang="zh-CN" sz="1400" b="1" dirty="0">
                <a:solidFill>
                  <a:schemeClr val="bg1"/>
                </a:solidFill>
                <a:latin typeface="等线" pitchFamily="2" charset="-122"/>
              </a:rPr>
              <a:t>2..</a:t>
            </a:r>
            <a:r>
              <a:rPr lang="zh-CN" altLang="zh-CN" sz="1400" b="1" dirty="0">
                <a:solidFill>
                  <a:schemeClr val="bg1"/>
                </a:solidFill>
                <a:latin typeface="等线" pitchFamily="2" charset="-122"/>
              </a:rPr>
              <a:t>筛选产品</a:t>
            </a:r>
            <a:r>
              <a:rPr lang="zh-CN" altLang="en-US" sz="1400" dirty="0">
                <a:solidFill>
                  <a:schemeClr val="bg1"/>
                </a:solidFill>
                <a:latin typeface="等线" pitchFamily="2" charset="-122"/>
              </a:rPr>
              <a:t>：</a:t>
            </a:r>
            <a:r>
              <a:rPr lang="zh-CN" altLang="zh-CN" sz="1400" dirty="0">
                <a:solidFill>
                  <a:schemeClr val="bg1"/>
                </a:solidFill>
                <a:latin typeface="等线" pitchFamily="2" charset="-122"/>
              </a:rPr>
              <a:t>备货充足，多参加站内活动，保持好评增长率</a:t>
            </a:r>
            <a:endParaRPr lang="zh-CN" altLang="zh-CN" sz="1400" dirty="0">
              <a:solidFill>
                <a:schemeClr val="bg1"/>
              </a:solidFill>
              <a:latin typeface="等线" pitchFamily="2" charset="-122"/>
            </a:endParaRPr>
          </a:p>
          <a:p>
            <a:endParaRPr lang="en-US" altLang="zh-CN" sz="1400" dirty="0">
              <a:solidFill>
                <a:schemeClr val="bg1"/>
              </a:solidFill>
              <a:latin typeface="等线" pitchFamily="2" charset="-122"/>
            </a:endParaRPr>
          </a:p>
          <a:p>
            <a:r>
              <a:rPr lang="en-US" altLang="zh-CN" sz="1400" b="1" dirty="0">
                <a:solidFill>
                  <a:schemeClr val="bg1"/>
                </a:solidFill>
                <a:latin typeface="等线" pitchFamily="2" charset="-122"/>
              </a:rPr>
              <a:t>3.</a:t>
            </a:r>
            <a:r>
              <a:rPr lang="zh-CN" altLang="zh-CN" sz="1400" b="1" dirty="0">
                <a:solidFill>
                  <a:schemeClr val="bg1"/>
                </a:solidFill>
                <a:latin typeface="等线" pitchFamily="2" charset="-122"/>
              </a:rPr>
              <a:t>品类维护</a:t>
            </a:r>
            <a:r>
              <a:rPr lang="zh-CN" altLang="en-US" sz="1400" dirty="0">
                <a:solidFill>
                  <a:schemeClr val="bg1"/>
                </a:solidFill>
                <a:latin typeface="等线" pitchFamily="2" charset="-122"/>
              </a:rPr>
              <a:t>：</a:t>
            </a:r>
            <a:r>
              <a:rPr lang="zh-CN" altLang="zh-CN" sz="1400" dirty="0">
                <a:solidFill>
                  <a:schemeClr val="bg1"/>
                </a:solidFill>
                <a:latin typeface="等线" pitchFamily="2" charset="-122"/>
              </a:rPr>
              <a:t>该期间主要是</a:t>
            </a:r>
            <a:r>
              <a:rPr lang="zh-CN" altLang="en-US" sz="1400" dirty="0">
                <a:solidFill>
                  <a:schemeClr val="bg1"/>
                </a:solidFill>
                <a:latin typeface="等线" pitchFamily="2" charset="-122"/>
              </a:rPr>
              <a:t>品牌</a:t>
            </a:r>
            <a:r>
              <a:rPr lang="zh-CN" altLang="zh-CN" sz="1400" dirty="0">
                <a:solidFill>
                  <a:schemeClr val="bg1"/>
                </a:solidFill>
                <a:latin typeface="等线" pitchFamily="2" charset="-122"/>
              </a:rPr>
              <a:t>的维护和新品的开发及上架准备，提高销量。逐步扩大份额</a:t>
            </a:r>
            <a:endParaRPr lang="zh-CN" altLang="zh-CN" sz="1400" dirty="0">
              <a:solidFill>
                <a:schemeClr val="bg1"/>
              </a:solidFill>
              <a:latin typeface="等线" pitchFamily="2" charset="-122"/>
            </a:endParaRPr>
          </a:p>
          <a:p>
            <a:endParaRPr lang="en-US" altLang="zh-CN" sz="1400" dirty="0">
              <a:solidFill>
                <a:schemeClr val="bg1"/>
              </a:solidFill>
              <a:latin typeface="等线" pitchFamily="2" charset="-122"/>
            </a:endParaRPr>
          </a:p>
          <a:p>
            <a:r>
              <a:rPr lang="en-US" altLang="zh-CN" sz="1400" b="1" dirty="0">
                <a:solidFill>
                  <a:schemeClr val="bg1"/>
                </a:solidFill>
                <a:latin typeface="等线" pitchFamily="2" charset="-122"/>
              </a:rPr>
              <a:t>4.</a:t>
            </a:r>
            <a:r>
              <a:rPr lang="zh-CN" altLang="zh-CN" sz="1400" b="1" dirty="0">
                <a:solidFill>
                  <a:schemeClr val="bg1"/>
                </a:solidFill>
                <a:latin typeface="等线" pitchFamily="2" charset="-122"/>
              </a:rPr>
              <a:t>平台活动：</a:t>
            </a:r>
            <a:r>
              <a:rPr lang="zh-CN" altLang="zh-CN" sz="1400" dirty="0">
                <a:solidFill>
                  <a:schemeClr val="bg1"/>
                </a:solidFill>
                <a:latin typeface="等线" pitchFamily="2" charset="-122"/>
              </a:rPr>
              <a:t>亚马逊平台活动的预报，对店铺内产品进行平台活动报名，通过平台活动提高销量。</a:t>
            </a:r>
            <a:endParaRPr lang="en-US" altLang="zh-CN" sz="1400" dirty="0">
              <a:solidFill>
                <a:schemeClr val="bg1"/>
              </a:solidFill>
              <a:latin typeface="等线" pitchFamily="2" charset="-122"/>
            </a:endParaRPr>
          </a:p>
        </p:txBody>
      </p:sp>
      <p:sp>
        <p:nvSpPr>
          <p:cNvPr id="38" name="Rectangle 37"/>
          <p:cNvSpPr/>
          <p:nvPr/>
        </p:nvSpPr>
        <p:spPr>
          <a:xfrm>
            <a:off x="542925" y="2047875"/>
            <a:ext cx="3416300" cy="369888"/>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zh-CN" sz="1800" b="1" i="0" u="none" strike="noStrike" kern="1200" cap="none" spc="300" normalizeH="0" baseline="0" noProof="0" dirty="0">
                <a:ln>
                  <a:noFill/>
                </a:ln>
                <a:solidFill>
                  <a:schemeClr val="bg1"/>
                </a:solidFill>
                <a:effectLst/>
                <a:uLnTx/>
                <a:uFillTx/>
                <a:latin typeface="Arial" panose="020B0604020202020204" pitchFamily="34" charset="0"/>
                <a:ea typeface="微软雅黑" panose="020B0503020204020204" pitchFamily="34" charset="-122"/>
                <a:cs typeface="Montserrat" charset="0"/>
                <a:sym typeface="Arial" panose="020B0604020202020204" pitchFamily="34" charset="0"/>
              </a:rPr>
              <a:t>第三个月、店铺整体营销：</a:t>
            </a:r>
            <a:endParaRPr kumimoji="0" lang="zh-CN" altLang="zh-CN" sz="1800" b="1" i="0" u="none" strike="noStrike" kern="1200" cap="none" spc="300" normalizeH="0" baseline="0" noProof="0" dirty="0">
              <a:ln>
                <a:noFill/>
              </a:ln>
              <a:solidFill>
                <a:schemeClr val="bg1"/>
              </a:solidFill>
              <a:effectLst/>
              <a:uLnTx/>
              <a:uFillTx/>
              <a:latin typeface="Arial" panose="020B0604020202020204" pitchFamily="34" charset="0"/>
              <a:ea typeface="微软雅黑" panose="020B0503020204020204" pitchFamily="34" charset="-122"/>
              <a:cs typeface="Montserrat" charset="0"/>
              <a:sym typeface="Arial" panose="020B0604020202020204" pitchFamily="34" charset="0"/>
            </a:endParaRPr>
          </a:p>
        </p:txBody>
      </p:sp>
      <p:sp>
        <p:nvSpPr>
          <p:cNvPr id="44" name="Shape 2856"/>
          <p:cNvSpPr/>
          <p:nvPr/>
        </p:nvSpPr>
        <p:spPr>
          <a:xfrm>
            <a:off x="5930900" y="1327150"/>
            <a:ext cx="482600" cy="484188"/>
          </a:xfrm>
          <a:custGeom>
            <a:avLst/>
            <a:gdLst/>
            <a:ahLst/>
            <a:cxnLst>
              <a:cxn ang="0">
                <a:pos x="wd2" y="hd2"/>
              </a:cxn>
              <a:cxn ang="5400000">
                <a:pos x="wd2" y="hd2"/>
              </a:cxn>
              <a:cxn ang="10800000">
                <a:pos x="wd2" y="hd2"/>
              </a:cxn>
              <a:cxn ang="16200000">
                <a:pos x="wd2" y="hd2"/>
              </a:cxn>
            </a:cxnLst>
            <a:rect l="0" t="0" r="r" b="b"/>
            <a:pathLst>
              <a:path w="21600" h="21600" extrusionOk="0">
                <a:moveTo>
                  <a:pt x="12375" y="14735"/>
                </a:moveTo>
                <a:cubicBezTo>
                  <a:pt x="12008" y="15178"/>
                  <a:pt x="11621" y="15531"/>
                  <a:pt x="11226" y="15783"/>
                </a:cubicBezTo>
                <a:cubicBezTo>
                  <a:pt x="10834" y="16035"/>
                  <a:pt x="10421" y="16209"/>
                  <a:pt x="10002" y="16302"/>
                </a:cubicBezTo>
                <a:cubicBezTo>
                  <a:pt x="9027" y="16517"/>
                  <a:pt x="8105" y="16493"/>
                  <a:pt x="7342" y="16179"/>
                </a:cubicBezTo>
                <a:cubicBezTo>
                  <a:pt x="6912" y="16003"/>
                  <a:pt x="6537" y="15755"/>
                  <a:pt x="6227" y="15442"/>
                </a:cubicBezTo>
                <a:cubicBezTo>
                  <a:pt x="5915" y="15129"/>
                  <a:pt x="5669" y="14758"/>
                  <a:pt x="5493" y="14340"/>
                </a:cubicBezTo>
                <a:cubicBezTo>
                  <a:pt x="5317" y="13924"/>
                  <a:pt x="5228" y="13459"/>
                  <a:pt x="5228" y="12958"/>
                </a:cubicBezTo>
                <a:cubicBezTo>
                  <a:pt x="5228" y="12161"/>
                  <a:pt x="5386" y="11302"/>
                  <a:pt x="5698" y="10406"/>
                </a:cubicBezTo>
                <a:cubicBezTo>
                  <a:pt x="6010" y="9509"/>
                  <a:pt x="6454" y="8665"/>
                  <a:pt x="7018" y="7900"/>
                </a:cubicBezTo>
                <a:cubicBezTo>
                  <a:pt x="7579" y="7140"/>
                  <a:pt x="8265" y="6498"/>
                  <a:pt x="9058" y="5993"/>
                </a:cubicBezTo>
                <a:cubicBezTo>
                  <a:pt x="9839" y="5496"/>
                  <a:pt x="10706" y="5245"/>
                  <a:pt x="11636" y="5245"/>
                </a:cubicBezTo>
                <a:cubicBezTo>
                  <a:pt x="12014" y="5245"/>
                  <a:pt x="12413" y="5288"/>
                  <a:pt x="12821" y="5373"/>
                </a:cubicBezTo>
                <a:cubicBezTo>
                  <a:pt x="13224" y="5457"/>
                  <a:pt x="13613" y="5599"/>
                  <a:pt x="13978" y="5795"/>
                </a:cubicBezTo>
                <a:cubicBezTo>
                  <a:pt x="14337" y="5989"/>
                  <a:pt x="14658" y="6246"/>
                  <a:pt x="14931" y="6561"/>
                </a:cubicBezTo>
                <a:cubicBezTo>
                  <a:pt x="15189" y="6858"/>
                  <a:pt x="15389" y="7238"/>
                  <a:pt x="15526" y="7692"/>
                </a:cubicBezTo>
                <a:lnTo>
                  <a:pt x="13353" y="13035"/>
                </a:lnTo>
                <a:cubicBezTo>
                  <a:pt x="13072" y="13720"/>
                  <a:pt x="12743" y="14292"/>
                  <a:pt x="12375" y="14735"/>
                </a:cubicBezTo>
                <a:moveTo>
                  <a:pt x="20215" y="16108"/>
                </a:moveTo>
                <a:cubicBezTo>
                  <a:pt x="19749" y="16741"/>
                  <a:pt x="19196" y="17344"/>
                  <a:pt x="18569" y="17900"/>
                </a:cubicBezTo>
                <a:cubicBezTo>
                  <a:pt x="17943" y="18456"/>
                  <a:pt x="17242" y="18946"/>
                  <a:pt x="16484" y="19359"/>
                </a:cubicBezTo>
                <a:cubicBezTo>
                  <a:pt x="15729" y="19770"/>
                  <a:pt x="14914" y="20096"/>
                  <a:pt x="14064" y="20327"/>
                </a:cubicBezTo>
                <a:cubicBezTo>
                  <a:pt x="13217" y="20556"/>
                  <a:pt x="12316" y="20673"/>
                  <a:pt x="11388" y="20673"/>
                </a:cubicBezTo>
                <a:cubicBezTo>
                  <a:pt x="9991" y="20673"/>
                  <a:pt x="8647" y="20458"/>
                  <a:pt x="7393" y="20036"/>
                </a:cubicBezTo>
                <a:cubicBezTo>
                  <a:pt x="6143" y="19615"/>
                  <a:pt x="5029" y="18981"/>
                  <a:pt x="4083" y="18149"/>
                </a:cubicBezTo>
                <a:cubicBezTo>
                  <a:pt x="3138" y="17320"/>
                  <a:pt x="2378" y="16274"/>
                  <a:pt x="1823" y="15041"/>
                </a:cubicBezTo>
                <a:cubicBezTo>
                  <a:pt x="1269" y="13809"/>
                  <a:pt x="989" y="12357"/>
                  <a:pt x="989" y="10727"/>
                </a:cubicBezTo>
                <a:cubicBezTo>
                  <a:pt x="989" y="9370"/>
                  <a:pt x="1254" y="8086"/>
                  <a:pt x="1777" y="6911"/>
                </a:cubicBezTo>
                <a:cubicBezTo>
                  <a:pt x="2301" y="5736"/>
                  <a:pt x="3037" y="4693"/>
                  <a:pt x="3964" y="3814"/>
                </a:cubicBezTo>
                <a:cubicBezTo>
                  <a:pt x="4892" y="2933"/>
                  <a:pt x="6002" y="2230"/>
                  <a:pt x="7264" y="1722"/>
                </a:cubicBezTo>
                <a:cubicBezTo>
                  <a:pt x="8526" y="1215"/>
                  <a:pt x="9914" y="958"/>
                  <a:pt x="11388" y="958"/>
                </a:cubicBezTo>
                <a:cubicBezTo>
                  <a:pt x="12700" y="958"/>
                  <a:pt x="13940" y="1156"/>
                  <a:pt x="15072" y="1549"/>
                </a:cubicBezTo>
                <a:cubicBezTo>
                  <a:pt x="16200" y="1942"/>
                  <a:pt x="17185" y="2497"/>
                  <a:pt x="17998" y="3203"/>
                </a:cubicBezTo>
                <a:cubicBezTo>
                  <a:pt x="18809" y="3906"/>
                  <a:pt x="19455" y="4765"/>
                  <a:pt x="19917" y="5754"/>
                </a:cubicBezTo>
                <a:cubicBezTo>
                  <a:pt x="20377" y="6743"/>
                  <a:pt x="20611" y="7843"/>
                  <a:pt x="20611" y="9023"/>
                </a:cubicBezTo>
                <a:cubicBezTo>
                  <a:pt x="20611" y="10070"/>
                  <a:pt x="20418" y="11059"/>
                  <a:pt x="20038" y="11962"/>
                </a:cubicBezTo>
                <a:cubicBezTo>
                  <a:pt x="19656" y="12869"/>
                  <a:pt x="19171" y="13663"/>
                  <a:pt x="18598" y="14320"/>
                </a:cubicBezTo>
                <a:cubicBezTo>
                  <a:pt x="18028" y="14976"/>
                  <a:pt x="17393" y="15502"/>
                  <a:pt x="16714" y="15880"/>
                </a:cubicBezTo>
                <a:cubicBezTo>
                  <a:pt x="16044" y="16255"/>
                  <a:pt x="15398" y="16444"/>
                  <a:pt x="14792" y="16444"/>
                </a:cubicBezTo>
                <a:cubicBezTo>
                  <a:pt x="14424" y="16444"/>
                  <a:pt x="14151" y="16374"/>
                  <a:pt x="13980" y="16235"/>
                </a:cubicBezTo>
                <a:cubicBezTo>
                  <a:pt x="13810" y="16098"/>
                  <a:pt x="13710" y="15916"/>
                  <a:pt x="13675" y="15677"/>
                </a:cubicBezTo>
                <a:cubicBezTo>
                  <a:pt x="13638" y="15420"/>
                  <a:pt x="13667" y="15109"/>
                  <a:pt x="13764" y="14754"/>
                </a:cubicBezTo>
                <a:cubicBezTo>
                  <a:pt x="13864" y="14385"/>
                  <a:pt x="14007" y="13983"/>
                  <a:pt x="14190" y="13556"/>
                </a:cubicBezTo>
                <a:lnTo>
                  <a:pt x="17729" y="4845"/>
                </a:lnTo>
                <a:lnTo>
                  <a:pt x="16677" y="4845"/>
                </a:lnTo>
                <a:lnTo>
                  <a:pt x="16026" y="6544"/>
                </a:lnTo>
                <a:cubicBezTo>
                  <a:pt x="15715" y="5890"/>
                  <a:pt x="15207" y="5363"/>
                  <a:pt x="14512" y="4972"/>
                </a:cubicBezTo>
                <a:cubicBezTo>
                  <a:pt x="13703" y="4517"/>
                  <a:pt x="12777" y="4287"/>
                  <a:pt x="11759" y="4287"/>
                </a:cubicBezTo>
                <a:cubicBezTo>
                  <a:pt x="10637" y="4287"/>
                  <a:pt x="9596" y="4568"/>
                  <a:pt x="8663" y="5121"/>
                </a:cubicBezTo>
                <a:cubicBezTo>
                  <a:pt x="7739" y="5669"/>
                  <a:pt x="6940" y="6381"/>
                  <a:pt x="6289" y="7238"/>
                </a:cubicBezTo>
                <a:cubicBezTo>
                  <a:pt x="5641" y="8091"/>
                  <a:pt x="5132" y="9032"/>
                  <a:pt x="4777" y="10034"/>
                </a:cubicBezTo>
                <a:cubicBezTo>
                  <a:pt x="4420" y="11037"/>
                  <a:pt x="4240" y="12021"/>
                  <a:pt x="4240" y="12958"/>
                </a:cubicBezTo>
                <a:cubicBezTo>
                  <a:pt x="4240" y="13568"/>
                  <a:pt x="4354" y="14151"/>
                  <a:pt x="4579" y="14689"/>
                </a:cubicBezTo>
                <a:cubicBezTo>
                  <a:pt x="4804" y="15227"/>
                  <a:pt x="5113" y="15701"/>
                  <a:pt x="5499" y="16097"/>
                </a:cubicBezTo>
                <a:cubicBezTo>
                  <a:pt x="5887" y="16495"/>
                  <a:pt x="6354" y="16815"/>
                  <a:pt x="6889" y="17048"/>
                </a:cubicBezTo>
                <a:cubicBezTo>
                  <a:pt x="8063" y="17561"/>
                  <a:pt x="9489" y="17484"/>
                  <a:pt x="10904" y="17025"/>
                </a:cubicBezTo>
                <a:cubicBezTo>
                  <a:pt x="11562" y="16811"/>
                  <a:pt x="12160" y="16412"/>
                  <a:pt x="12689" y="15835"/>
                </a:cubicBezTo>
                <a:cubicBezTo>
                  <a:pt x="12715" y="16226"/>
                  <a:pt x="12874" y="16561"/>
                  <a:pt x="13164" y="16837"/>
                </a:cubicBezTo>
                <a:cubicBezTo>
                  <a:pt x="13559" y="17211"/>
                  <a:pt x="14086" y="17402"/>
                  <a:pt x="14731" y="17402"/>
                </a:cubicBezTo>
                <a:cubicBezTo>
                  <a:pt x="15501" y="17402"/>
                  <a:pt x="16307" y="17176"/>
                  <a:pt x="17124" y="16733"/>
                </a:cubicBezTo>
                <a:cubicBezTo>
                  <a:pt x="17934" y="16294"/>
                  <a:pt x="18680" y="15687"/>
                  <a:pt x="19342" y="14930"/>
                </a:cubicBezTo>
                <a:cubicBezTo>
                  <a:pt x="20001" y="14176"/>
                  <a:pt x="20548" y="13284"/>
                  <a:pt x="20967" y="12281"/>
                </a:cubicBezTo>
                <a:cubicBezTo>
                  <a:pt x="21387" y="11274"/>
                  <a:pt x="21600" y="10178"/>
                  <a:pt x="21600" y="9023"/>
                </a:cubicBezTo>
                <a:cubicBezTo>
                  <a:pt x="21600" y="7651"/>
                  <a:pt x="21328" y="6389"/>
                  <a:pt x="20793" y="5274"/>
                </a:cubicBezTo>
                <a:cubicBezTo>
                  <a:pt x="20258" y="4158"/>
                  <a:pt x="19518" y="3199"/>
                  <a:pt x="18594" y="2422"/>
                </a:cubicBezTo>
                <a:cubicBezTo>
                  <a:pt x="17672" y="1647"/>
                  <a:pt x="16579" y="1043"/>
                  <a:pt x="15346" y="627"/>
                </a:cubicBezTo>
                <a:cubicBezTo>
                  <a:pt x="14116" y="211"/>
                  <a:pt x="12784" y="0"/>
                  <a:pt x="11388" y="0"/>
                </a:cubicBezTo>
                <a:cubicBezTo>
                  <a:pt x="9845" y="0"/>
                  <a:pt x="8365" y="271"/>
                  <a:pt x="6989" y="805"/>
                </a:cubicBezTo>
                <a:cubicBezTo>
                  <a:pt x="5612" y="1340"/>
                  <a:pt x="4389" y="2093"/>
                  <a:pt x="3356" y="3045"/>
                </a:cubicBezTo>
                <a:cubicBezTo>
                  <a:pt x="2321" y="3996"/>
                  <a:pt x="1495" y="5137"/>
                  <a:pt x="899" y="6436"/>
                </a:cubicBezTo>
                <a:cubicBezTo>
                  <a:pt x="302" y="7737"/>
                  <a:pt x="0" y="9181"/>
                  <a:pt x="0" y="10727"/>
                </a:cubicBezTo>
                <a:cubicBezTo>
                  <a:pt x="0" y="12605"/>
                  <a:pt x="334" y="14252"/>
                  <a:pt x="993" y="15622"/>
                </a:cubicBezTo>
                <a:cubicBezTo>
                  <a:pt x="1652" y="16992"/>
                  <a:pt x="2528" y="18134"/>
                  <a:pt x="3595" y="19018"/>
                </a:cubicBezTo>
                <a:cubicBezTo>
                  <a:pt x="4661" y="19900"/>
                  <a:pt x="5890" y="20559"/>
                  <a:pt x="7249" y="20975"/>
                </a:cubicBezTo>
                <a:cubicBezTo>
                  <a:pt x="8601" y="21390"/>
                  <a:pt x="9994" y="21600"/>
                  <a:pt x="11388" y="21600"/>
                </a:cubicBezTo>
                <a:cubicBezTo>
                  <a:pt x="12348" y="21600"/>
                  <a:pt x="13317" y="21474"/>
                  <a:pt x="14267" y="21228"/>
                </a:cubicBezTo>
                <a:cubicBezTo>
                  <a:pt x="15214" y="20981"/>
                  <a:pt x="16128" y="20624"/>
                  <a:pt x="16983" y="20169"/>
                </a:cubicBezTo>
                <a:cubicBezTo>
                  <a:pt x="17839" y="19713"/>
                  <a:pt x="18642" y="19152"/>
                  <a:pt x="19372" y="18499"/>
                </a:cubicBezTo>
                <a:cubicBezTo>
                  <a:pt x="20104" y="17845"/>
                  <a:pt x="20729" y="17110"/>
                  <a:pt x="21232" y="16316"/>
                </a:cubicBezTo>
                <a:lnTo>
                  <a:pt x="21411" y="16033"/>
                </a:lnTo>
                <a:lnTo>
                  <a:pt x="20270" y="16033"/>
                </a:lnTo>
                <a:cubicBezTo>
                  <a:pt x="20270" y="16033"/>
                  <a:pt x="20215" y="16108"/>
                  <a:pt x="20215" y="16108"/>
                </a:cubicBezTo>
                <a:close/>
              </a:path>
            </a:pathLst>
          </a:custGeom>
          <a:solidFill>
            <a:schemeClr val="bg1"/>
          </a:solidFill>
          <a:ln w="12700">
            <a:miter lim="400000"/>
          </a:ln>
        </p:spPr>
        <p:txBody>
          <a:bodyPr lIns="19045" tIns="19045" rIns="19045" bIns="19045" anchor="ctr"/>
          <a:lstStyle/>
          <a:p>
            <a:pPr marL="0" marR="0" lvl="0" indent="0" algn="l" defTabSz="228600" rtl="0" eaLnBrk="1" fontAlgn="base" latinLnBrk="0" hangingPunct="1">
              <a:lnSpc>
                <a:spcPct val="100000"/>
              </a:lnSpc>
              <a:spcBef>
                <a:spcPct val="0"/>
              </a:spcBef>
              <a:spcAft>
                <a:spcPct val="0"/>
              </a:spcAft>
              <a:buClrTx/>
              <a:buSzTx/>
              <a:buFontTx/>
              <a:buNone/>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kumimoji="0" sz="15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Arial" panose="020B0604020202020204" pitchFamily="34" charset="0"/>
              <a:ea typeface="微软雅黑" panose="020B0503020204020204" pitchFamily="34" charset="-122"/>
              <a:cs typeface="Gill Sans"/>
              <a:sym typeface="Arial" panose="020B0604020202020204" pitchFamily="34" charset="0"/>
            </a:endParaRPr>
          </a:p>
        </p:txBody>
      </p:sp>
      <p:sp>
        <p:nvSpPr>
          <p:cNvPr id="48" name="Rectangle 47"/>
          <p:cNvSpPr/>
          <p:nvPr/>
        </p:nvSpPr>
        <p:spPr>
          <a:xfrm>
            <a:off x="4786313" y="2022475"/>
            <a:ext cx="2686050" cy="369888"/>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zh-CN" sz="1800" b="1" i="0" u="none" strike="noStrike" kern="1200" cap="none" spc="300" normalizeH="0" baseline="0" noProof="0" dirty="0">
                <a:ln>
                  <a:noFill/>
                </a:ln>
                <a:solidFill>
                  <a:schemeClr val="bg1"/>
                </a:solidFill>
                <a:effectLst/>
                <a:uLnTx/>
                <a:uFillTx/>
                <a:latin typeface="Arial" panose="020B0604020202020204" pitchFamily="34" charset="0"/>
                <a:ea typeface="微软雅黑" panose="020B0503020204020204" pitchFamily="34" charset="-122"/>
                <a:cs typeface="Montserrat" charset="0"/>
                <a:sym typeface="Arial" panose="020B0604020202020204" pitchFamily="34" charset="0"/>
              </a:rPr>
              <a:t>第四个月</a:t>
            </a:r>
            <a:r>
              <a:rPr kumimoji="0" lang="en-US" altLang="zh-CN" sz="1800" b="1" i="0" u="none" strike="noStrike" kern="1200" cap="none" spc="300" normalizeH="0" baseline="0" noProof="0" dirty="0">
                <a:ln>
                  <a:noFill/>
                </a:ln>
                <a:solidFill>
                  <a:schemeClr val="bg1"/>
                </a:solidFill>
                <a:effectLst/>
                <a:uLnTx/>
                <a:uFillTx/>
                <a:latin typeface="Arial" panose="020B0604020202020204" pitchFamily="34" charset="0"/>
                <a:ea typeface="微软雅黑" panose="020B0503020204020204" pitchFamily="34" charset="-122"/>
                <a:cs typeface="Montserrat" charset="0"/>
                <a:sym typeface="Arial" panose="020B0604020202020204" pitchFamily="34" charset="0"/>
              </a:rPr>
              <a:t>---</a:t>
            </a:r>
            <a:r>
              <a:rPr kumimoji="0" lang="zh-CN" altLang="zh-CN" sz="1800" b="1" i="0" u="none" strike="noStrike" kern="1200" cap="none" spc="300" normalizeH="0" baseline="0" noProof="0" dirty="0">
                <a:ln>
                  <a:noFill/>
                </a:ln>
                <a:solidFill>
                  <a:schemeClr val="bg1"/>
                </a:solidFill>
                <a:effectLst/>
                <a:uLnTx/>
                <a:uFillTx/>
                <a:latin typeface="Arial" panose="020B0604020202020204" pitchFamily="34" charset="0"/>
                <a:ea typeface="微软雅黑" panose="020B0503020204020204" pitchFamily="34" charset="-122"/>
                <a:cs typeface="Montserrat" charset="0"/>
                <a:sym typeface="Arial" panose="020B0604020202020204" pitchFamily="34" charset="0"/>
              </a:rPr>
              <a:t>第六个月</a:t>
            </a:r>
            <a:endParaRPr kumimoji="0" lang="en-US" altLang="zh-CN" sz="1800" b="1" i="0" u="none" strike="noStrike" kern="1200" cap="none" spc="300" normalizeH="0" baseline="0" noProof="0" dirty="0">
              <a:ln>
                <a:noFill/>
              </a:ln>
              <a:solidFill>
                <a:schemeClr val="bg1"/>
              </a:solidFill>
              <a:effectLst/>
              <a:uLnTx/>
              <a:uFillTx/>
              <a:latin typeface="Arial" panose="020B0604020202020204" pitchFamily="34" charset="0"/>
              <a:ea typeface="微软雅黑" panose="020B0503020204020204" pitchFamily="34" charset="-122"/>
              <a:cs typeface="Montserrat" charset="0"/>
              <a:sym typeface="Arial" panose="020B0604020202020204" pitchFamily="34" charset="0"/>
            </a:endParaRPr>
          </a:p>
        </p:txBody>
      </p:sp>
      <p:sp>
        <p:nvSpPr>
          <p:cNvPr id="49" name="Shape 2836"/>
          <p:cNvSpPr/>
          <p:nvPr/>
        </p:nvSpPr>
        <p:spPr>
          <a:xfrm>
            <a:off x="9828213" y="1409700"/>
            <a:ext cx="484188" cy="352425"/>
          </a:xfrm>
          <a:custGeom>
            <a:avLst/>
            <a:gdLst/>
            <a:ahLst/>
            <a:cxnLst>
              <a:cxn ang="0">
                <a:pos x="wd2" y="hd2"/>
              </a:cxn>
              <a:cxn ang="5400000">
                <a:pos x="wd2" y="hd2"/>
              </a:cxn>
              <a:cxn ang="10800000">
                <a:pos x="wd2" y="hd2"/>
              </a:cxn>
              <a:cxn ang="16200000">
                <a:pos x="wd2" y="hd2"/>
              </a:cxn>
            </a:cxnLst>
            <a:rect l="0" t="0" r="r" b="b"/>
            <a:pathLst>
              <a:path w="21600" h="21600" extrusionOk="0">
                <a:moveTo>
                  <a:pt x="20618" y="18900"/>
                </a:moveTo>
                <a:cubicBezTo>
                  <a:pt x="20618" y="18980"/>
                  <a:pt x="20611" y="19058"/>
                  <a:pt x="20601" y="19135"/>
                </a:cubicBezTo>
                <a:lnTo>
                  <a:pt x="14539" y="10800"/>
                </a:lnTo>
                <a:lnTo>
                  <a:pt x="20601" y="2465"/>
                </a:lnTo>
                <a:cubicBezTo>
                  <a:pt x="20611" y="2542"/>
                  <a:pt x="20618" y="2620"/>
                  <a:pt x="20618" y="2700"/>
                </a:cubicBezTo>
                <a:cubicBezTo>
                  <a:pt x="20618" y="2700"/>
                  <a:pt x="20618" y="18900"/>
                  <a:pt x="20618" y="18900"/>
                </a:cubicBezTo>
                <a:close/>
                <a:moveTo>
                  <a:pt x="19636" y="20250"/>
                </a:moveTo>
                <a:lnTo>
                  <a:pt x="1964" y="20250"/>
                </a:lnTo>
                <a:cubicBezTo>
                  <a:pt x="1849" y="20250"/>
                  <a:pt x="1739" y="20218"/>
                  <a:pt x="1637" y="20168"/>
                </a:cubicBezTo>
                <a:lnTo>
                  <a:pt x="7755" y="11754"/>
                </a:lnTo>
                <a:lnTo>
                  <a:pt x="9440" y="14072"/>
                </a:lnTo>
                <a:cubicBezTo>
                  <a:pt x="9816" y="14589"/>
                  <a:pt x="10308" y="14847"/>
                  <a:pt x="10800" y="14847"/>
                </a:cubicBezTo>
                <a:cubicBezTo>
                  <a:pt x="11292" y="14847"/>
                  <a:pt x="11784" y="14589"/>
                  <a:pt x="12159" y="14072"/>
                </a:cubicBezTo>
                <a:lnTo>
                  <a:pt x="13845" y="11754"/>
                </a:lnTo>
                <a:lnTo>
                  <a:pt x="19964" y="20168"/>
                </a:lnTo>
                <a:cubicBezTo>
                  <a:pt x="19861" y="20218"/>
                  <a:pt x="19752" y="20250"/>
                  <a:pt x="19636" y="20250"/>
                </a:cubicBezTo>
                <a:moveTo>
                  <a:pt x="982" y="18900"/>
                </a:moveTo>
                <a:lnTo>
                  <a:pt x="982" y="2700"/>
                </a:lnTo>
                <a:cubicBezTo>
                  <a:pt x="982" y="2620"/>
                  <a:pt x="989" y="2542"/>
                  <a:pt x="999" y="2465"/>
                </a:cubicBezTo>
                <a:lnTo>
                  <a:pt x="7061" y="10800"/>
                </a:lnTo>
                <a:lnTo>
                  <a:pt x="999" y="19135"/>
                </a:lnTo>
                <a:cubicBezTo>
                  <a:pt x="989" y="19058"/>
                  <a:pt x="982" y="18980"/>
                  <a:pt x="982" y="18900"/>
                </a:cubicBezTo>
                <a:moveTo>
                  <a:pt x="1964" y="1350"/>
                </a:moveTo>
                <a:lnTo>
                  <a:pt x="19636" y="1350"/>
                </a:lnTo>
                <a:cubicBezTo>
                  <a:pt x="19752" y="1350"/>
                  <a:pt x="19861" y="1382"/>
                  <a:pt x="19964" y="1433"/>
                </a:cubicBezTo>
                <a:lnTo>
                  <a:pt x="11465" y="13118"/>
                </a:lnTo>
                <a:cubicBezTo>
                  <a:pt x="11288" y="13362"/>
                  <a:pt x="11051" y="13497"/>
                  <a:pt x="10800" y="13497"/>
                </a:cubicBezTo>
                <a:cubicBezTo>
                  <a:pt x="10549" y="13497"/>
                  <a:pt x="10312" y="13362"/>
                  <a:pt x="10134" y="13118"/>
                </a:cubicBezTo>
                <a:lnTo>
                  <a:pt x="1637" y="1433"/>
                </a:lnTo>
                <a:cubicBezTo>
                  <a:pt x="1739" y="1382"/>
                  <a:pt x="1849" y="1350"/>
                  <a:pt x="1964" y="1350"/>
                </a:cubicBezTo>
                <a:moveTo>
                  <a:pt x="19636" y="0"/>
                </a:moveTo>
                <a:lnTo>
                  <a:pt x="1964" y="0"/>
                </a:lnTo>
                <a:cubicBezTo>
                  <a:pt x="879" y="0"/>
                  <a:pt x="0" y="1209"/>
                  <a:pt x="0" y="2700"/>
                </a:cubicBezTo>
                <a:lnTo>
                  <a:pt x="0" y="18900"/>
                </a:lnTo>
                <a:cubicBezTo>
                  <a:pt x="0" y="20391"/>
                  <a:pt x="879" y="21600"/>
                  <a:pt x="1964" y="21600"/>
                </a:cubicBezTo>
                <a:lnTo>
                  <a:pt x="19636" y="21600"/>
                </a:lnTo>
                <a:cubicBezTo>
                  <a:pt x="20721" y="21600"/>
                  <a:pt x="21600" y="20391"/>
                  <a:pt x="21600" y="18900"/>
                </a:cubicBezTo>
                <a:lnTo>
                  <a:pt x="21600" y="2700"/>
                </a:lnTo>
                <a:cubicBezTo>
                  <a:pt x="21600" y="1209"/>
                  <a:pt x="20721" y="0"/>
                  <a:pt x="19636" y="0"/>
                </a:cubicBezTo>
              </a:path>
            </a:pathLst>
          </a:custGeom>
          <a:solidFill>
            <a:schemeClr val="bg1"/>
          </a:solidFill>
          <a:ln w="12700">
            <a:miter lim="400000"/>
          </a:ln>
        </p:spPr>
        <p:txBody>
          <a:bodyPr lIns="19045" tIns="19045" rIns="19045" bIns="19045" anchor="ctr"/>
          <a:lstStyle/>
          <a:p>
            <a:pPr marL="0" marR="0" lvl="0" indent="0" algn="l" defTabSz="228600" rtl="0" eaLnBrk="1" fontAlgn="base" latinLnBrk="0" hangingPunct="1">
              <a:lnSpc>
                <a:spcPct val="100000"/>
              </a:lnSpc>
              <a:spcBef>
                <a:spcPct val="0"/>
              </a:spcBef>
              <a:spcAft>
                <a:spcPct val="0"/>
              </a:spcAft>
              <a:buClrTx/>
              <a:buSzTx/>
              <a:buFontTx/>
              <a:buNone/>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kumimoji="0" sz="15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Arial" panose="020B0604020202020204" pitchFamily="34" charset="0"/>
              <a:ea typeface="微软雅黑" panose="020B0503020204020204" pitchFamily="34" charset="-122"/>
              <a:cs typeface="Gill Sans"/>
              <a:sym typeface="Arial" panose="020B0604020202020204" pitchFamily="34" charset="0"/>
            </a:endParaRPr>
          </a:p>
        </p:txBody>
      </p:sp>
      <p:sp>
        <p:nvSpPr>
          <p:cNvPr id="51" name="Rectangle 50"/>
          <p:cNvSpPr/>
          <p:nvPr/>
        </p:nvSpPr>
        <p:spPr>
          <a:xfrm>
            <a:off x="8624888" y="2073275"/>
            <a:ext cx="2954338" cy="369888"/>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zh-CN" sz="1800" b="1" i="0" u="none" strike="noStrike" kern="1200" cap="none" spc="300" normalizeH="0" baseline="0" noProof="0" dirty="0">
                <a:ln>
                  <a:noFill/>
                </a:ln>
                <a:solidFill>
                  <a:schemeClr val="bg1"/>
                </a:solidFill>
                <a:effectLst/>
                <a:uLnTx/>
                <a:uFillTx/>
                <a:latin typeface="Arial" panose="020B0604020202020204" pitchFamily="34" charset="0"/>
                <a:ea typeface="微软雅黑" panose="020B0503020204020204" pitchFamily="34" charset="-122"/>
                <a:cs typeface="Montserrat" charset="0"/>
                <a:sym typeface="Arial" panose="020B0604020202020204" pitchFamily="34" charset="0"/>
              </a:rPr>
              <a:t>第七个月</a:t>
            </a:r>
            <a:r>
              <a:rPr kumimoji="0" lang="en-US" altLang="zh-CN" sz="1800" b="1" i="0" u="none" strike="noStrike" kern="1200" cap="none" spc="300" normalizeH="0" baseline="0" noProof="0" dirty="0">
                <a:ln>
                  <a:noFill/>
                </a:ln>
                <a:solidFill>
                  <a:schemeClr val="bg1"/>
                </a:solidFill>
                <a:effectLst/>
                <a:uLnTx/>
                <a:uFillTx/>
                <a:latin typeface="Arial" panose="020B0604020202020204" pitchFamily="34" charset="0"/>
                <a:ea typeface="微软雅黑" panose="020B0503020204020204" pitchFamily="34" charset="-122"/>
                <a:cs typeface="Montserrat" charset="0"/>
                <a:sym typeface="Arial" panose="020B0604020202020204" pitchFamily="34" charset="0"/>
              </a:rPr>
              <a:t>---</a:t>
            </a:r>
            <a:r>
              <a:rPr kumimoji="0" lang="zh-CN" altLang="zh-CN" sz="1800" b="1" i="0" u="none" strike="noStrike" kern="1200" cap="none" spc="300" normalizeH="0" baseline="0" noProof="0" dirty="0">
                <a:ln>
                  <a:noFill/>
                </a:ln>
                <a:solidFill>
                  <a:schemeClr val="bg1"/>
                </a:solidFill>
                <a:effectLst/>
                <a:uLnTx/>
                <a:uFillTx/>
                <a:latin typeface="Arial" panose="020B0604020202020204" pitchFamily="34" charset="0"/>
                <a:ea typeface="微软雅黑" panose="020B0503020204020204" pitchFamily="34" charset="-122"/>
                <a:cs typeface="Montserrat" charset="0"/>
                <a:sym typeface="Arial" panose="020B0604020202020204" pitchFamily="34" charset="0"/>
              </a:rPr>
              <a:t>第十二个月</a:t>
            </a:r>
            <a:endParaRPr kumimoji="0" lang="en-US" altLang="zh-CN" sz="1800" b="1" i="0" u="none" strike="noStrike" kern="1200" cap="none" spc="300" normalizeH="0" baseline="0" noProof="0" dirty="0">
              <a:ln>
                <a:noFill/>
              </a:ln>
              <a:solidFill>
                <a:schemeClr val="bg1"/>
              </a:solidFill>
              <a:effectLst/>
              <a:uLnTx/>
              <a:uFillTx/>
              <a:latin typeface="Arial" panose="020B0604020202020204" pitchFamily="34" charset="0"/>
              <a:ea typeface="微软雅黑" panose="020B0503020204020204" pitchFamily="34" charset="-122"/>
              <a:cs typeface="Montserrat" charset="0"/>
              <a:sym typeface="Arial" panose="020B0604020202020204" pitchFamily="34" charset="0"/>
            </a:endParaRPr>
          </a:p>
        </p:txBody>
      </p:sp>
      <p:grpSp>
        <p:nvGrpSpPr>
          <p:cNvPr id="50197" name="组合 16"/>
          <p:cNvGrpSpPr/>
          <p:nvPr/>
        </p:nvGrpSpPr>
        <p:grpSpPr>
          <a:xfrm>
            <a:off x="244475" y="274638"/>
            <a:ext cx="3378200" cy="765175"/>
            <a:chOff x="244476" y="274527"/>
            <a:chExt cx="3377840" cy="764651"/>
          </a:xfrm>
        </p:grpSpPr>
        <p:sp>
          <p:nvSpPr>
            <p:cNvPr id="18" name="文本框 17"/>
            <p:cNvSpPr txBox="1"/>
            <p:nvPr/>
          </p:nvSpPr>
          <p:spPr>
            <a:xfrm>
              <a:off x="983128" y="746935"/>
              <a:ext cx="2038568" cy="292243"/>
            </a:xfrm>
            <a:prstGeom prst="rect">
              <a:avLst/>
            </a:prstGeom>
            <a:noFill/>
            <a:ln w="12700" cap="flat">
              <a:noFill/>
              <a:miter lim="400000"/>
            </a:ln>
          </p:spPr>
          <p:style>
            <a:lnRef idx="0">
              <a:scrgbClr r="0" g="0" b="0"/>
            </a:lnRef>
            <a:fillRef idx="0">
              <a:scrgbClr r="0" g="0" b="0"/>
            </a:fillRef>
            <a:effectRef idx="0">
              <a:scrgbClr r="0" g="0" b="0"/>
            </a:effectRef>
            <a:fontRef idx="none"/>
          </p:style>
          <p:txBody>
            <a:bodyPr spcFirstLastPara="1" wrap="none" lIns="22860" tIns="22860" rIns="22860" bIns="22860" spcCol="3810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600" b="0" i="0" u="none" strike="noStrike" kern="1200" cap="none" spc="0" normalizeH="0" baseline="0" noProof="0" dirty="0">
                  <a:ln>
                    <a:noFill/>
                  </a:ln>
                  <a:solidFill>
                    <a:schemeClr val="bg1">
                      <a:alpha val="60000"/>
                    </a:schemeClr>
                  </a:solidFill>
                  <a:effectLst/>
                  <a:uLnTx/>
                  <a:uFillTx/>
                  <a:latin typeface="Arial" panose="020B0604020202020204" pitchFamily="34" charset="0"/>
                  <a:ea typeface="微软雅黑" panose="020B0503020204020204" pitchFamily="34" charset="-122"/>
                  <a:cs typeface="+mn-ea"/>
                  <a:sym typeface="Arial" panose="020B0604020202020204" pitchFamily="34" charset="0"/>
                </a:rPr>
                <a:t>Annual operation plan</a:t>
              </a:r>
              <a:endParaRPr kumimoji="0" lang="en-US" altLang="zh-CN" sz="1600" b="0" i="0" u="none" strike="noStrike" kern="1200" cap="none" spc="0" normalizeH="0" baseline="0" noProof="0" dirty="0">
                <a:ln>
                  <a:noFill/>
                </a:ln>
                <a:solidFill>
                  <a:schemeClr val="bg1">
                    <a:alpha val="60000"/>
                  </a:schemeClr>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grpSp>
          <p:nvGrpSpPr>
            <p:cNvPr id="3" name="组合 18"/>
            <p:cNvGrpSpPr/>
            <p:nvPr/>
          </p:nvGrpSpPr>
          <p:grpSpPr>
            <a:xfrm>
              <a:off x="244476" y="292500"/>
              <a:ext cx="493773" cy="615629"/>
              <a:chOff x="7409" y="353"/>
              <a:chExt cx="1374" cy="1582"/>
            </a:xfrm>
            <a:solidFill>
              <a:srgbClr val="1766F3"/>
            </a:solidFill>
          </p:grpSpPr>
          <p:sp>
            <p:nvSpPr>
              <p:cNvPr id="21" name="平行四边形 20"/>
              <p:cNvSpPr/>
              <p:nvPr/>
            </p:nvSpPr>
            <p:spPr>
              <a:xfrm>
                <a:off x="7409" y="353"/>
                <a:ext cx="788" cy="981"/>
              </a:xfrm>
              <a:prstGeom prst="parallelogram">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3600" b="0" i="0" u="none" strike="noStrike" kern="1200" cap="none" spc="0" normalizeH="0" baseline="0" noProof="0">
                  <a:ln>
                    <a:noFill/>
                  </a:ln>
                  <a:solidFill>
                    <a:schemeClr val="lt1"/>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2" name="平行四边形 21"/>
              <p:cNvSpPr/>
              <p:nvPr/>
            </p:nvSpPr>
            <p:spPr>
              <a:xfrm>
                <a:off x="7995" y="955"/>
                <a:ext cx="788" cy="981"/>
              </a:xfrm>
              <a:prstGeom prst="parallelogram">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3600" b="0" i="0" u="none" strike="noStrike" kern="1200" cap="none" spc="0" normalizeH="0" baseline="0" noProof="0">
                  <a:ln>
                    <a:noFill/>
                  </a:ln>
                  <a:solidFill>
                    <a:schemeClr val="lt1"/>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grpSp>
        <p:sp>
          <p:nvSpPr>
            <p:cNvPr id="20" name="文本框 19"/>
            <p:cNvSpPr txBox="1"/>
            <p:nvPr/>
          </p:nvSpPr>
          <p:spPr>
            <a:xfrm>
              <a:off x="879408" y="274527"/>
              <a:ext cx="2742908" cy="553658"/>
            </a:xfrm>
            <a:prstGeom prst="rect">
              <a:avLst/>
            </a:prstGeom>
            <a:noFill/>
          </p:spPr>
          <p:txBody>
            <a:bodyPr wrap="none">
              <a:spAutoFit/>
            </a:bodyPr>
            <a:lstStyle/>
            <a:p>
              <a:pPr marR="0" defTabSz="914400" eaLnBrk="1" hangingPunct="1">
                <a:buClrTx/>
                <a:buSzTx/>
                <a:buFontTx/>
                <a:defRPr/>
              </a:pPr>
              <a:r>
                <a:rPr kumimoji="0" lang="zh-CN" altLang="en-US" sz="3000" b="1" kern="1200" cap="none" spc="-150" normalizeH="0" baseline="0" noProof="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整年运营规划：</a:t>
              </a:r>
              <a:endParaRPr kumimoji="0" lang="zh-CN" altLang="en-US" sz="3000" b="1" kern="1200" cap="none" spc="-150" normalizeH="0" baseline="0" noProof="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sp>
        <p:nvSpPr>
          <p:cNvPr id="50199" name="TextBox 36"/>
          <p:cNvSpPr txBox="1"/>
          <p:nvPr/>
        </p:nvSpPr>
        <p:spPr>
          <a:xfrm>
            <a:off x="4516438" y="2409825"/>
            <a:ext cx="3082925" cy="3170238"/>
          </a:xfrm>
          <a:prstGeom prst="rect">
            <a:avLst/>
          </a:prstGeom>
          <a:noFill/>
          <a:ln w="9525">
            <a:noFill/>
          </a:ln>
        </p:spPr>
        <p:txBody>
          <a:bodyPr>
            <a:spAutoFit/>
          </a:bodyPr>
          <a:p>
            <a:r>
              <a:rPr lang="en-US" altLang="zh-CN" sz="1400" b="1" dirty="0">
                <a:solidFill>
                  <a:schemeClr val="bg1"/>
                </a:solidFill>
                <a:latin typeface="等线" pitchFamily="2" charset="-122"/>
              </a:rPr>
              <a:t>1.</a:t>
            </a:r>
            <a:r>
              <a:rPr lang="zh-CN" altLang="zh-CN" sz="1400" b="1" dirty="0">
                <a:solidFill>
                  <a:schemeClr val="bg1"/>
                </a:solidFill>
                <a:latin typeface="等线" pitchFamily="2" charset="-122"/>
              </a:rPr>
              <a:t>定位目标市场：通过前三月的数据分析客户区域，锁定主要目标市场，针对性的选品营销。看情况，是否要开</a:t>
            </a:r>
            <a:r>
              <a:rPr lang="zh-CN" altLang="en-US" sz="1400" b="1" dirty="0">
                <a:solidFill>
                  <a:schemeClr val="bg1"/>
                </a:solidFill>
                <a:latin typeface="等线" pitchFamily="2" charset="-122"/>
              </a:rPr>
              <a:t>其他</a:t>
            </a:r>
            <a:r>
              <a:rPr lang="zh-CN" altLang="zh-CN" sz="1400" b="1" dirty="0">
                <a:solidFill>
                  <a:schemeClr val="bg1"/>
                </a:solidFill>
                <a:latin typeface="等线" pitchFamily="2" charset="-122"/>
              </a:rPr>
              <a:t>站</a:t>
            </a:r>
            <a:r>
              <a:rPr lang="zh-CN" altLang="en-US" sz="1400" b="1" dirty="0">
                <a:solidFill>
                  <a:schemeClr val="bg1"/>
                </a:solidFill>
                <a:latin typeface="等线" pitchFamily="2" charset="-122"/>
              </a:rPr>
              <a:t>。</a:t>
            </a:r>
            <a:endParaRPr lang="zh-CN" altLang="zh-CN" sz="1400" b="1" dirty="0">
              <a:solidFill>
                <a:schemeClr val="bg1"/>
              </a:solidFill>
              <a:latin typeface="等线" pitchFamily="2" charset="-122"/>
            </a:endParaRPr>
          </a:p>
          <a:p>
            <a:endParaRPr lang="en-US" altLang="zh-CN" sz="1400" b="1" dirty="0">
              <a:solidFill>
                <a:schemeClr val="bg1"/>
              </a:solidFill>
              <a:latin typeface="等线" pitchFamily="2" charset="-122"/>
            </a:endParaRPr>
          </a:p>
          <a:p>
            <a:r>
              <a:rPr lang="en-US" altLang="zh-CN" sz="1400" b="1" dirty="0">
                <a:solidFill>
                  <a:schemeClr val="bg1"/>
                </a:solidFill>
                <a:latin typeface="等线" pitchFamily="2" charset="-122"/>
              </a:rPr>
              <a:t>2.</a:t>
            </a:r>
            <a:r>
              <a:rPr lang="zh-CN" altLang="zh-CN" sz="1400" b="1" dirty="0">
                <a:solidFill>
                  <a:schemeClr val="bg1"/>
                </a:solidFill>
                <a:latin typeface="等线" pitchFamily="2" charset="-122"/>
              </a:rPr>
              <a:t>平台大活动：报名参加类似黑五，网络星期一等大型的平台活动，进一步的提升销量和品牌知名度。</a:t>
            </a:r>
            <a:endParaRPr lang="zh-CN" altLang="zh-CN" sz="1400" b="1" dirty="0">
              <a:solidFill>
                <a:schemeClr val="bg1"/>
              </a:solidFill>
              <a:latin typeface="等线" pitchFamily="2" charset="-122"/>
            </a:endParaRPr>
          </a:p>
          <a:p>
            <a:endParaRPr lang="en-US" altLang="zh-CN" sz="1400" b="1" dirty="0">
              <a:solidFill>
                <a:schemeClr val="bg1"/>
              </a:solidFill>
              <a:latin typeface="等线" pitchFamily="2" charset="-122"/>
            </a:endParaRPr>
          </a:p>
          <a:p>
            <a:r>
              <a:rPr lang="en-US" altLang="zh-CN" sz="1400" b="1" dirty="0">
                <a:solidFill>
                  <a:schemeClr val="bg1"/>
                </a:solidFill>
                <a:latin typeface="等线" pitchFamily="2" charset="-122"/>
              </a:rPr>
              <a:t>3.</a:t>
            </a:r>
            <a:r>
              <a:rPr lang="zh-CN" altLang="zh-CN" sz="1400" b="1" dirty="0">
                <a:solidFill>
                  <a:schemeClr val="bg1"/>
                </a:solidFill>
                <a:latin typeface="等线" pitchFamily="2" charset="-122"/>
              </a:rPr>
              <a:t>店铺翻新：配合季节或重大节日重新装修，重点选择精品营销。</a:t>
            </a:r>
            <a:endParaRPr lang="zh-CN" altLang="zh-CN" sz="1400" b="1" dirty="0">
              <a:solidFill>
                <a:schemeClr val="bg1"/>
              </a:solidFill>
              <a:latin typeface="等线" pitchFamily="2" charset="-122"/>
            </a:endParaRPr>
          </a:p>
          <a:p>
            <a:endParaRPr lang="en-US" altLang="zh-CN" sz="1400" b="1" dirty="0">
              <a:solidFill>
                <a:schemeClr val="bg1"/>
              </a:solidFill>
              <a:latin typeface="等线" pitchFamily="2" charset="-122"/>
            </a:endParaRPr>
          </a:p>
          <a:p>
            <a:r>
              <a:rPr lang="en-US" altLang="zh-CN" sz="1400" b="1" dirty="0">
                <a:solidFill>
                  <a:schemeClr val="bg1"/>
                </a:solidFill>
                <a:latin typeface="等线" pitchFamily="2" charset="-122"/>
              </a:rPr>
              <a:t>4.</a:t>
            </a:r>
            <a:r>
              <a:rPr lang="zh-CN" altLang="zh-CN" sz="1400" b="1" dirty="0">
                <a:solidFill>
                  <a:schemeClr val="bg1"/>
                </a:solidFill>
                <a:latin typeface="等线" pitchFamily="2" charset="-122"/>
              </a:rPr>
              <a:t>店铺数据：提供客户店铺半年数据报表，制定下半年计划。</a:t>
            </a:r>
            <a:endParaRPr lang="en-US" altLang="zh-CN" sz="1400" b="1" dirty="0">
              <a:solidFill>
                <a:schemeClr val="bg1"/>
              </a:solidFill>
              <a:latin typeface="等线" pitchFamily="2" charset="-122"/>
            </a:endParaRPr>
          </a:p>
        </p:txBody>
      </p:sp>
      <p:sp>
        <p:nvSpPr>
          <p:cNvPr id="50200" name="TextBox 36"/>
          <p:cNvSpPr txBox="1"/>
          <p:nvPr/>
        </p:nvSpPr>
        <p:spPr>
          <a:xfrm>
            <a:off x="8618538" y="2765425"/>
            <a:ext cx="3081337" cy="1662113"/>
          </a:xfrm>
          <a:prstGeom prst="rect">
            <a:avLst/>
          </a:prstGeom>
          <a:noFill/>
          <a:ln w="9525">
            <a:noFill/>
          </a:ln>
        </p:spPr>
        <p:txBody>
          <a:bodyPr>
            <a:spAutoFit/>
          </a:bodyPr>
          <a:p>
            <a:r>
              <a:rPr lang="en-US" altLang="zh-CN" sz="1400" b="1" dirty="0">
                <a:solidFill>
                  <a:schemeClr val="bg1"/>
                </a:solidFill>
                <a:latin typeface="等线" pitchFamily="2" charset="-122"/>
              </a:rPr>
              <a:t>1.</a:t>
            </a:r>
            <a:r>
              <a:rPr lang="zh-CN" altLang="zh-CN" sz="1400" b="1" dirty="0">
                <a:solidFill>
                  <a:schemeClr val="bg1"/>
                </a:solidFill>
                <a:latin typeface="等线" pitchFamily="2" charset="-122"/>
              </a:rPr>
              <a:t>店铺日常维护：根据上一季度的运营模式，</a:t>
            </a:r>
            <a:r>
              <a:rPr lang="zh-CN" altLang="en-US" sz="1400" b="1" dirty="0">
                <a:solidFill>
                  <a:schemeClr val="bg1"/>
                </a:solidFill>
                <a:latin typeface="等线" pitchFamily="2" charset="-122"/>
              </a:rPr>
              <a:t>店内，</a:t>
            </a:r>
            <a:r>
              <a:rPr lang="zh-CN" altLang="zh-CN" sz="1400" b="1" dirty="0">
                <a:solidFill>
                  <a:schemeClr val="bg1"/>
                </a:solidFill>
                <a:latin typeface="等线" pitchFamily="2" charset="-122"/>
              </a:rPr>
              <a:t>平台活动等方式提升销量。</a:t>
            </a:r>
            <a:endParaRPr lang="zh-CN" altLang="zh-CN" sz="1400" b="1" dirty="0">
              <a:solidFill>
                <a:schemeClr val="bg1"/>
              </a:solidFill>
              <a:latin typeface="等线" pitchFamily="2" charset="-122"/>
            </a:endParaRPr>
          </a:p>
          <a:p>
            <a:endParaRPr lang="en-US" altLang="zh-CN" sz="1400" b="1" dirty="0">
              <a:solidFill>
                <a:schemeClr val="bg1"/>
              </a:solidFill>
              <a:latin typeface="等线" pitchFamily="2" charset="-122"/>
            </a:endParaRPr>
          </a:p>
          <a:p>
            <a:r>
              <a:rPr lang="en-US" altLang="zh-CN" sz="1400" b="1" dirty="0">
                <a:solidFill>
                  <a:schemeClr val="bg1"/>
                </a:solidFill>
                <a:latin typeface="等线" pitchFamily="2" charset="-122"/>
              </a:rPr>
              <a:t>2.</a:t>
            </a:r>
            <a:r>
              <a:rPr lang="zh-CN" altLang="zh-CN" sz="1400" b="1" dirty="0">
                <a:solidFill>
                  <a:schemeClr val="bg1"/>
                </a:solidFill>
                <a:latin typeface="等线" pitchFamily="2" charset="-122"/>
              </a:rPr>
              <a:t>年度报表：提供全年度数据报表总结，年度</a:t>
            </a:r>
            <a:r>
              <a:rPr lang="en-US" altLang="zh-CN" sz="1400" b="1" dirty="0">
                <a:solidFill>
                  <a:schemeClr val="bg1"/>
                </a:solidFill>
                <a:latin typeface="等线" pitchFamily="2" charset="-122"/>
              </a:rPr>
              <a:t>ROI</a:t>
            </a:r>
            <a:r>
              <a:rPr lang="zh-CN" altLang="zh-CN" sz="1400" b="1" dirty="0">
                <a:solidFill>
                  <a:schemeClr val="bg1"/>
                </a:solidFill>
                <a:latin typeface="等线" pitchFamily="2" charset="-122"/>
              </a:rPr>
              <a:t>分析，并制定下年度运营目标和计划与预算。</a:t>
            </a:r>
            <a:endParaRPr lang="zh-CN" altLang="en-US" sz="1400" b="1" dirty="0">
              <a:solidFill>
                <a:schemeClr val="bg1"/>
              </a:solidFill>
              <a:latin typeface="等线" pitchFamily="2" charset="-122"/>
            </a:endParaRPr>
          </a:p>
        </p:txBody>
      </p:sp>
    </p:spTree>
  </p:cSld>
  <p:clrMapOvr>
    <a:masterClrMapping/>
  </p:clrMapOvr>
  <p:transition spd="slow" advTm="3000">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1202" name="Picture 4" descr="Body Of Water"/>
          <p:cNvPicPr>
            <a:picLocks noChangeAspect="1"/>
          </p:cNvPicPr>
          <p:nvPr/>
        </p:nvPicPr>
        <p:blipFill>
          <a:blip r:embed="rId1"/>
          <a:srcRect l="-2" t="14893" r="125"/>
          <a:stretch>
            <a:fillRect/>
          </a:stretch>
        </p:blipFill>
        <p:spPr>
          <a:xfrm>
            <a:off x="3175" y="-15875"/>
            <a:ext cx="12188825" cy="6873875"/>
          </a:xfrm>
          <a:prstGeom prst="rect">
            <a:avLst/>
          </a:prstGeom>
          <a:noFill/>
          <a:ln w="9525">
            <a:noFill/>
          </a:ln>
        </p:spPr>
      </p:pic>
      <p:sp>
        <p:nvSpPr>
          <p:cNvPr id="27" name="文本框 26"/>
          <p:cNvSpPr txBox="1"/>
          <p:nvPr/>
        </p:nvSpPr>
        <p:spPr>
          <a:xfrm>
            <a:off x="4009390" y="3556635"/>
            <a:ext cx="3971925" cy="860425"/>
          </a:xfrm>
          <a:prstGeom prst="rect">
            <a:avLst/>
          </a:prstGeom>
          <a:noFill/>
        </p:spPr>
        <p:txBody>
          <a:bodyPr>
            <a:spAutoFit/>
          </a:bodyPr>
          <a:lstStyle/>
          <a:p>
            <a:pPr marR="0" algn="ctr" defTabSz="914400" eaLnBrk="1" hangingPunct="1">
              <a:buClrTx/>
              <a:buSzTx/>
              <a:buFontTx/>
              <a:defRPr/>
            </a:pPr>
            <a:r>
              <a:rPr kumimoji="0" lang="zh-CN" altLang="en-US" sz="5000" kern="1200" cap="none" spc="300" normalizeH="0" baseline="0" noProof="0" dirty="0">
                <a:solidFill>
                  <a:prstClr val="white"/>
                </a:solidFill>
                <a:latin typeface="Arial" panose="020B0604020202020204" pitchFamily="34" charset="0"/>
                <a:ea typeface="微软雅黑" panose="020B0503020204020204" pitchFamily="34" charset="-122"/>
                <a:cs typeface="+mn-ea"/>
                <a:sym typeface="Arial" panose="020B0604020202020204" pitchFamily="34" charset="0"/>
              </a:rPr>
              <a:t>谢 谢 观 看</a:t>
            </a:r>
            <a:endParaRPr kumimoji="0" lang="zh-CN" altLang="en-US" sz="5000" kern="1200" cap="none" spc="300" normalizeH="0" baseline="0" noProof="0" dirty="0">
              <a:solidFill>
                <a:prstClr val="white"/>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nvGrpSpPr>
          <p:cNvPr id="51206" name="组合 36"/>
          <p:cNvGrpSpPr/>
          <p:nvPr/>
        </p:nvGrpSpPr>
        <p:grpSpPr>
          <a:xfrm rot="0">
            <a:off x="300355" y="6526530"/>
            <a:ext cx="11661775" cy="121920"/>
            <a:chOff x="594137" y="13052424"/>
            <a:chExt cx="23322082" cy="244476"/>
          </a:xfrm>
        </p:grpSpPr>
        <p:cxnSp>
          <p:nvCxnSpPr>
            <p:cNvPr id="43" name="直接连接符 42"/>
            <p:cNvCxnSpPr/>
            <p:nvPr/>
          </p:nvCxnSpPr>
          <p:spPr>
            <a:xfrm>
              <a:off x="594137" y="13274675"/>
              <a:ext cx="1044508" cy="0"/>
            </a:xfrm>
            <a:prstGeom prst="line">
              <a:avLst/>
            </a:prstGeom>
            <a:ln w="381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45" name="直角三角形 44"/>
            <p:cNvSpPr/>
            <p:nvPr/>
          </p:nvSpPr>
          <p:spPr>
            <a:xfrm rot="16200000">
              <a:off x="23590794" y="12971475"/>
              <a:ext cx="244476" cy="406374"/>
            </a:xfrm>
            <a:prstGeom prst="rtTriangle">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3600"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grpSp>
    </p:spTree>
  </p:cSld>
  <p:clrMapOvr>
    <a:masterClrMapping/>
  </p:clrMapOvr>
  <p:transition spd="slow" advTm="3000">
    <p:fade/>
  </p:transition>
</p:sld>
</file>

<file path=ppt/tags/tag1.xml><?xml version="1.0" encoding="utf-8"?>
<p:tagLst xmlns:p="http://schemas.openxmlformats.org/presentationml/2006/main">
  <p:tag name="KSO_WM_UNIT_TABLE_BEAUTIFY" val="{13b33bd6-e781-48ce-ada1-835a20f5b127}"/>
</p:tagLst>
</file>

<file path=ppt/tags/tag2.xml><?xml version="1.0" encoding="utf-8"?>
<p:tagLst xmlns:p="http://schemas.openxmlformats.org/presentationml/2006/main">
  <p:tag name="KSO_WM_UNIT_TABLE_BEAUTIFY" val="smartTable{3722cfff-99a4-414a-bef0-21edd6f64541}"/>
</p:tagLst>
</file>

<file path=ppt/tags/tag3.xml><?xml version="1.0" encoding="utf-8"?>
<p:tagLst xmlns:p="http://schemas.openxmlformats.org/presentationml/2006/main">
  <p:tag name="KSO_WM_UNIT_TABLE_BEAUTIFY" val="smartTable{dbf554bc-f70f-4c0f-86a8-7ed7b408938b}"/>
</p:tagLst>
</file>

<file path=ppt/theme/theme1.xml><?xml version="1.0" encoding="utf-8"?>
<a:theme xmlns:a="http://schemas.openxmlformats.org/drawingml/2006/main" name="千图网海量PPT模板www.58pic.com​​">
  <a:themeElements>
    <a:clrScheme name="自定义 1961">
      <a:dk1>
        <a:sysClr val="windowText" lastClr="000000"/>
      </a:dk1>
      <a:lt1>
        <a:sysClr val="window" lastClr="FFFFFF"/>
      </a:lt1>
      <a:dk2>
        <a:srgbClr val="5A6378"/>
      </a:dk2>
      <a:lt2>
        <a:srgbClr val="7F7F7F"/>
      </a:lt2>
      <a:accent1>
        <a:srgbClr val="36A2DE"/>
      </a:accent1>
      <a:accent2>
        <a:srgbClr val="27335F"/>
      </a:accent2>
      <a:accent3>
        <a:srgbClr val="36A2DE"/>
      </a:accent3>
      <a:accent4>
        <a:srgbClr val="27335F"/>
      </a:accent4>
      <a:accent5>
        <a:srgbClr val="36A2DE"/>
      </a:accent5>
      <a:accent6>
        <a:srgbClr val="27335F"/>
      </a:accent6>
      <a:hlink>
        <a:srgbClr val="168BBA"/>
      </a:hlink>
      <a:folHlink>
        <a:srgbClr val="680000"/>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千图网海量PPT模板www.58pic.com​​">
  <a:themeElements>
    <a:clrScheme name="自定义 1961">
      <a:dk1>
        <a:sysClr val="windowText" lastClr="000000"/>
      </a:dk1>
      <a:lt1>
        <a:sysClr val="window" lastClr="FFFFFF"/>
      </a:lt1>
      <a:dk2>
        <a:srgbClr val="5A6378"/>
      </a:dk2>
      <a:lt2>
        <a:srgbClr val="7F7F7F"/>
      </a:lt2>
      <a:accent1>
        <a:srgbClr val="36A2DE"/>
      </a:accent1>
      <a:accent2>
        <a:srgbClr val="27335F"/>
      </a:accent2>
      <a:accent3>
        <a:srgbClr val="36A2DE"/>
      </a:accent3>
      <a:accent4>
        <a:srgbClr val="27335F"/>
      </a:accent4>
      <a:accent5>
        <a:srgbClr val="36A2DE"/>
      </a:accent5>
      <a:accent6>
        <a:srgbClr val="27335F"/>
      </a:accent6>
      <a:hlink>
        <a:srgbClr val="168BBA"/>
      </a:hlink>
      <a:folHlink>
        <a:srgbClr val="680000"/>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千图网海量PPT模板www.58pic.com​​">
  <a:themeElements>
    <a:clrScheme name="自定义 1961">
      <a:dk1>
        <a:sysClr val="windowText" lastClr="000000"/>
      </a:dk1>
      <a:lt1>
        <a:sysClr val="window" lastClr="FFFFFF"/>
      </a:lt1>
      <a:dk2>
        <a:srgbClr val="5A6378"/>
      </a:dk2>
      <a:lt2>
        <a:srgbClr val="7F7F7F"/>
      </a:lt2>
      <a:accent1>
        <a:srgbClr val="36A2DE"/>
      </a:accent1>
      <a:accent2>
        <a:srgbClr val="27335F"/>
      </a:accent2>
      <a:accent3>
        <a:srgbClr val="36A2DE"/>
      </a:accent3>
      <a:accent4>
        <a:srgbClr val="27335F"/>
      </a:accent4>
      <a:accent5>
        <a:srgbClr val="36A2DE"/>
      </a:accent5>
      <a:accent6>
        <a:srgbClr val="27335F"/>
      </a:accent6>
      <a:hlink>
        <a:srgbClr val="168BBA"/>
      </a:hlink>
      <a:folHlink>
        <a:srgbClr val="680000"/>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15366</Words>
  <Application>WPS 演示</Application>
  <PresentationFormat/>
  <Paragraphs>1032</Paragraphs>
  <Slides>37</Slides>
  <Notes>41</Notes>
  <HiddenSlides>0</HiddenSlides>
  <MMClips>0</MMClips>
  <ScaleCrop>false</ScaleCrop>
  <HeadingPairs>
    <vt:vector size="6" baseType="variant">
      <vt:variant>
        <vt:lpstr>已用的字体</vt:lpstr>
      </vt:variant>
      <vt:variant>
        <vt:i4>15</vt:i4>
      </vt:variant>
      <vt:variant>
        <vt:lpstr>主题</vt:lpstr>
      </vt:variant>
      <vt:variant>
        <vt:i4>3</vt:i4>
      </vt:variant>
      <vt:variant>
        <vt:lpstr>幻灯片标题</vt:lpstr>
      </vt:variant>
      <vt:variant>
        <vt:i4>37</vt:i4>
      </vt:variant>
    </vt:vector>
  </HeadingPairs>
  <TitlesOfParts>
    <vt:vector size="55" baseType="lpstr">
      <vt:lpstr>Arial</vt:lpstr>
      <vt:lpstr>宋体</vt:lpstr>
      <vt:lpstr>Wingdings</vt:lpstr>
      <vt:lpstr>等线</vt:lpstr>
      <vt:lpstr>等线</vt:lpstr>
      <vt:lpstr>等线 Light</vt:lpstr>
      <vt:lpstr>Poppins Light</vt:lpstr>
      <vt:lpstr>Segoe Print</vt:lpstr>
      <vt:lpstr>微软雅黑</vt:lpstr>
      <vt:lpstr>Calibri</vt:lpstr>
      <vt:lpstr>Calibri Light</vt:lpstr>
      <vt:lpstr>Arial Unicode MS</vt:lpstr>
      <vt:lpstr>黑体</vt:lpstr>
      <vt:lpstr>Gill Sans</vt:lpstr>
      <vt:lpstr>Montserrat</vt:lpstr>
      <vt:lpstr>千图网海量PPT模板www.58pic.com​​</vt:lpstr>
      <vt:lpstr>2_千图网海量PPT模板www.58pic.com​​</vt:lpstr>
      <vt:lpstr>1_千图网海量PPT模板www.58pic.com​​</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lenovo</dc:creator>
  <cp:lastModifiedBy>谢欣欣</cp:lastModifiedBy>
  <cp:revision>378</cp:revision>
  <dcterms:created xsi:type="dcterms:W3CDTF">2018-04-08T13:12:00Z</dcterms:created>
  <dcterms:modified xsi:type="dcterms:W3CDTF">2020-11-06T10:46:51Z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2052-11.1.0.10132</vt:lpwstr>
  </property>
</Properties>
</file>