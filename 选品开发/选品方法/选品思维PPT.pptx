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3" r:id="rId11"/>
    <p:sldId id="272" r:id="rId12"/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336675"/>
          </a:xfrm>
        </p:spPr>
        <p:txBody>
          <a:bodyPr>
            <a:normAutofit fontScale="90000"/>
          </a:bodyPr>
          <a:p>
            <a:r>
              <a:rPr lang="zh-CN" altLang="en-US"/>
              <a:t>思维决定出路，态度改变人生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731770"/>
            <a:ext cx="9144000" cy="989330"/>
          </a:xfrm>
        </p:spPr>
        <p:txBody>
          <a:bodyPr/>
          <a:p>
            <a:r>
              <a:rPr lang="zh-CN" altLang="en-US"/>
              <a:t>从一无所有到丰衣足食只差一个思维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650855" cy="4735195"/>
          </a:xfrm>
        </p:spPr>
        <p:txBody>
          <a:bodyPr/>
          <a:p>
            <a:r>
              <a:rPr lang="zh-CN" altLang="en-US"/>
              <a:t>先确定好我们要卖什么，什么站点，什么类目，然后去寻找美国品牌，美国公司注册的品牌，或者美国人注册的品牌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365" y="2621915"/>
            <a:ext cx="9601835" cy="3364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085" y="3434080"/>
            <a:ext cx="2648585" cy="2853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2970"/>
          </a:xfrm>
        </p:spPr>
        <p:txBody>
          <a:bodyPr/>
          <a:p>
            <a:r>
              <a:rPr lang="zh-CN" altLang="en-US"/>
              <a:t>紧跟畅销产品，深挖二级包括三级分类，这将是我们中小卖家的未来主战场，趋利避害，与时俱进。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640" y="2935605"/>
            <a:ext cx="5247005" cy="2124710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625" y="3013710"/>
            <a:ext cx="5160010" cy="2136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20" y="5060315"/>
            <a:ext cx="5196840" cy="1812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260" y="4773930"/>
            <a:ext cx="4456430" cy="1896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159490" cy="4916805"/>
          </a:xfrm>
        </p:spPr>
        <p:txBody>
          <a:bodyPr/>
          <a:p>
            <a:r>
              <a:rPr lang="zh-CN" altLang="en-US"/>
              <a:t>关联营销开发独具一格的好产品，可以做到一拖三，妈妈再也不用担心我该如何营销，再也不会没有方向了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65" y="3004185"/>
            <a:ext cx="4456430" cy="1994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595" y="3004185"/>
            <a:ext cx="6718300" cy="1641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880" y="4537075"/>
            <a:ext cx="2671445" cy="206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思维四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广告报表助力我们开发新的好产品，这一点大家应该重视，好的选品法器就在自己手里，也就是传说中的关键词选品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思路我们在分析自动报表的时候会发现一些问题，那么前期的选词很重要，我们会发觉有些词的展现很大，但是没有点击，我么一般会将这样的词放到亚马逊搜索栏去搜索，有些时候搜索出来的结果和我们的产品不相关，这样的产品我们是可以去开发的</a:t>
            </a:r>
            <a:endParaRPr lang="zh-CN" altLang="en-US"/>
          </a:p>
          <a:p>
            <a:r>
              <a:rPr lang="zh-CN" altLang="en-US"/>
              <a:t>还有些词是亚马逊推荐关联出来的词，我们都可以拿去前台搜索，找出产品分析是否和我们产品相关，也是我们开发产品寻找好产品和相关联产品的好地方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差异化思维变被动为主动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505" y="2299970"/>
            <a:ext cx="8075930" cy="3978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思维六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大类目的特定人群创造高利润地竞争产品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代表店铺就是专门针对特定人群的肥佬服装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专门针对摄影爱好者的拍摄支架和镜头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潜水爱好者的潜水服装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捆绑销售达到让顾客觉得赚到，这是销售的最高境界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" y="3077845"/>
            <a:ext cx="3629660" cy="2601595"/>
          </a:xfrm>
          <a:prstGeom prst="rect">
            <a:avLst/>
          </a:prstGeom>
        </p:spPr>
      </p:pic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640" y="3101340"/>
            <a:ext cx="5558155" cy="2555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家居大件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海运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品牌化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2527300"/>
            <a:ext cx="11387455" cy="19075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34840"/>
            <a:ext cx="9688195" cy="23361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思维八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组合玩法创造无线商机，打败跟卖的最有效模式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370" y="2794635"/>
            <a:ext cx="5453380" cy="24136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283460"/>
            <a:ext cx="4267200" cy="29248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130" y="3408045"/>
            <a:ext cx="1212850" cy="10045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130" y="4958715"/>
            <a:ext cx="4686935" cy="1902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198880"/>
          </a:xfrm>
        </p:spPr>
        <p:txBody>
          <a:bodyPr/>
          <a:p>
            <a:r>
              <a:rPr lang="zh-CN" altLang="en-US"/>
              <a:t>赚钱才是王道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248535"/>
            <a:ext cx="9144000" cy="811530"/>
          </a:xfrm>
        </p:spPr>
        <p:txBody>
          <a:bodyPr/>
          <a:p>
            <a:r>
              <a:rPr lang="zh-CN" altLang="en-US"/>
              <a:t>适合自己的才是做好的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目前大部分工厂的生存状况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06875"/>
          </a:xfrm>
        </p:spPr>
        <p:txBody>
          <a:bodyPr>
            <a:normAutofit lnSpcReduction="10000"/>
          </a:bodyPr>
          <a:p>
            <a:r>
              <a:rPr lang="zh-CN" altLang="en-US"/>
              <a:t>招大量的人业务员开发国内客户，或者外贸客户</a:t>
            </a:r>
            <a:endParaRPr lang="zh-CN" altLang="en-US"/>
          </a:p>
          <a:p>
            <a:r>
              <a:rPr lang="zh-CN" altLang="en-US"/>
              <a:t>发费大量的资金在展会上</a:t>
            </a:r>
            <a:endParaRPr lang="zh-CN" altLang="en-US"/>
          </a:p>
          <a:p>
            <a:r>
              <a:rPr lang="zh-CN" altLang="en-US"/>
              <a:t>自己供货给外贸企业，拿着微薄的加工利润，没有主动权</a:t>
            </a:r>
            <a:endParaRPr lang="zh-CN" altLang="en-US"/>
          </a:p>
          <a:p>
            <a:r>
              <a:rPr lang="zh-CN" altLang="en-US"/>
              <a:t>大量的货物挤压，现金流难以维持</a:t>
            </a:r>
            <a:endParaRPr lang="zh-CN" altLang="en-US"/>
          </a:p>
          <a:p>
            <a:r>
              <a:rPr lang="zh-CN" altLang="en-US"/>
              <a:t>没有外贸经验，把以前的</a:t>
            </a:r>
            <a:r>
              <a:rPr lang="en-US" altLang="zh-CN"/>
              <a:t>BTOB</a:t>
            </a:r>
            <a:r>
              <a:rPr lang="zh-CN" altLang="en-US"/>
              <a:t>团队拉过来随便组建的亚马逊团队，经验基本为零，一直没有突破，处于一个很尴尬的局面</a:t>
            </a:r>
            <a:endParaRPr lang="zh-CN" altLang="en-US"/>
          </a:p>
          <a:p>
            <a:r>
              <a:rPr lang="zh-CN" altLang="en-US"/>
              <a:t>一直在啃老本，老板没有重视</a:t>
            </a:r>
            <a:r>
              <a:rPr lang="en-US" altLang="zh-CN"/>
              <a:t>BTOC</a:t>
            </a:r>
            <a:r>
              <a:rPr lang="zh-CN" altLang="en-US"/>
              <a:t>这个平台，想做但是不想投入太多，没有决心，只是作为多了一个销售渠道</a:t>
            </a:r>
            <a:endParaRPr lang="zh-CN" altLang="en-US"/>
          </a:p>
          <a:p>
            <a:r>
              <a:rPr lang="zh-CN" altLang="en-US"/>
              <a:t>供货账期太长，容易被跑路 ，死账，骗货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工厂的优势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6315"/>
          </a:xfrm>
        </p:spPr>
        <p:txBody>
          <a:bodyPr>
            <a:normAutofit lnSpcReduction="10000"/>
          </a:bodyPr>
          <a:p>
            <a:r>
              <a:rPr lang="zh-CN" altLang="en-US"/>
              <a:t>有自己的产品线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有自己的研发团队核心技术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在某一个行业深耕多年，懂得国外顾客的需求，以及这一行业的产品的附加值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工厂大部分是做出口</a:t>
            </a:r>
            <a:r>
              <a:rPr lang="en-US" altLang="zh-CN"/>
              <a:t>BTOB</a:t>
            </a:r>
            <a:r>
              <a:rPr lang="zh-CN" altLang="en-US"/>
              <a:t>的，有出口的产品的准去数据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资金充足  资源辽阔   能够把握供应链这一源头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精品路线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工厂产品种类数量繁多，首先确定好优势类目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纵深挖掘二级分级分类，避开热门主体产品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集中优势物力财力在少数的产品上面，一带一路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研发型公司开发路线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工厂有自己的核心技术，研发能力，投入大量的资金在研发上面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可以将开发团队设置在国外，或者在国外招聘兼职开发人员，找到好的产品，拿回国内开模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发费优势资金在产品调研和数据采集上面，然后进行微创新，开模生产，进入市场，这个我有朋友用这种方式可以批量复制三个月做到</a:t>
            </a:r>
            <a:r>
              <a:rPr lang="en-US" altLang="zh-CN"/>
              <a:t>20</a:t>
            </a:r>
            <a:r>
              <a:rPr lang="zh-CN" altLang="en-US"/>
              <a:t>万美金一个账号，少量的</a:t>
            </a:r>
            <a:r>
              <a:rPr lang="en-US" altLang="zh-CN"/>
              <a:t>SKU</a:t>
            </a:r>
            <a:endParaRPr lang="en-US" altLang="zh-CN"/>
          </a:p>
          <a:p>
            <a:r>
              <a:rPr lang="zh-CN" altLang="en-US"/>
              <a:t>主要公司案例</a:t>
            </a:r>
            <a:r>
              <a:rPr lang="en-US" altLang="zh-CN"/>
              <a:t>:</a:t>
            </a:r>
            <a:r>
              <a:rPr lang="zh-CN" altLang="en-US"/>
              <a:t> 千岸   大疆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研发能力不强的公司选品胜在推广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97145"/>
          </a:xfrm>
        </p:spPr>
        <p:txBody>
          <a:bodyPr/>
          <a:p>
            <a:r>
              <a:rPr lang="zh-CN" altLang="en-US"/>
              <a:t>研发能力不足，我们需要寻找出路，推广将会是我们的思路，我们的产品不一定很新颖或者第一无二，但是我们需要做好的服务，管控好品质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890" y="3074670"/>
            <a:ext cx="10384790" cy="37280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研发型工厂成功案例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9810" y="1278890"/>
            <a:ext cx="10334625" cy="48983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推广性公司成功案例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7430" y="1544320"/>
            <a:ext cx="4836795" cy="22148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0" y="3162300"/>
            <a:ext cx="5770245" cy="3475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WPS 演示</Application>
  <PresentationFormat>宽屏</PresentationFormat>
  <Paragraphs>120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Calibri Light</vt:lpstr>
      <vt:lpstr>Calibri</vt:lpstr>
      <vt:lpstr>微软雅黑</vt:lpstr>
      <vt:lpstr>Office 主题</vt:lpstr>
      <vt:lpstr>思维决定出路，态度改变人生</vt:lpstr>
      <vt:lpstr>思维一</vt:lpstr>
      <vt:lpstr>思维二</vt:lpstr>
      <vt:lpstr>思维三</vt:lpstr>
      <vt:lpstr>思维四</vt:lpstr>
      <vt:lpstr>思维五</vt:lpstr>
      <vt:lpstr>思维六</vt:lpstr>
      <vt:lpstr>思维七</vt:lpstr>
      <vt:lpstr>思维八</vt:lpstr>
      <vt:lpstr>思维八</vt:lpstr>
      <vt:lpstr>赚钱才是王道</vt:lpstr>
      <vt:lpstr>目前大部分工厂的生存状况</vt:lpstr>
      <vt:lpstr>工厂的优势</vt:lpstr>
      <vt:lpstr>精品路线</vt:lpstr>
      <vt:lpstr>研发型公司开发路线</vt:lpstr>
      <vt:lpstr>研发能力不强的公司选品胜在推广</vt:lpstr>
      <vt:lpstr>研发型工厂成功案例</vt:lpstr>
      <vt:lpstr>推广性公司成功案例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ZMAPPLE</cp:lastModifiedBy>
  <cp:revision>4</cp:revision>
  <dcterms:created xsi:type="dcterms:W3CDTF">2015-05-05T08:02:00Z</dcterms:created>
  <dcterms:modified xsi:type="dcterms:W3CDTF">2017-06-04T00:07:05Z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