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3" r:id="rId6"/>
    <p:sldId id="262" r:id="rId7"/>
    <p:sldId id="265" r:id="rId8"/>
    <p:sldId id="267" r:id="rId9"/>
    <p:sldId id="266" r:id="rId10"/>
    <p:sldId id="261" r:id="rId11"/>
    <p:sldId id="305" r:id="rId12"/>
    <p:sldId id="268" r:id="rId13"/>
    <p:sldId id="270" r:id="rId14"/>
    <p:sldId id="271" r:id="rId15"/>
    <p:sldId id="269" r:id="rId16"/>
    <p:sldId id="277" r:id="rId17"/>
    <p:sldId id="278" r:id="rId18"/>
    <p:sldId id="306" r:id="rId19"/>
    <p:sldId id="275" r:id="rId20"/>
    <p:sldId id="274" r:id="rId21"/>
    <p:sldId id="273" r:id="rId22"/>
    <p:sldId id="272" r:id="rId23"/>
    <p:sldId id="279" r:id="rId24"/>
    <p:sldId id="307" r:id="rId25"/>
    <p:sldId id="283" r:id="rId26"/>
    <p:sldId id="284" r:id="rId27"/>
    <p:sldId id="285" r:id="rId28"/>
    <p:sldId id="286" r:id="rId29"/>
    <p:sldId id="290" r:id="rId30"/>
    <p:sldId id="291" r:id="rId31"/>
    <p:sldId id="292" r:id="rId32"/>
    <p:sldId id="297" r:id="rId33"/>
    <p:sldId id="308" r:id="rId34"/>
    <p:sldId id="298" r:id="rId35"/>
    <p:sldId id="299" r:id="rId36"/>
    <p:sldId id="300" r:id="rId37"/>
    <p:sldId id="293" r:id="rId38"/>
    <p:sldId id="294" r:id="rId39"/>
    <p:sldId id="295" r:id="rId40"/>
    <p:sldId id="296" r:id="rId41"/>
    <p:sldId id="309" r:id="rId42"/>
  </p:sldIdLst>
  <p:sldSz cx="12192000" cy="6858000"/>
  <p:notesSz cx="6858000" cy="9144000"/>
  <p:custDataLst>
    <p:tags r:id="rId4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6" Type="http://schemas.openxmlformats.org/officeDocument/2006/relationships/tags" Target="tags/tag1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 descr="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-635"/>
            <a:ext cx="12192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 descr="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46990" y="-635"/>
            <a:ext cx="12075795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65405"/>
            <a:ext cx="12247880" cy="68795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4790" y="-52705"/>
            <a:ext cx="12107545" cy="6369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4325" y="192405"/>
            <a:ext cx="11196320" cy="63544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4640" y="104775"/>
            <a:ext cx="11500485" cy="65703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1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1635" y="193040"/>
            <a:ext cx="11102340" cy="65798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1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2085" y="100965"/>
            <a:ext cx="11694160" cy="65665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1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5120" y="123190"/>
            <a:ext cx="11313795" cy="64547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 descr="1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2890" y="221615"/>
            <a:ext cx="11528425" cy="64852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1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0345" y="106045"/>
            <a:ext cx="11701145" cy="67322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1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1620" y="74930"/>
            <a:ext cx="11519535" cy="64350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 descr="1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73710" y="161925"/>
            <a:ext cx="11245215" cy="63258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16-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29030" y="460375"/>
            <a:ext cx="9725025" cy="54203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1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08025" y="482600"/>
            <a:ext cx="10319385" cy="58089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1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7980" y="263525"/>
            <a:ext cx="11287125" cy="63315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 descr="1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0170" y="182245"/>
            <a:ext cx="11542395" cy="64935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2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06095" y="280035"/>
            <a:ext cx="10680700" cy="629856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2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0980" y="243840"/>
            <a:ext cx="11212195" cy="625919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2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29895" y="168275"/>
            <a:ext cx="11224260" cy="63030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2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5275" y="489585"/>
            <a:ext cx="11300460" cy="594931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 descr="2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5930" y="270510"/>
            <a:ext cx="10831195" cy="633158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内容占位符 2" descr="2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4810" y="0"/>
            <a:ext cx="11533505" cy="648843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2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55270" y="175260"/>
            <a:ext cx="11471910" cy="639699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2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7700" y="497840"/>
            <a:ext cx="10611485" cy="597852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2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99415" y="385445"/>
            <a:ext cx="11050270" cy="621347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2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02665" y="524510"/>
            <a:ext cx="9824085" cy="551624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3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3045" y="254635"/>
            <a:ext cx="11548110" cy="64363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3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75005" y="402590"/>
            <a:ext cx="10537190" cy="59131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3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0075" y="279400"/>
            <a:ext cx="10991850" cy="607187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3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64820" y="349885"/>
            <a:ext cx="10835640" cy="605409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 descr="3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7015" y="53340"/>
            <a:ext cx="11480800" cy="645858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3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59130" y="446405"/>
            <a:ext cx="10635615" cy="624713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3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88645" y="205740"/>
            <a:ext cx="10723245" cy="605345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3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16255" y="253365"/>
            <a:ext cx="10646410" cy="602742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3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3215" y="133985"/>
            <a:ext cx="11291570" cy="665226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3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48640" y="279400"/>
            <a:ext cx="10925175" cy="616013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4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36880" y="319405"/>
            <a:ext cx="11049000" cy="620966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内容占位符 1" descr="4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99745" y="264160"/>
            <a:ext cx="11192510" cy="633031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内容占位符 7" descr="4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55245" y="0"/>
            <a:ext cx="12246610" cy="685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jY2NjJmZmRjNGU5OWJiMzA3ZDk4YzFjODQ5YTIwOTU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7" baseType="lpstr">
      <vt:lpstr>Arial</vt:lpstr>
      <vt:lpstr>宋体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蔷薇花兔子森女</cp:lastModifiedBy>
  <cp:revision>7</cp:revision>
  <dcterms:created xsi:type="dcterms:W3CDTF">2023-08-09T12:44:00Z</dcterms:created>
  <dcterms:modified xsi:type="dcterms:W3CDTF">2024-04-11T05:35:23Z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2052-12.1.0.16388</vt:lpwstr>
  </property>
</Properties>
</file>